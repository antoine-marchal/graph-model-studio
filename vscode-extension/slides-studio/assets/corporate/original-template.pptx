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3847" r:id="rId5"/>
  </p:sldMasterIdLst>
  <p:notesMasterIdLst>
    <p:notesMasterId r:id="rId17"/>
  </p:notesMasterIdLst>
  <p:handoutMasterIdLst>
    <p:handoutMasterId r:id="rId18"/>
  </p:handoutMasterIdLst>
  <p:sldIdLst>
    <p:sldId id="514" r:id="rId6"/>
    <p:sldId id="518" r:id="rId7"/>
    <p:sldId id="519" r:id="rId8"/>
    <p:sldId id="527" r:id="rId9"/>
    <p:sldId id="525" r:id="rId10"/>
    <p:sldId id="526" r:id="rId11"/>
    <p:sldId id="522" r:id="rId12"/>
    <p:sldId id="520" r:id="rId13"/>
    <p:sldId id="523" r:id="rId14"/>
    <p:sldId id="521" r:id="rId15"/>
    <p:sldId id="524" r:id="rId16"/>
  </p:sldIdLst>
  <p:sldSz cx="12192000" cy="6858000"/>
  <p:notesSz cx="6797675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669"/>
    <a:srgbClr val="00FFCC"/>
    <a:srgbClr val="00FFFF"/>
    <a:srgbClr val="92D050"/>
    <a:srgbClr val="008BBC"/>
    <a:srgbClr val="D81142"/>
    <a:srgbClr val="3E4A83"/>
    <a:srgbClr val="218380"/>
    <a:srgbClr val="7F7F7F"/>
    <a:srgbClr val="D16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56" autoAdjust="0"/>
    <p:restoredTop sz="93979" autoAdjust="0"/>
  </p:normalViewPr>
  <p:slideViewPr>
    <p:cSldViewPr snapToGrid="0">
      <p:cViewPr>
        <p:scale>
          <a:sx n="125" d="100"/>
          <a:sy n="125" d="100"/>
        </p:scale>
        <p:origin x="174" y="1386"/>
      </p:cViewPr>
      <p:guideLst/>
    </p:cSldViewPr>
  </p:slideViewPr>
  <p:outlineViewPr>
    <p:cViewPr>
      <p:scale>
        <a:sx n="33" d="100"/>
        <a:sy n="33" d="100"/>
      </p:scale>
      <p:origin x="0" y="-79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332"/>
    </p:cViewPr>
  </p:sorterViewPr>
  <p:notesViewPr>
    <p:cSldViewPr snapToGrid="0" showGuides="1">
      <p:cViewPr varScale="1">
        <p:scale>
          <a:sx n="121" d="100"/>
          <a:sy n="121" d="100"/>
        </p:scale>
        <p:origin x="666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1230463-975F-1FC5-F130-344B42C6A7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A2308-FA37-6278-0449-3B38B9528E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98CF4-0D8F-4DD3-B28A-923FF3FEE419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7B76CB-13A6-4357-471D-C13C8A6F57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15A29A-0630-2B6D-5C6E-AD2B8E056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57BD6-0A34-47E4-9D7D-D4D6BB6549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5670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2B5AC-F81D-469C-ADE7-402A20B32007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C14E6-2559-451E-807A-4A34163A34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14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526982-0BD3-80B2-D0C1-E141B8AD1D26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</a:t>
            </a: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828EFF-0769-991A-745D-86154BF58E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16038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lIns="0"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4262438"/>
            <a:ext cx="5294312" cy="1655762"/>
          </a:xfrm>
        </p:spPr>
        <p:txBody>
          <a:bodyPr rIns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i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1CD6972B-DFC0-49E0-CEDD-F3560A107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3113503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FBAC49-4802-3440-8107-C65AE7ADA0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8" y="1381125"/>
            <a:ext cx="8329612" cy="4795838"/>
          </a:xfrm>
        </p:spPr>
        <p:txBody>
          <a:bodyPr lIns="0"/>
          <a:lstStyle>
            <a:lvl1pPr marL="358775" indent="-358775">
              <a:spcBef>
                <a:spcPts val="1800"/>
              </a:spcBef>
              <a:buClr>
                <a:schemeClr val="bg1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Sommaire</a:t>
            </a: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717F4D1-D2E3-F44D-BEED-845604742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53" b="2802"/>
          <a:stretch/>
        </p:blipFill>
        <p:spPr>
          <a:xfrm>
            <a:off x="11647944" y="-1"/>
            <a:ext cx="544056" cy="6858001"/>
          </a:xfrm>
          <a:prstGeom prst="rect">
            <a:avLst/>
          </a:prstGeom>
        </p:spPr>
      </p:pic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914C3EDF-84FF-56C5-6EEE-62348DC5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CA229E7D-5925-577A-6E99-3E009A5C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E0039A2A-B2A3-3003-AC28-98B94837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85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7076" y="1765299"/>
            <a:ext cx="8659812" cy="4148139"/>
          </a:xfrm>
        </p:spPr>
        <p:txBody>
          <a:bodyPr lIns="0" numCol="2" spcCol="360000"/>
          <a:lstStyle>
            <a:lvl1pPr marL="358775" indent="-358775">
              <a:spcBef>
                <a:spcPts val="1800"/>
              </a:spcBef>
              <a:buClr>
                <a:schemeClr val="tx2"/>
              </a:buClr>
              <a:buSzPct val="100000"/>
              <a:buFont typeface="+mj-lt"/>
              <a:buAutoNum type="arabicPeriod"/>
              <a:defRPr>
                <a:solidFill>
                  <a:schemeClr val="tx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Sommaire light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21E7187-2172-D725-E095-C0FCE93238AE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:Ce sommaire est sur deux colonnes, pour passer sur une colonne : Clic droit sur la zone de texte + « Format de la forme » / « Options de texte » / « Colonnes » = 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76" y="314036"/>
            <a:ext cx="10733087" cy="871827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B329AAF-3546-DCEA-619B-466FB9B544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42" b="2802"/>
          <a:stretch/>
        </p:blipFill>
        <p:spPr>
          <a:xfrm>
            <a:off x="11647944" y="0"/>
            <a:ext cx="544056" cy="6858000"/>
          </a:xfrm>
          <a:prstGeom prst="rect">
            <a:avLst/>
          </a:prstGeom>
        </p:spPr>
      </p:pic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AB8B2ECB-EC50-E1E8-3A70-D0DF5B54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38548604-3796-63A0-C437-28EAB17A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3A448DB-A450-22D2-9A30-CE94EAFD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11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de section</a:t>
            </a:r>
          </a:p>
        </p:txBody>
      </p:sp>
      <p:pic>
        <p:nvPicPr>
          <p:cNvPr id="26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grpSp>
        <p:nvGrpSpPr>
          <p:cNvPr id="2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2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070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5675086" y="0"/>
            <a:ext cx="6516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de section light</a:t>
            </a:r>
          </a:p>
        </p:txBody>
      </p:sp>
      <p:pic>
        <p:nvPicPr>
          <p:cNvPr id="8" name="PATTERN 14">
            <a:extLst>
              <a:ext uri="{FF2B5EF4-FFF2-40B4-BE49-F238E27FC236}">
                <a16:creationId xmlns:a16="http://schemas.microsoft.com/office/drawing/2014/main" id="{2582F57D-4CEF-BB5A-C74F-450386FD8E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5" t="80145" r="2860" b="-12214"/>
          <a:stretch/>
        </p:blipFill>
        <p:spPr>
          <a:xfrm>
            <a:off x="0" y="0"/>
            <a:ext cx="12192001" cy="974400"/>
          </a:xfrm>
          <a:prstGeom prst="rect">
            <a:avLst/>
          </a:prstGeom>
        </p:spPr>
      </p:pic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4B8F1117-0C05-E4A8-4E70-E7172B08AA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BB4C71F-0E19-B583-5B43-59128B9CB2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035A95C-D228-2D25-8FE9-AE69EC8177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8613F5A-9984-C727-F600-CCBEDD585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E05DBD74-1959-0025-2022-DD6D5BC56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BD0683F2-0083-B473-85FA-BF21CA1AA74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0728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de section Gris</a:t>
            </a:r>
          </a:p>
        </p:txBody>
      </p:sp>
      <p:pic>
        <p:nvPicPr>
          <p:cNvPr id="14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5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4805F626-181E-BCC6-1382-C547F81E4E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CF5C4E32-AAC2-242C-F6B9-3F8CFBDB1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AA9B25-BFB9-155C-3383-B48A6E03F6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5340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de section Bleu</a:t>
            </a:r>
          </a:p>
        </p:txBody>
      </p:sp>
      <p:pic>
        <p:nvPicPr>
          <p:cNvPr id="13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4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1EE20C3D-7EDC-C467-57AB-6011AB94E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7F06A08C-C6D3-6EB1-26CF-BBE33E5D7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6FC69820-7AD8-8DE6-6DD2-0BCC3DF92B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69102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1303A6F-3D61-F6AC-9302-9FE476FEA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74591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et contenu 2 colonnes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90406E3-1995-7E53-4201-E3BFE87A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412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Deux contenus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93B771A-F9FE-5447-E51C-40360A18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759339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271B01-F4E4-B2FD-ADE2-0F5A7423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D7597D-BC71-3CA1-38C9-B6FBD6A7F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38" y="2298700"/>
            <a:ext cx="5220000" cy="38909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B97958-7FD8-2766-D566-D383863BB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163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42EBB1-652D-E679-13E7-0B6ECA901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163" y="2298700"/>
            <a:ext cx="5220000" cy="38909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ADA965-F8EA-5D12-7ED9-A3674AF6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B16C217-F7F2-6EE2-D15A-89EA21D2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D0E24-8938-8209-D803-6F81B0B4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3701A9-B73D-CA83-ABED-FAE572A2B991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Comparaison</a:t>
            </a:r>
          </a:p>
        </p:txBody>
      </p:sp>
      <p:pic>
        <p:nvPicPr>
          <p:cNvPr id="12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48A9086-96BC-9730-CABD-6DAB6AC2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35991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Fond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E21B82-70BD-E39B-E420-F5C8A87EF9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Deux contenus Fond gris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F77F40-08E8-9301-36C7-9AA7D4B9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2672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E21B82-70BD-E39B-E420-F5C8A87EF9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Deux contenus Fond rouge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D5ECB44-F5B7-CEEC-4B2D-A554A8F1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4B43398-30BC-703C-A14C-DC9A429930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4B12903-F071-BF45-FDEC-76B53C49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3842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Contenu + visuel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5483" y="0"/>
            <a:ext cx="5957423" cy="6858000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957423" h="6858000">
                <a:moveTo>
                  <a:pt x="738225" y="6793932"/>
                </a:moveTo>
                <a:cubicBezTo>
                  <a:pt x="771350" y="6819166"/>
                  <a:pt x="796195" y="6838092"/>
                  <a:pt x="814828" y="6852286"/>
                </a:cubicBezTo>
                <a:lnTo>
                  <a:pt x="822329" y="6858000"/>
                </a:lnTo>
                <a:lnTo>
                  <a:pt x="655724" y="6858000"/>
                </a:lnTo>
                <a:lnTo>
                  <a:pt x="656989" y="6857017"/>
                </a:lnTo>
                <a:cubicBezTo>
                  <a:pt x="738225" y="6793932"/>
                  <a:pt x="738225" y="6793932"/>
                  <a:pt x="738225" y="6793932"/>
                </a:cubicBezTo>
                <a:close/>
                <a:moveTo>
                  <a:pt x="733493" y="6434348"/>
                </a:moveTo>
                <a:cubicBezTo>
                  <a:pt x="733493" y="6780527"/>
                  <a:pt x="733493" y="6780527"/>
                  <a:pt x="733493" y="6780527"/>
                </a:cubicBezTo>
                <a:cubicBezTo>
                  <a:pt x="639637" y="6853075"/>
                  <a:pt x="639637" y="6853075"/>
                  <a:pt x="639637" y="6853075"/>
                </a:cubicBezTo>
                <a:cubicBezTo>
                  <a:pt x="645158" y="6854652"/>
                  <a:pt x="650679" y="6855440"/>
                  <a:pt x="656989" y="6857017"/>
                </a:cubicBezTo>
                <a:cubicBezTo>
                  <a:pt x="650679" y="6856229"/>
                  <a:pt x="644369" y="6854652"/>
                  <a:pt x="638848" y="6853863"/>
                </a:cubicBezTo>
                <a:lnTo>
                  <a:pt x="633515" y="6858000"/>
                </a:lnTo>
                <a:lnTo>
                  <a:pt x="371479" y="6858000"/>
                </a:lnTo>
                <a:lnTo>
                  <a:pt x="371479" y="6799592"/>
                </a:lnTo>
                <a:cubicBezTo>
                  <a:pt x="371479" y="6715076"/>
                  <a:pt x="371479" y="6715076"/>
                  <a:pt x="371479" y="6715076"/>
                </a:cubicBezTo>
                <a:cubicBezTo>
                  <a:pt x="733493" y="6434348"/>
                  <a:pt x="733493" y="6434348"/>
                  <a:pt x="733493" y="6434348"/>
                </a:cubicBezTo>
                <a:close/>
                <a:moveTo>
                  <a:pt x="1106548" y="5786939"/>
                </a:moveTo>
                <a:cubicBezTo>
                  <a:pt x="1106548" y="6133906"/>
                  <a:pt x="1106548" y="6133906"/>
                  <a:pt x="1106548" y="6133906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744534" y="6413845"/>
                  <a:pt x="744534" y="6413845"/>
                  <a:pt x="744534" y="6413845"/>
                </a:cubicBezTo>
                <a:cubicBezTo>
                  <a:pt x="744534" y="6067667"/>
                  <a:pt x="744534" y="6067667"/>
                  <a:pt x="744534" y="6067667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1106548" y="5786939"/>
                  <a:pt x="1106548" y="5786939"/>
                  <a:pt x="1106548" y="5786939"/>
                </a:cubicBezTo>
                <a:close/>
                <a:moveTo>
                  <a:pt x="1739875" y="5671020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739875" y="5671020"/>
                  <a:pt x="1739875" y="5671020"/>
                  <a:pt x="1739875" y="5671020"/>
                </a:cubicBezTo>
                <a:close/>
                <a:moveTo>
                  <a:pt x="1488280" y="5495959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853448" y="5773533"/>
                  <a:pt x="1853448" y="5773533"/>
                  <a:pt x="1853448" y="5773533"/>
                </a:cubicBezTo>
                <a:cubicBezTo>
                  <a:pt x="1489068" y="6056627"/>
                  <a:pt x="1489068" y="6056627"/>
                  <a:pt x="1489068" y="6056627"/>
                </a:cubicBezTo>
                <a:cubicBezTo>
                  <a:pt x="1123900" y="5779053"/>
                  <a:pt x="1123900" y="5779053"/>
                  <a:pt x="1123900" y="5779053"/>
                </a:cubicBezTo>
                <a:cubicBezTo>
                  <a:pt x="1488280" y="5495959"/>
                  <a:pt x="1488280" y="5495959"/>
                  <a:pt x="1488280" y="5495959"/>
                </a:cubicBezTo>
                <a:close/>
                <a:moveTo>
                  <a:pt x="359648" y="4847761"/>
                </a:moveTo>
                <a:cubicBezTo>
                  <a:pt x="724817" y="5125335"/>
                  <a:pt x="724817" y="5125335"/>
                  <a:pt x="724817" y="5125335"/>
                </a:cubicBezTo>
                <a:cubicBezTo>
                  <a:pt x="487418" y="5309070"/>
                  <a:pt x="487418" y="5309070"/>
                  <a:pt x="487418" y="5309070"/>
                </a:cubicBezTo>
                <a:cubicBezTo>
                  <a:pt x="493727" y="5320110"/>
                  <a:pt x="493727" y="5320110"/>
                  <a:pt x="493727" y="5320110"/>
                </a:cubicBezTo>
                <a:cubicBezTo>
                  <a:pt x="733493" y="5134798"/>
                  <a:pt x="733493" y="5134798"/>
                  <a:pt x="733493" y="5134798"/>
                </a:cubicBezTo>
                <a:cubicBezTo>
                  <a:pt x="733493" y="5480976"/>
                  <a:pt x="733493" y="5480976"/>
                  <a:pt x="733493" y="5480976"/>
                </a:cubicBezTo>
                <a:cubicBezTo>
                  <a:pt x="633328" y="5558256"/>
                  <a:pt x="633328" y="5558256"/>
                  <a:pt x="633328" y="5558256"/>
                </a:cubicBezTo>
                <a:cubicBezTo>
                  <a:pt x="641215" y="5570873"/>
                  <a:pt x="641215" y="5570873"/>
                  <a:pt x="641215" y="5570873"/>
                </a:cubicBezTo>
                <a:cubicBezTo>
                  <a:pt x="737436" y="5495959"/>
                  <a:pt x="737436" y="5495959"/>
                  <a:pt x="737436" y="5495959"/>
                </a:cubicBezTo>
                <a:cubicBezTo>
                  <a:pt x="1102605" y="5773533"/>
                  <a:pt x="1102605" y="5773533"/>
                  <a:pt x="1102605" y="5773533"/>
                </a:cubicBezTo>
                <a:cubicBezTo>
                  <a:pt x="866783" y="5956479"/>
                  <a:pt x="866783" y="5956479"/>
                  <a:pt x="866783" y="5956479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865994" y="5957268"/>
                  <a:pt x="865994" y="5957268"/>
                  <a:pt x="865994" y="5957268"/>
                </a:cubicBezTo>
                <a:cubicBezTo>
                  <a:pt x="738225" y="6056627"/>
                  <a:pt x="738225" y="6056627"/>
                  <a:pt x="738225" y="6056627"/>
                </a:cubicBezTo>
                <a:cubicBezTo>
                  <a:pt x="373056" y="5779053"/>
                  <a:pt x="373056" y="5779053"/>
                  <a:pt x="373056" y="5779053"/>
                </a:cubicBezTo>
                <a:cubicBezTo>
                  <a:pt x="640426" y="5571661"/>
                  <a:pt x="640426" y="5571661"/>
                  <a:pt x="640426" y="5571661"/>
                </a:cubicBezTo>
                <a:cubicBezTo>
                  <a:pt x="633328" y="5559044"/>
                  <a:pt x="633328" y="5559044"/>
                  <a:pt x="633328" y="5559044"/>
                </a:cubicBezTo>
                <a:cubicBezTo>
                  <a:pt x="371479" y="5761705"/>
                  <a:pt x="371479" y="5761705"/>
                  <a:pt x="371479" y="5761705"/>
                </a:cubicBezTo>
                <a:cubicBezTo>
                  <a:pt x="371479" y="5415526"/>
                  <a:pt x="371479" y="5415526"/>
                  <a:pt x="371479" y="5415526"/>
                </a:cubicBezTo>
                <a:cubicBezTo>
                  <a:pt x="493727" y="5320898"/>
                  <a:pt x="493727" y="5320898"/>
                  <a:pt x="493727" y="5320898"/>
                </a:cubicBezTo>
                <a:cubicBezTo>
                  <a:pt x="486629" y="5309070"/>
                  <a:pt x="486629" y="5309070"/>
                  <a:pt x="486629" y="5309070"/>
                </a:cubicBezTo>
                <a:cubicBezTo>
                  <a:pt x="365169" y="5403697"/>
                  <a:pt x="365169" y="5403697"/>
                  <a:pt x="365169" y="5403697"/>
                </a:cubicBezTo>
                <a:cubicBezTo>
                  <a:pt x="0" y="5126124"/>
                  <a:pt x="0" y="5126124"/>
                  <a:pt x="0" y="5126124"/>
                </a:cubicBezTo>
                <a:cubicBezTo>
                  <a:pt x="359648" y="4847761"/>
                  <a:pt x="359648" y="4847761"/>
                  <a:pt x="359648" y="4847761"/>
                </a:cubicBezTo>
                <a:close/>
                <a:moveTo>
                  <a:pt x="1106548" y="4487388"/>
                </a:moveTo>
                <a:cubicBezTo>
                  <a:pt x="1106548" y="4833567"/>
                  <a:pt x="1106548" y="4833567"/>
                  <a:pt x="1106548" y="4833567"/>
                </a:cubicBezTo>
                <a:cubicBezTo>
                  <a:pt x="1018214" y="4902172"/>
                  <a:pt x="1018214" y="4902172"/>
                  <a:pt x="1018214" y="4902172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017425" y="4902960"/>
                  <a:pt x="1017425" y="4902960"/>
                  <a:pt x="1017425" y="4902960"/>
                </a:cubicBezTo>
                <a:cubicBezTo>
                  <a:pt x="744534" y="5114295"/>
                  <a:pt x="744534" y="5114295"/>
                  <a:pt x="744534" y="5114295"/>
                </a:cubicBezTo>
                <a:cubicBezTo>
                  <a:pt x="744534" y="4768116"/>
                  <a:pt x="744534" y="4768116"/>
                  <a:pt x="744534" y="4768116"/>
                </a:cubicBezTo>
                <a:cubicBezTo>
                  <a:pt x="856530" y="4680586"/>
                  <a:pt x="856530" y="4680586"/>
                  <a:pt x="856530" y="4680586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857319" y="4680586"/>
                  <a:pt x="857319" y="4680586"/>
                  <a:pt x="857319" y="4680586"/>
                </a:cubicBezTo>
                <a:cubicBezTo>
                  <a:pt x="1106548" y="4487388"/>
                  <a:pt x="1106548" y="4487388"/>
                  <a:pt x="1106548" y="4487388"/>
                </a:cubicBezTo>
                <a:close/>
                <a:moveTo>
                  <a:pt x="737436" y="4196409"/>
                </a:moveTo>
                <a:cubicBezTo>
                  <a:pt x="1102605" y="4473983"/>
                  <a:pt x="1102605" y="4473983"/>
                  <a:pt x="1102605" y="4473983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738225" y="4756288"/>
                  <a:pt x="738225" y="4756288"/>
                  <a:pt x="738225" y="4756288"/>
                </a:cubicBezTo>
                <a:cubicBezTo>
                  <a:pt x="373056" y="4478714"/>
                  <a:pt x="373056" y="4478714"/>
                  <a:pt x="373056" y="4478714"/>
                </a:cubicBezTo>
                <a:cubicBezTo>
                  <a:pt x="737436" y="4196409"/>
                  <a:pt x="737436" y="4196409"/>
                  <a:pt x="737436" y="4196409"/>
                </a:cubicBezTo>
                <a:close/>
                <a:moveTo>
                  <a:pt x="1115224" y="3544268"/>
                </a:moveTo>
                <a:cubicBezTo>
                  <a:pt x="1125477" y="3552154"/>
                  <a:pt x="1125477" y="3552154"/>
                  <a:pt x="1125477" y="3552154"/>
                </a:cubicBezTo>
                <a:cubicBezTo>
                  <a:pt x="1480393" y="3821842"/>
                  <a:pt x="1480393" y="3821842"/>
                  <a:pt x="1480393" y="3821842"/>
                </a:cubicBezTo>
                <a:cubicBezTo>
                  <a:pt x="1116013" y="4104935"/>
                  <a:pt x="1116013" y="4104935"/>
                  <a:pt x="1116013" y="4104935"/>
                </a:cubicBezTo>
                <a:cubicBezTo>
                  <a:pt x="750844" y="3826573"/>
                  <a:pt x="750844" y="3826573"/>
                  <a:pt x="750844" y="3826573"/>
                </a:cubicBezTo>
                <a:cubicBezTo>
                  <a:pt x="1115224" y="3544268"/>
                  <a:pt x="1115224" y="3544268"/>
                  <a:pt x="1115224" y="3544268"/>
                </a:cubicBezTo>
                <a:close/>
                <a:moveTo>
                  <a:pt x="1480393" y="2538851"/>
                </a:moveTo>
                <a:cubicBezTo>
                  <a:pt x="1480393" y="2885030"/>
                  <a:pt x="1480393" y="2885030"/>
                  <a:pt x="1480393" y="2885030"/>
                </a:cubicBezTo>
                <a:cubicBezTo>
                  <a:pt x="1386537" y="2957578"/>
                  <a:pt x="1386537" y="2957578"/>
                  <a:pt x="1386537" y="2957578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385748" y="2958366"/>
                  <a:pt x="1385748" y="2958366"/>
                  <a:pt x="1385748" y="2958366"/>
                </a:cubicBezTo>
                <a:cubicBezTo>
                  <a:pt x="1118379" y="3165758"/>
                  <a:pt x="1118379" y="3165758"/>
                  <a:pt x="1118379" y="3165758"/>
                </a:cubicBezTo>
                <a:cubicBezTo>
                  <a:pt x="1118379" y="2819579"/>
                  <a:pt x="1118379" y="2819579"/>
                  <a:pt x="1118379" y="2819579"/>
                </a:cubicBezTo>
                <a:cubicBezTo>
                  <a:pt x="1246148" y="2720221"/>
                  <a:pt x="1246148" y="2720221"/>
                  <a:pt x="1246148" y="2720221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246937" y="2719432"/>
                  <a:pt x="1246937" y="2719432"/>
                  <a:pt x="1246937" y="2719432"/>
                </a:cubicBezTo>
                <a:cubicBezTo>
                  <a:pt x="1480393" y="2538851"/>
                  <a:pt x="1480393" y="2538851"/>
                  <a:pt x="1480393" y="2538851"/>
                </a:cubicBezTo>
                <a:close/>
                <a:moveTo>
                  <a:pt x="732704" y="1598885"/>
                </a:moveTo>
                <a:cubicBezTo>
                  <a:pt x="1097873" y="1876459"/>
                  <a:pt x="1097873" y="1876459"/>
                  <a:pt x="1097873" y="1876459"/>
                </a:cubicBezTo>
                <a:cubicBezTo>
                  <a:pt x="860473" y="2060194"/>
                  <a:pt x="860473" y="2060194"/>
                  <a:pt x="860473" y="2060194"/>
                </a:cubicBezTo>
                <a:cubicBezTo>
                  <a:pt x="867572" y="2072022"/>
                  <a:pt x="867572" y="2072022"/>
                  <a:pt x="867572" y="2072022"/>
                </a:cubicBezTo>
                <a:cubicBezTo>
                  <a:pt x="1106548" y="1885922"/>
                  <a:pt x="1106548" y="1885922"/>
                  <a:pt x="1106548" y="1885922"/>
                </a:cubicBezTo>
                <a:cubicBezTo>
                  <a:pt x="1106548" y="2232889"/>
                  <a:pt x="1106548" y="2232889"/>
                  <a:pt x="1106548" y="2232889"/>
                </a:cubicBezTo>
                <a:cubicBezTo>
                  <a:pt x="1007172" y="2310168"/>
                  <a:pt x="1007172" y="2310168"/>
                  <a:pt x="1007172" y="2310168"/>
                </a:cubicBezTo>
                <a:cubicBezTo>
                  <a:pt x="1014270" y="2322785"/>
                  <a:pt x="1014270" y="2322785"/>
                  <a:pt x="1014270" y="2322785"/>
                </a:cubicBezTo>
                <a:cubicBezTo>
                  <a:pt x="1110492" y="2247872"/>
                  <a:pt x="1110492" y="2247872"/>
                  <a:pt x="1110492" y="2247872"/>
                </a:cubicBezTo>
                <a:cubicBezTo>
                  <a:pt x="1475660" y="2525446"/>
                  <a:pt x="1475660" y="2525446"/>
                  <a:pt x="1475660" y="2525446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112069" y="2807751"/>
                  <a:pt x="1112069" y="2807751"/>
                  <a:pt x="1112069" y="2807751"/>
                </a:cubicBezTo>
                <a:cubicBezTo>
                  <a:pt x="746900" y="2530177"/>
                  <a:pt x="746900" y="2530177"/>
                  <a:pt x="746900" y="2530177"/>
                </a:cubicBezTo>
                <a:cubicBezTo>
                  <a:pt x="1013481" y="2322785"/>
                  <a:pt x="1013481" y="2322785"/>
                  <a:pt x="1013481" y="2322785"/>
                </a:cubicBezTo>
                <a:cubicBezTo>
                  <a:pt x="1006383" y="2310168"/>
                  <a:pt x="1006383" y="2310168"/>
                  <a:pt x="1006383" y="2310168"/>
                </a:cubicBezTo>
                <a:cubicBezTo>
                  <a:pt x="744534" y="2513617"/>
                  <a:pt x="744534" y="2513617"/>
                  <a:pt x="744534" y="2513617"/>
                </a:cubicBezTo>
                <a:cubicBezTo>
                  <a:pt x="744534" y="2166650"/>
                  <a:pt x="744534" y="2166650"/>
                  <a:pt x="744534" y="2166650"/>
                </a:cubicBezTo>
                <a:cubicBezTo>
                  <a:pt x="866783" y="2072022"/>
                  <a:pt x="866783" y="2072022"/>
                  <a:pt x="866783" y="2072022"/>
                </a:cubicBezTo>
                <a:cubicBezTo>
                  <a:pt x="860473" y="2060983"/>
                  <a:pt x="860473" y="2060983"/>
                  <a:pt x="860473" y="2060983"/>
                </a:cubicBezTo>
                <a:cubicBezTo>
                  <a:pt x="738225" y="2155610"/>
                  <a:pt x="738225" y="2155610"/>
                  <a:pt x="738225" y="2155610"/>
                </a:cubicBezTo>
                <a:cubicBezTo>
                  <a:pt x="373056" y="1878036"/>
                  <a:pt x="373056" y="1878036"/>
                  <a:pt x="373056" y="1878036"/>
                </a:cubicBezTo>
                <a:cubicBezTo>
                  <a:pt x="732704" y="1598885"/>
                  <a:pt x="732704" y="1598885"/>
                  <a:pt x="732704" y="1598885"/>
                </a:cubicBezTo>
                <a:close/>
                <a:moveTo>
                  <a:pt x="1480393" y="1238512"/>
                </a:moveTo>
                <a:cubicBezTo>
                  <a:pt x="1480393" y="1585480"/>
                  <a:pt x="1480393" y="1585480"/>
                  <a:pt x="1480393" y="1585480"/>
                </a:cubicBezTo>
                <a:cubicBezTo>
                  <a:pt x="1391269" y="1654085"/>
                  <a:pt x="1391269" y="1654085"/>
                  <a:pt x="1391269" y="1654085"/>
                </a:cubicBezTo>
                <a:cubicBezTo>
                  <a:pt x="1399156" y="1664336"/>
                  <a:pt x="1399156" y="1664336"/>
                  <a:pt x="1399156" y="1664336"/>
                </a:cubicBezTo>
                <a:cubicBezTo>
                  <a:pt x="1483547" y="1598885"/>
                  <a:pt x="1483547" y="1598885"/>
                  <a:pt x="1483547" y="1598885"/>
                </a:cubicBezTo>
                <a:cubicBezTo>
                  <a:pt x="1848716" y="1876459"/>
                  <a:pt x="1848716" y="1876459"/>
                  <a:pt x="1848716" y="1876459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489068" y="2155610"/>
                  <a:pt x="1489068" y="2155610"/>
                  <a:pt x="1489068" y="2155610"/>
                </a:cubicBezTo>
                <a:cubicBezTo>
                  <a:pt x="1123900" y="1878036"/>
                  <a:pt x="1123900" y="1878036"/>
                  <a:pt x="1123900" y="1878036"/>
                </a:cubicBezTo>
                <a:cubicBezTo>
                  <a:pt x="1398368" y="1665124"/>
                  <a:pt x="1398368" y="1665124"/>
                  <a:pt x="1398368" y="1665124"/>
                </a:cubicBezTo>
                <a:cubicBezTo>
                  <a:pt x="1390481" y="1654085"/>
                  <a:pt x="1390481" y="1654085"/>
                  <a:pt x="1390481" y="1654085"/>
                </a:cubicBezTo>
                <a:cubicBezTo>
                  <a:pt x="1118379" y="1865419"/>
                  <a:pt x="1118379" y="1865419"/>
                  <a:pt x="1118379" y="1865419"/>
                </a:cubicBezTo>
                <a:cubicBezTo>
                  <a:pt x="1118379" y="1519240"/>
                  <a:pt x="1118379" y="1519240"/>
                  <a:pt x="1118379" y="1519240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480393" y="1238512"/>
                  <a:pt x="1480393" y="1238512"/>
                  <a:pt x="1480393" y="1238512"/>
                </a:cubicBezTo>
                <a:close/>
                <a:moveTo>
                  <a:pt x="1110492" y="947533"/>
                </a:moveTo>
                <a:cubicBezTo>
                  <a:pt x="1475660" y="1225107"/>
                  <a:pt x="1475660" y="1225107"/>
                  <a:pt x="1475660" y="1225107"/>
                </a:cubicBezTo>
                <a:cubicBezTo>
                  <a:pt x="1223276" y="1421459"/>
                  <a:pt x="1223276" y="1421459"/>
                  <a:pt x="1223276" y="1421459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222487" y="1422247"/>
                  <a:pt x="1222487" y="1422247"/>
                  <a:pt x="1222487" y="1422247"/>
                </a:cubicBezTo>
                <a:cubicBezTo>
                  <a:pt x="1112069" y="1508201"/>
                  <a:pt x="1112069" y="1508201"/>
                  <a:pt x="1112069" y="1508201"/>
                </a:cubicBezTo>
                <a:cubicBezTo>
                  <a:pt x="746900" y="1230627"/>
                  <a:pt x="746900" y="1230627"/>
                  <a:pt x="746900" y="1230627"/>
                </a:cubicBezTo>
                <a:cubicBezTo>
                  <a:pt x="1110492" y="947533"/>
                  <a:pt x="1110492" y="947533"/>
                  <a:pt x="1110492" y="947533"/>
                </a:cubicBezTo>
                <a:close/>
                <a:moveTo>
                  <a:pt x="1488280" y="296181"/>
                </a:moveTo>
                <a:cubicBezTo>
                  <a:pt x="1498533" y="304066"/>
                  <a:pt x="1498533" y="304066"/>
                  <a:pt x="1498533" y="304066"/>
                </a:cubicBezTo>
                <a:cubicBezTo>
                  <a:pt x="1853448" y="573754"/>
                  <a:pt x="1853448" y="573754"/>
                  <a:pt x="1853448" y="573754"/>
                </a:cubicBezTo>
                <a:cubicBezTo>
                  <a:pt x="1489068" y="856060"/>
                  <a:pt x="1489068" y="856060"/>
                  <a:pt x="1489068" y="856060"/>
                </a:cubicBezTo>
                <a:cubicBezTo>
                  <a:pt x="1123900" y="578486"/>
                  <a:pt x="1123900" y="578486"/>
                  <a:pt x="1123900" y="578486"/>
                </a:cubicBezTo>
                <a:cubicBezTo>
                  <a:pt x="1488280" y="296181"/>
                  <a:pt x="1488280" y="296181"/>
                  <a:pt x="1488280" y="296181"/>
                </a:cubicBezTo>
                <a:close/>
                <a:moveTo>
                  <a:pt x="1493012" y="0"/>
                </a:moveTo>
                <a:lnTo>
                  <a:pt x="5957423" y="0"/>
                </a:lnTo>
                <a:lnTo>
                  <a:pt x="5957423" y="6858000"/>
                </a:lnTo>
                <a:lnTo>
                  <a:pt x="843615" y="6858000"/>
                </a:lnTo>
                <a:lnTo>
                  <a:pt x="810785" y="6833040"/>
                </a:lnTo>
                <a:cubicBezTo>
                  <a:pt x="746900" y="6784470"/>
                  <a:pt x="746900" y="6784470"/>
                  <a:pt x="746900" y="6784470"/>
                </a:cubicBezTo>
                <a:cubicBezTo>
                  <a:pt x="746900" y="6429617"/>
                  <a:pt x="746900" y="6429617"/>
                  <a:pt x="746900" y="6429617"/>
                </a:cubicBezTo>
                <a:cubicBezTo>
                  <a:pt x="1019002" y="6218282"/>
                  <a:pt x="1019002" y="6218282"/>
                  <a:pt x="1019002" y="6218282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1019791" y="6217493"/>
                  <a:pt x="1019791" y="6217493"/>
                  <a:pt x="1019791" y="6217493"/>
                </a:cubicBezTo>
                <a:cubicBezTo>
                  <a:pt x="1110492" y="6147311"/>
                  <a:pt x="1110492" y="6147311"/>
                  <a:pt x="1110492" y="6147311"/>
                </a:cubicBezTo>
                <a:cubicBezTo>
                  <a:pt x="1489068" y="6435925"/>
                  <a:pt x="1489068" y="6435925"/>
                  <a:pt x="1489068" y="6435925"/>
                </a:cubicBezTo>
                <a:cubicBezTo>
                  <a:pt x="1870800" y="6140214"/>
                  <a:pt x="1870800" y="6140214"/>
                  <a:pt x="1870800" y="6140214"/>
                </a:cubicBezTo>
                <a:cubicBezTo>
                  <a:pt x="1870800" y="6021930"/>
                  <a:pt x="1870800" y="6021930"/>
                  <a:pt x="1870800" y="6021930"/>
                </a:cubicBezTo>
                <a:cubicBezTo>
                  <a:pt x="1857392" y="6027450"/>
                  <a:pt x="1857392" y="6027450"/>
                  <a:pt x="1857392" y="6027450"/>
                </a:cubicBezTo>
                <a:cubicBezTo>
                  <a:pt x="1857392" y="6133906"/>
                  <a:pt x="1857392" y="6133906"/>
                  <a:pt x="1857392" y="6133906"/>
                </a:cubicBezTo>
                <a:cubicBezTo>
                  <a:pt x="1495378" y="6413845"/>
                  <a:pt x="1495378" y="6413845"/>
                  <a:pt x="1495378" y="6413845"/>
                </a:cubicBezTo>
                <a:cubicBezTo>
                  <a:pt x="1495378" y="6067667"/>
                  <a:pt x="1495378" y="6067667"/>
                  <a:pt x="1495378" y="6067667"/>
                </a:cubicBezTo>
                <a:cubicBezTo>
                  <a:pt x="1857392" y="5786939"/>
                  <a:pt x="1857392" y="5786939"/>
                  <a:pt x="1857392" y="5786939"/>
                </a:cubicBezTo>
                <a:cubicBezTo>
                  <a:pt x="1857392" y="6026661"/>
                  <a:pt x="1857392" y="6026661"/>
                  <a:pt x="1857392" y="6026661"/>
                </a:cubicBezTo>
                <a:cubicBezTo>
                  <a:pt x="1870800" y="6021141"/>
                  <a:pt x="1870800" y="6021141"/>
                  <a:pt x="1870800" y="6021141"/>
                </a:cubicBezTo>
                <a:cubicBezTo>
                  <a:pt x="1870800" y="5770379"/>
                  <a:pt x="1870800" y="5770379"/>
                  <a:pt x="1870800" y="5770379"/>
                </a:cubicBezTo>
                <a:cubicBezTo>
                  <a:pt x="1739875" y="5671020"/>
                  <a:pt x="1739875" y="5671020"/>
                  <a:pt x="1739875" y="5671020"/>
                </a:cubicBezTo>
                <a:cubicBezTo>
                  <a:pt x="1497744" y="5487285"/>
                  <a:pt x="1497744" y="5487285"/>
                  <a:pt x="1497744" y="5487285"/>
                </a:cubicBezTo>
                <a:cubicBezTo>
                  <a:pt x="1497744" y="5307493"/>
                  <a:pt x="1497744" y="5307493"/>
                  <a:pt x="1497744" y="5307493"/>
                </a:cubicBezTo>
                <a:cubicBezTo>
                  <a:pt x="1484336" y="5309858"/>
                  <a:pt x="1484336" y="5309858"/>
                  <a:pt x="1484336" y="5309858"/>
                </a:cubicBezTo>
                <a:cubicBezTo>
                  <a:pt x="1484336" y="5480976"/>
                  <a:pt x="1484336" y="5480976"/>
                  <a:pt x="1484336" y="5480976"/>
                </a:cubicBezTo>
                <a:cubicBezTo>
                  <a:pt x="1122322" y="5761705"/>
                  <a:pt x="1122322" y="5761705"/>
                  <a:pt x="1122322" y="5761705"/>
                </a:cubicBezTo>
                <a:cubicBezTo>
                  <a:pt x="1122322" y="5415526"/>
                  <a:pt x="1122322" y="5415526"/>
                  <a:pt x="1122322" y="5415526"/>
                </a:cubicBezTo>
                <a:cubicBezTo>
                  <a:pt x="1292682" y="5283047"/>
                  <a:pt x="1292682" y="5283047"/>
                  <a:pt x="1292682" y="5283047"/>
                </a:cubicBezTo>
                <a:cubicBezTo>
                  <a:pt x="1285583" y="5272796"/>
                  <a:pt x="1285583" y="5272796"/>
                  <a:pt x="1285583" y="5272796"/>
                </a:cubicBezTo>
                <a:cubicBezTo>
                  <a:pt x="1116013" y="5403697"/>
                  <a:pt x="1116013" y="5403697"/>
                  <a:pt x="1116013" y="5403697"/>
                </a:cubicBezTo>
                <a:cubicBezTo>
                  <a:pt x="750844" y="5126124"/>
                  <a:pt x="750844" y="5126124"/>
                  <a:pt x="750844" y="5126124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110492" y="4847761"/>
                  <a:pt x="1110492" y="4847761"/>
                  <a:pt x="1110492" y="4847761"/>
                </a:cubicBezTo>
                <a:cubicBezTo>
                  <a:pt x="1475660" y="5125335"/>
                  <a:pt x="1475660" y="5125335"/>
                  <a:pt x="1475660" y="5125335"/>
                </a:cubicBezTo>
                <a:cubicBezTo>
                  <a:pt x="1285583" y="5272008"/>
                  <a:pt x="1285583" y="5272008"/>
                  <a:pt x="1285583" y="5272008"/>
                </a:cubicBezTo>
                <a:cubicBezTo>
                  <a:pt x="1293470" y="5283047"/>
                  <a:pt x="1293470" y="5283047"/>
                  <a:pt x="1293470" y="5283047"/>
                </a:cubicBezTo>
                <a:cubicBezTo>
                  <a:pt x="1484336" y="5134798"/>
                  <a:pt x="1484336" y="5134798"/>
                  <a:pt x="1484336" y="5134798"/>
                </a:cubicBezTo>
                <a:cubicBezTo>
                  <a:pt x="1484336" y="5309070"/>
                  <a:pt x="1484336" y="5309070"/>
                  <a:pt x="1484336" y="5309070"/>
                </a:cubicBezTo>
                <a:cubicBezTo>
                  <a:pt x="1497744" y="5306704"/>
                  <a:pt x="1497744" y="5306704"/>
                  <a:pt x="1497744" y="5306704"/>
                </a:cubicBezTo>
                <a:cubicBezTo>
                  <a:pt x="1497744" y="5129278"/>
                  <a:pt x="1497744" y="5129278"/>
                  <a:pt x="1497744" y="5129278"/>
                </a:cubicBezTo>
                <a:cubicBezTo>
                  <a:pt x="1513518" y="5116661"/>
                  <a:pt x="1513518" y="5116661"/>
                  <a:pt x="1513518" y="5116661"/>
                </a:cubicBezTo>
                <a:cubicBezTo>
                  <a:pt x="1513518" y="5100101"/>
                  <a:pt x="1513518" y="5100101"/>
                  <a:pt x="1513518" y="5100101"/>
                </a:cubicBezTo>
                <a:cubicBezTo>
                  <a:pt x="1495378" y="5114295"/>
                  <a:pt x="1495378" y="5114295"/>
                  <a:pt x="1495378" y="5114295"/>
                </a:cubicBezTo>
                <a:cubicBezTo>
                  <a:pt x="1495378" y="4768116"/>
                  <a:pt x="1495378" y="4768116"/>
                  <a:pt x="1495378" y="4768116"/>
                </a:cubicBezTo>
                <a:cubicBezTo>
                  <a:pt x="1513518" y="4753922"/>
                  <a:pt x="1513518" y="4753922"/>
                  <a:pt x="1513518" y="4753922"/>
                </a:cubicBezTo>
                <a:cubicBezTo>
                  <a:pt x="1513518" y="4737362"/>
                  <a:pt x="1513518" y="4737362"/>
                  <a:pt x="1513518" y="4737362"/>
                </a:cubicBezTo>
                <a:cubicBezTo>
                  <a:pt x="1489068" y="4756288"/>
                  <a:pt x="1489068" y="4756288"/>
                  <a:pt x="1489068" y="4756288"/>
                </a:cubicBezTo>
                <a:cubicBezTo>
                  <a:pt x="1123900" y="4478714"/>
                  <a:pt x="1123900" y="4478714"/>
                  <a:pt x="1123900" y="4478714"/>
                </a:cubicBezTo>
                <a:cubicBezTo>
                  <a:pt x="1488280" y="4196409"/>
                  <a:pt x="1488280" y="4196409"/>
                  <a:pt x="1488280" y="4196409"/>
                </a:cubicBezTo>
                <a:cubicBezTo>
                  <a:pt x="1853448" y="4473983"/>
                  <a:pt x="1853448" y="4473983"/>
                  <a:pt x="1853448" y="4473983"/>
                </a:cubicBezTo>
                <a:cubicBezTo>
                  <a:pt x="1514307" y="4737362"/>
                  <a:pt x="1514307" y="4737362"/>
                  <a:pt x="1514307" y="4737362"/>
                </a:cubicBezTo>
                <a:cubicBezTo>
                  <a:pt x="1514307" y="4753134"/>
                  <a:pt x="1514307" y="4753134"/>
                  <a:pt x="1514307" y="4753134"/>
                </a:cubicBezTo>
                <a:cubicBezTo>
                  <a:pt x="1857392" y="4487388"/>
                  <a:pt x="1857392" y="4487388"/>
                  <a:pt x="1857392" y="4487388"/>
                </a:cubicBezTo>
                <a:cubicBezTo>
                  <a:pt x="1857392" y="4833567"/>
                  <a:pt x="1857392" y="4833567"/>
                  <a:pt x="1857392" y="4833567"/>
                </a:cubicBezTo>
                <a:cubicBezTo>
                  <a:pt x="1514307" y="5100101"/>
                  <a:pt x="1514307" y="5100101"/>
                  <a:pt x="1514307" y="5100101"/>
                </a:cubicBezTo>
                <a:cubicBezTo>
                  <a:pt x="1514307" y="5116661"/>
                  <a:pt x="1514307" y="5116661"/>
                  <a:pt x="1514307" y="5116661"/>
                </a:cubicBezTo>
                <a:cubicBezTo>
                  <a:pt x="1870800" y="4839875"/>
                  <a:pt x="1870800" y="4839875"/>
                  <a:pt x="1870800" y="4839875"/>
                </a:cubicBezTo>
                <a:cubicBezTo>
                  <a:pt x="1870800" y="4470828"/>
                  <a:pt x="1870800" y="4470828"/>
                  <a:pt x="1870800" y="4470828"/>
                </a:cubicBezTo>
                <a:cubicBezTo>
                  <a:pt x="1497744" y="4186946"/>
                  <a:pt x="1497744" y="4186946"/>
                  <a:pt x="1497744" y="4186946"/>
                </a:cubicBezTo>
                <a:cubicBezTo>
                  <a:pt x="1497744" y="3839190"/>
                  <a:pt x="1497744" y="3839190"/>
                  <a:pt x="1497744" y="3839190"/>
                </a:cubicBezTo>
                <a:cubicBezTo>
                  <a:pt x="1484336" y="3849441"/>
                  <a:pt x="1484336" y="3849441"/>
                  <a:pt x="1484336" y="3849441"/>
                </a:cubicBezTo>
                <a:cubicBezTo>
                  <a:pt x="1484336" y="4182215"/>
                  <a:pt x="1484336" y="4182215"/>
                  <a:pt x="1484336" y="4182215"/>
                </a:cubicBezTo>
                <a:cubicBezTo>
                  <a:pt x="1122322" y="4462154"/>
                  <a:pt x="1122322" y="4462154"/>
                  <a:pt x="1122322" y="4462154"/>
                </a:cubicBezTo>
                <a:cubicBezTo>
                  <a:pt x="1122322" y="4115975"/>
                  <a:pt x="1122322" y="4115975"/>
                  <a:pt x="1122322" y="4115975"/>
                </a:cubicBezTo>
                <a:cubicBezTo>
                  <a:pt x="1484336" y="3835248"/>
                  <a:pt x="1484336" y="3835248"/>
                  <a:pt x="1484336" y="3835248"/>
                </a:cubicBezTo>
                <a:cubicBezTo>
                  <a:pt x="1484336" y="3848653"/>
                  <a:pt x="1484336" y="3848653"/>
                  <a:pt x="1484336" y="3848653"/>
                </a:cubicBezTo>
                <a:cubicBezTo>
                  <a:pt x="1497744" y="3838402"/>
                  <a:pt x="1497744" y="3838402"/>
                  <a:pt x="1497744" y="3838402"/>
                </a:cubicBezTo>
                <a:cubicBezTo>
                  <a:pt x="1497744" y="3818688"/>
                  <a:pt x="1497744" y="3818688"/>
                  <a:pt x="1497744" y="3818688"/>
                </a:cubicBezTo>
                <a:cubicBezTo>
                  <a:pt x="1136519" y="3544268"/>
                  <a:pt x="1136519" y="3544268"/>
                  <a:pt x="1136519" y="3544268"/>
                </a:cubicBezTo>
                <a:cubicBezTo>
                  <a:pt x="1125477" y="3552154"/>
                  <a:pt x="1125477" y="3552154"/>
                  <a:pt x="1125477" y="3552154"/>
                </a:cubicBezTo>
                <a:cubicBezTo>
                  <a:pt x="1135730" y="3543479"/>
                  <a:pt x="1135730" y="3543479"/>
                  <a:pt x="1135730" y="3543479"/>
                </a:cubicBezTo>
                <a:cubicBezTo>
                  <a:pt x="1119956" y="3531651"/>
                  <a:pt x="1119956" y="3531651"/>
                  <a:pt x="1119956" y="3531651"/>
                </a:cubicBezTo>
                <a:cubicBezTo>
                  <a:pt x="1119956" y="3519822"/>
                  <a:pt x="1119956" y="3519822"/>
                  <a:pt x="1119956" y="3519822"/>
                </a:cubicBezTo>
                <a:cubicBezTo>
                  <a:pt x="1106548" y="3519822"/>
                  <a:pt x="1106548" y="3519822"/>
                  <a:pt x="1106548" y="3519822"/>
                </a:cubicBezTo>
                <a:cubicBezTo>
                  <a:pt x="1106548" y="3532439"/>
                  <a:pt x="1106548" y="3532439"/>
                  <a:pt x="1106548" y="3532439"/>
                </a:cubicBezTo>
                <a:cubicBezTo>
                  <a:pt x="744534" y="3812379"/>
                  <a:pt x="744534" y="3812379"/>
                  <a:pt x="744534" y="3812379"/>
                </a:cubicBezTo>
                <a:cubicBezTo>
                  <a:pt x="744534" y="3495377"/>
                  <a:pt x="744534" y="3495377"/>
                  <a:pt x="744534" y="3495377"/>
                </a:cubicBezTo>
                <a:cubicBezTo>
                  <a:pt x="744534" y="3466989"/>
                  <a:pt x="744534" y="3466989"/>
                  <a:pt x="744534" y="3466989"/>
                </a:cubicBezTo>
                <a:cubicBezTo>
                  <a:pt x="1106548" y="3186261"/>
                  <a:pt x="1106548" y="3186261"/>
                  <a:pt x="1106548" y="3186261"/>
                </a:cubicBezTo>
                <a:cubicBezTo>
                  <a:pt x="1106548" y="3500109"/>
                  <a:pt x="1106548" y="3500109"/>
                  <a:pt x="1106548" y="3500109"/>
                </a:cubicBezTo>
                <a:cubicBezTo>
                  <a:pt x="1106548" y="3519034"/>
                  <a:pt x="1106548" y="3519034"/>
                  <a:pt x="1106548" y="3519034"/>
                </a:cubicBezTo>
                <a:cubicBezTo>
                  <a:pt x="1119956" y="3519034"/>
                  <a:pt x="1119956" y="3519034"/>
                  <a:pt x="1119956" y="3519034"/>
                </a:cubicBezTo>
                <a:cubicBezTo>
                  <a:pt x="1119956" y="3180741"/>
                  <a:pt x="1119956" y="3180741"/>
                  <a:pt x="1119956" y="3180741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483547" y="2899224"/>
                  <a:pt x="1483547" y="2899224"/>
                  <a:pt x="1483547" y="2899224"/>
                </a:cubicBezTo>
                <a:cubicBezTo>
                  <a:pt x="1862913" y="3187049"/>
                  <a:pt x="1862913" y="3187049"/>
                  <a:pt x="1862913" y="3187049"/>
                </a:cubicBezTo>
                <a:cubicBezTo>
                  <a:pt x="2243855" y="2891339"/>
                  <a:pt x="2243855" y="2891339"/>
                  <a:pt x="2243855" y="2891339"/>
                </a:cubicBezTo>
                <a:cubicBezTo>
                  <a:pt x="2243855" y="2773843"/>
                  <a:pt x="2243855" y="2773843"/>
                  <a:pt x="2243855" y="2773843"/>
                </a:cubicBezTo>
                <a:cubicBezTo>
                  <a:pt x="2231236" y="2779363"/>
                  <a:pt x="2231236" y="2779363"/>
                  <a:pt x="2231236" y="2779363"/>
                </a:cubicBezTo>
                <a:cubicBezTo>
                  <a:pt x="2231236" y="2885030"/>
                  <a:pt x="2231236" y="2885030"/>
                  <a:pt x="2231236" y="2885030"/>
                </a:cubicBezTo>
                <a:cubicBezTo>
                  <a:pt x="1869222" y="3165758"/>
                  <a:pt x="1869222" y="3165758"/>
                  <a:pt x="1869222" y="3165758"/>
                </a:cubicBezTo>
                <a:cubicBezTo>
                  <a:pt x="1869222" y="2819579"/>
                  <a:pt x="1869222" y="2819579"/>
                  <a:pt x="1869222" y="2819579"/>
                </a:cubicBezTo>
                <a:cubicBezTo>
                  <a:pt x="2231236" y="2538851"/>
                  <a:pt x="2231236" y="2538851"/>
                  <a:pt x="2231236" y="2538851"/>
                </a:cubicBezTo>
                <a:cubicBezTo>
                  <a:pt x="2231236" y="2778574"/>
                  <a:pt x="2231236" y="2778574"/>
                  <a:pt x="2231236" y="2778574"/>
                </a:cubicBezTo>
                <a:cubicBezTo>
                  <a:pt x="2243855" y="2773054"/>
                  <a:pt x="2243855" y="2773054"/>
                  <a:pt x="2243855" y="2773054"/>
                </a:cubicBezTo>
                <a:cubicBezTo>
                  <a:pt x="2243855" y="2522291"/>
                  <a:pt x="2243855" y="2522291"/>
                  <a:pt x="2243855" y="2522291"/>
                </a:cubicBezTo>
                <a:cubicBezTo>
                  <a:pt x="2113720" y="2422933"/>
                  <a:pt x="2113720" y="2422933"/>
                  <a:pt x="2113720" y="2422933"/>
                </a:cubicBezTo>
                <a:cubicBezTo>
                  <a:pt x="2100312" y="2429241"/>
                  <a:pt x="2100312" y="2429241"/>
                  <a:pt x="2100312" y="2429241"/>
                </a:cubicBezTo>
                <a:cubicBezTo>
                  <a:pt x="2226503" y="2525446"/>
                  <a:pt x="2226503" y="2525446"/>
                  <a:pt x="2226503" y="2525446"/>
                </a:cubicBezTo>
                <a:cubicBezTo>
                  <a:pt x="1862124" y="2807751"/>
                  <a:pt x="1862124" y="2807751"/>
                  <a:pt x="1862124" y="2807751"/>
                </a:cubicBezTo>
                <a:cubicBezTo>
                  <a:pt x="1496955" y="2530177"/>
                  <a:pt x="1496955" y="2530177"/>
                  <a:pt x="1496955" y="2530177"/>
                </a:cubicBezTo>
                <a:cubicBezTo>
                  <a:pt x="1861335" y="2247872"/>
                  <a:pt x="1861335" y="2247872"/>
                  <a:pt x="1861335" y="2247872"/>
                </a:cubicBezTo>
                <a:cubicBezTo>
                  <a:pt x="2099523" y="2428452"/>
                  <a:pt x="2099523" y="2428452"/>
                  <a:pt x="2099523" y="2428452"/>
                </a:cubicBezTo>
                <a:cubicBezTo>
                  <a:pt x="2112931" y="2422144"/>
                  <a:pt x="2112931" y="2422144"/>
                  <a:pt x="2112931" y="2422144"/>
                </a:cubicBezTo>
                <a:cubicBezTo>
                  <a:pt x="1870800" y="2238409"/>
                  <a:pt x="1870800" y="2238409"/>
                  <a:pt x="1870800" y="2238409"/>
                </a:cubicBezTo>
                <a:cubicBezTo>
                  <a:pt x="1870800" y="2059405"/>
                  <a:pt x="1870800" y="2059405"/>
                  <a:pt x="1870800" y="2059405"/>
                </a:cubicBezTo>
                <a:cubicBezTo>
                  <a:pt x="1857392" y="2060983"/>
                  <a:pt x="1857392" y="2060983"/>
                  <a:pt x="1857392" y="2060983"/>
                </a:cubicBezTo>
                <a:cubicBezTo>
                  <a:pt x="1857392" y="2232889"/>
                  <a:pt x="1857392" y="2232889"/>
                  <a:pt x="1857392" y="2232889"/>
                </a:cubicBezTo>
                <a:cubicBezTo>
                  <a:pt x="1496167" y="2513617"/>
                  <a:pt x="1496167" y="2513617"/>
                  <a:pt x="1496167" y="2513617"/>
                </a:cubicBezTo>
                <a:cubicBezTo>
                  <a:pt x="1496167" y="2166650"/>
                  <a:pt x="1496167" y="2166650"/>
                  <a:pt x="1496167" y="2166650"/>
                </a:cubicBezTo>
                <a:cubicBezTo>
                  <a:pt x="1666526" y="2034960"/>
                  <a:pt x="1666526" y="2034960"/>
                  <a:pt x="1666526" y="2034960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666526" y="2034172"/>
                  <a:pt x="1666526" y="2034172"/>
                  <a:pt x="1666526" y="2034172"/>
                </a:cubicBezTo>
                <a:cubicBezTo>
                  <a:pt x="1857392" y="1885922"/>
                  <a:pt x="1857392" y="1885922"/>
                  <a:pt x="1857392" y="1885922"/>
                </a:cubicBezTo>
                <a:cubicBezTo>
                  <a:pt x="1857392" y="2060194"/>
                  <a:pt x="1857392" y="2060194"/>
                  <a:pt x="1857392" y="2060194"/>
                </a:cubicBezTo>
                <a:cubicBezTo>
                  <a:pt x="1870800" y="2058617"/>
                  <a:pt x="1870800" y="2058617"/>
                  <a:pt x="1870800" y="2058617"/>
                </a:cubicBezTo>
                <a:cubicBezTo>
                  <a:pt x="1870800" y="1881190"/>
                  <a:pt x="1870800" y="1881190"/>
                  <a:pt x="1870800" y="1881190"/>
                </a:cubicBezTo>
                <a:cubicBezTo>
                  <a:pt x="1886574" y="1868573"/>
                  <a:pt x="1886574" y="1868573"/>
                  <a:pt x="1886574" y="1868573"/>
                </a:cubicBezTo>
                <a:cubicBezTo>
                  <a:pt x="1886574" y="1852014"/>
                  <a:pt x="1886574" y="1852014"/>
                  <a:pt x="1886574" y="1852014"/>
                </a:cubicBezTo>
                <a:cubicBezTo>
                  <a:pt x="1869222" y="1865419"/>
                  <a:pt x="1869222" y="1865419"/>
                  <a:pt x="1869222" y="1865419"/>
                </a:cubicBezTo>
                <a:cubicBezTo>
                  <a:pt x="1869222" y="1519240"/>
                  <a:pt x="1869222" y="1519240"/>
                  <a:pt x="1869222" y="1519240"/>
                </a:cubicBezTo>
                <a:cubicBezTo>
                  <a:pt x="1886574" y="1505835"/>
                  <a:pt x="1886574" y="1505835"/>
                  <a:pt x="1886574" y="1505835"/>
                </a:cubicBezTo>
                <a:cubicBezTo>
                  <a:pt x="1886574" y="1489275"/>
                  <a:pt x="1886574" y="1489275"/>
                  <a:pt x="1886574" y="1489275"/>
                </a:cubicBezTo>
                <a:cubicBezTo>
                  <a:pt x="1862124" y="1508201"/>
                  <a:pt x="1862124" y="1508201"/>
                  <a:pt x="1862124" y="1508201"/>
                </a:cubicBezTo>
                <a:cubicBezTo>
                  <a:pt x="1496955" y="1230627"/>
                  <a:pt x="1496955" y="1230627"/>
                  <a:pt x="1496955" y="1230627"/>
                </a:cubicBezTo>
                <a:cubicBezTo>
                  <a:pt x="1861335" y="947533"/>
                  <a:pt x="1861335" y="947533"/>
                  <a:pt x="1861335" y="947533"/>
                </a:cubicBezTo>
                <a:cubicBezTo>
                  <a:pt x="2226503" y="1225107"/>
                  <a:pt x="2226503" y="1225107"/>
                  <a:pt x="2226503" y="1225107"/>
                </a:cubicBezTo>
                <a:cubicBezTo>
                  <a:pt x="1887362" y="1488487"/>
                  <a:pt x="1887362" y="1488487"/>
                  <a:pt x="1887362" y="1488487"/>
                </a:cubicBezTo>
                <a:cubicBezTo>
                  <a:pt x="1887362" y="1505046"/>
                  <a:pt x="1887362" y="1505046"/>
                  <a:pt x="1887362" y="1505046"/>
                </a:cubicBezTo>
                <a:cubicBezTo>
                  <a:pt x="2231236" y="1238512"/>
                  <a:pt x="2231236" y="1238512"/>
                  <a:pt x="2231236" y="1238512"/>
                </a:cubicBezTo>
                <a:cubicBezTo>
                  <a:pt x="2231236" y="1585480"/>
                  <a:pt x="2231236" y="1585480"/>
                  <a:pt x="2231236" y="1585480"/>
                </a:cubicBezTo>
                <a:lnTo>
                  <a:pt x="1887362" y="1851225"/>
                </a:lnTo>
                <a:cubicBezTo>
                  <a:pt x="1887362" y="1867785"/>
                  <a:pt x="1887362" y="1867785"/>
                  <a:pt x="1887362" y="1867785"/>
                </a:cubicBezTo>
                <a:cubicBezTo>
                  <a:pt x="2243855" y="1591788"/>
                  <a:pt x="2243855" y="1591788"/>
                  <a:pt x="2243855" y="1591788"/>
                </a:cubicBezTo>
                <a:cubicBezTo>
                  <a:pt x="2243855" y="1221952"/>
                  <a:pt x="2243855" y="1221952"/>
                  <a:pt x="2243855" y="1221952"/>
                </a:cubicBezTo>
                <a:cubicBezTo>
                  <a:pt x="1870800" y="938859"/>
                  <a:pt x="1870800" y="938859"/>
                  <a:pt x="1870800" y="938859"/>
                </a:cubicBezTo>
                <a:cubicBezTo>
                  <a:pt x="1870800" y="590314"/>
                  <a:pt x="1870800" y="590314"/>
                  <a:pt x="1870800" y="590314"/>
                </a:cubicBezTo>
                <a:cubicBezTo>
                  <a:pt x="1857392" y="600566"/>
                  <a:pt x="1857392" y="600566"/>
                  <a:pt x="1857392" y="600566"/>
                </a:cubicBezTo>
                <a:cubicBezTo>
                  <a:pt x="1857392" y="933339"/>
                  <a:pt x="1857392" y="933339"/>
                  <a:pt x="1857392" y="933339"/>
                </a:cubicBezTo>
                <a:cubicBezTo>
                  <a:pt x="1496167" y="1214067"/>
                  <a:pt x="1496167" y="1214067"/>
                  <a:pt x="1496167" y="1214067"/>
                </a:cubicBezTo>
                <a:cubicBezTo>
                  <a:pt x="1496167" y="867888"/>
                  <a:pt x="1496167" y="867888"/>
                  <a:pt x="1496167" y="867888"/>
                </a:cubicBezTo>
                <a:cubicBezTo>
                  <a:pt x="1857392" y="587160"/>
                  <a:pt x="1857392" y="587160"/>
                  <a:pt x="1857392" y="587160"/>
                </a:cubicBezTo>
                <a:cubicBezTo>
                  <a:pt x="1857392" y="599777"/>
                  <a:pt x="1857392" y="599777"/>
                  <a:pt x="1857392" y="599777"/>
                </a:cubicBezTo>
                <a:cubicBezTo>
                  <a:pt x="1870800" y="589526"/>
                  <a:pt x="1870800" y="589526"/>
                  <a:pt x="1870800" y="589526"/>
                </a:cubicBezTo>
                <a:cubicBezTo>
                  <a:pt x="1870800" y="570600"/>
                  <a:pt x="1870800" y="570600"/>
                  <a:pt x="1870800" y="570600"/>
                </a:cubicBezTo>
                <a:cubicBezTo>
                  <a:pt x="1509574" y="295392"/>
                  <a:pt x="1509574" y="295392"/>
                  <a:pt x="1509574" y="295392"/>
                </a:cubicBezTo>
                <a:cubicBezTo>
                  <a:pt x="1498533" y="304066"/>
                  <a:pt x="1498533" y="304066"/>
                  <a:pt x="1498533" y="304066"/>
                </a:cubicBezTo>
                <a:cubicBezTo>
                  <a:pt x="1508786" y="295392"/>
                  <a:pt x="1508786" y="295392"/>
                  <a:pt x="1508786" y="295392"/>
                </a:cubicBezTo>
                <a:cubicBezTo>
                  <a:pt x="1493012" y="283564"/>
                  <a:pt x="1493012" y="283564"/>
                  <a:pt x="1493012" y="283564"/>
                </a:cubicBezTo>
                <a:cubicBezTo>
                  <a:pt x="1493012" y="97759"/>
                  <a:pt x="1493012" y="28082"/>
                  <a:pt x="1493012" y="1953"/>
                </a:cubicBezTo>
                <a:close/>
                <a:moveTo>
                  <a:pt x="1398859" y="0"/>
                </a:moveTo>
                <a:lnTo>
                  <a:pt x="1480393" y="0"/>
                </a:lnTo>
                <a:lnTo>
                  <a:pt x="1480393" y="84404"/>
                </a:lnTo>
                <a:cubicBezTo>
                  <a:pt x="1480393" y="283564"/>
                  <a:pt x="1480393" y="283564"/>
                  <a:pt x="1480393" y="283564"/>
                </a:cubicBezTo>
                <a:cubicBezTo>
                  <a:pt x="1118379" y="564292"/>
                  <a:pt x="1118379" y="564292"/>
                  <a:pt x="1118379" y="564292"/>
                </a:cubicBezTo>
                <a:cubicBezTo>
                  <a:pt x="1118379" y="218113"/>
                  <a:pt x="1118379" y="218113"/>
                  <a:pt x="1118379" y="218113"/>
                </a:cubicBezTo>
                <a:cubicBezTo>
                  <a:pt x="1267443" y="102194"/>
                  <a:pt x="1341976" y="44235"/>
                  <a:pt x="1379242" y="15255"/>
                </a:cubicBezTo>
                <a:close/>
                <a:moveTo>
                  <a:pt x="840168" y="0"/>
                </a:moveTo>
                <a:lnTo>
                  <a:pt x="1377550" y="0"/>
                </a:lnTo>
                <a:lnTo>
                  <a:pt x="1301753" y="58896"/>
                </a:lnTo>
                <a:cubicBezTo>
                  <a:pt x="1112069" y="206284"/>
                  <a:pt x="1112069" y="206284"/>
                  <a:pt x="1112069" y="206284"/>
                </a:cubicBezTo>
                <a:cubicBezTo>
                  <a:pt x="966554" y="95886"/>
                  <a:pt x="893796" y="40686"/>
                  <a:pt x="857417" y="1308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6118657" cy="45323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40" y="314036"/>
            <a:ext cx="6118656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5011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8ADFDDB7-8C7E-D45A-96B3-1A9EBD1B6760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BA0BEC-B644-623E-6D5F-4028774EC28B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2" name="Logo CEA">
              <a:extLst>
                <a:ext uri="{FF2B5EF4-FFF2-40B4-BE49-F238E27FC236}">
                  <a16:creationId xmlns:a16="http://schemas.microsoft.com/office/drawing/2014/main" id="{41781B71-FA7E-3A77-138A-F8EC208614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BE852666-874F-A297-BDD1-598A6DD9D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5305156" cy="6858000"/>
          </a:xfrm>
          <a:custGeom>
            <a:avLst/>
            <a:gdLst>
              <a:gd name="connsiteX0" fmla="*/ 657398 w 5305156"/>
              <a:gd name="connsiteY0" fmla="*/ 6793932 h 6858000"/>
              <a:gd name="connsiteX1" fmla="*/ 585057 w 5305156"/>
              <a:gd name="connsiteY1" fmla="*/ 6857017 h 6858000"/>
              <a:gd name="connsiteX2" fmla="*/ 583930 w 5305156"/>
              <a:gd name="connsiteY2" fmla="*/ 6858000 h 6858000"/>
              <a:gd name="connsiteX3" fmla="*/ 732294 w 5305156"/>
              <a:gd name="connsiteY3" fmla="*/ 6858000 h 6858000"/>
              <a:gd name="connsiteX4" fmla="*/ 725614 w 5305156"/>
              <a:gd name="connsiteY4" fmla="*/ 6852286 h 6858000"/>
              <a:gd name="connsiteX5" fmla="*/ 657398 w 5305156"/>
              <a:gd name="connsiteY5" fmla="*/ 6793932 h 6858000"/>
              <a:gd name="connsiteX6" fmla="*/ 653184 w 5305156"/>
              <a:gd name="connsiteY6" fmla="*/ 6434348 h 6858000"/>
              <a:gd name="connsiteX7" fmla="*/ 330807 w 5305156"/>
              <a:gd name="connsiteY7" fmla="*/ 6715076 h 6858000"/>
              <a:gd name="connsiteX8" fmla="*/ 330807 w 5305156"/>
              <a:gd name="connsiteY8" fmla="*/ 6799592 h 6858000"/>
              <a:gd name="connsiteX9" fmla="*/ 330807 w 5305156"/>
              <a:gd name="connsiteY9" fmla="*/ 6858000 h 6858000"/>
              <a:gd name="connsiteX10" fmla="*/ 564153 w 5305156"/>
              <a:gd name="connsiteY10" fmla="*/ 6858000 h 6858000"/>
              <a:gd name="connsiteX11" fmla="*/ 568902 w 5305156"/>
              <a:gd name="connsiteY11" fmla="*/ 6853863 h 6858000"/>
              <a:gd name="connsiteX12" fmla="*/ 585057 w 5305156"/>
              <a:gd name="connsiteY12" fmla="*/ 6857017 h 6858000"/>
              <a:gd name="connsiteX13" fmla="*/ 569605 w 5305156"/>
              <a:gd name="connsiteY13" fmla="*/ 6853075 h 6858000"/>
              <a:gd name="connsiteX14" fmla="*/ 653184 w 5305156"/>
              <a:gd name="connsiteY14" fmla="*/ 6780527 h 6858000"/>
              <a:gd name="connsiteX15" fmla="*/ 653184 w 5305156"/>
              <a:gd name="connsiteY15" fmla="*/ 6434348 h 6858000"/>
              <a:gd name="connsiteX16" fmla="*/ 5047259 w 5305156"/>
              <a:gd name="connsiteY16" fmla="*/ 6343650 h 6858000"/>
              <a:gd name="connsiteX17" fmla="*/ 5047259 w 5305156"/>
              <a:gd name="connsiteY17" fmla="*/ 6707250 h 6858000"/>
              <a:gd name="connsiteX18" fmla="*/ 4683659 w 5305156"/>
              <a:gd name="connsiteY18" fmla="*/ 6707250 h 6858000"/>
              <a:gd name="connsiteX19" fmla="*/ 4683659 w 5305156"/>
              <a:gd name="connsiteY19" fmla="*/ 6343650 h 6858000"/>
              <a:gd name="connsiteX20" fmla="*/ 985394 w 5305156"/>
              <a:gd name="connsiteY20" fmla="*/ 5786939 h 6858000"/>
              <a:gd name="connsiteX21" fmla="*/ 777500 w 5305156"/>
              <a:gd name="connsiteY21" fmla="*/ 5968308 h 6858000"/>
              <a:gd name="connsiteX22" fmla="*/ 663017 w 5305156"/>
              <a:gd name="connsiteY22" fmla="*/ 6067667 h 6858000"/>
              <a:gd name="connsiteX23" fmla="*/ 663017 w 5305156"/>
              <a:gd name="connsiteY23" fmla="*/ 6413845 h 6858000"/>
              <a:gd name="connsiteX24" fmla="*/ 901815 w 5305156"/>
              <a:gd name="connsiteY24" fmla="*/ 6206454 h 6858000"/>
              <a:gd name="connsiteX25" fmla="*/ 985394 w 5305156"/>
              <a:gd name="connsiteY25" fmla="*/ 6133906 h 6858000"/>
              <a:gd name="connsiteX26" fmla="*/ 985394 w 5305156"/>
              <a:gd name="connsiteY26" fmla="*/ 5786939 h 6858000"/>
              <a:gd name="connsiteX27" fmla="*/ 1549380 w 5305156"/>
              <a:gd name="connsiteY27" fmla="*/ 5671020 h 6858000"/>
              <a:gd name="connsiteX28" fmla="*/ 1537440 w 5305156"/>
              <a:gd name="connsiteY28" fmla="*/ 5677328 h 6858000"/>
              <a:gd name="connsiteX29" fmla="*/ 1549380 w 5305156"/>
              <a:gd name="connsiteY29" fmla="*/ 5671020 h 6858000"/>
              <a:gd name="connsiteX30" fmla="*/ 1325331 w 5305156"/>
              <a:gd name="connsiteY30" fmla="*/ 5495959 h 6858000"/>
              <a:gd name="connsiteX31" fmla="*/ 1000847 w 5305156"/>
              <a:gd name="connsiteY31" fmla="*/ 5779053 h 6858000"/>
              <a:gd name="connsiteX32" fmla="*/ 1326033 w 5305156"/>
              <a:gd name="connsiteY32" fmla="*/ 6056627 h 6858000"/>
              <a:gd name="connsiteX33" fmla="*/ 1650518 w 5305156"/>
              <a:gd name="connsiteY33" fmla="*/ 5773533 h 6858000"/>
              <a:gd name="connsiteX34" fmla="*/ 1537440 w 5305156"/>
              <a:gd name="connsiteY34" fmla="*/ 5677328 h 6858000"/>
              <a:gd name="connsiteX35" fmla="*/ 1325331 w 5305156"/>
              <a:gd name="connsiteY35" fmla="*/ 5495959 h 6858000"/>
              <a:gd name="connsiteX36" fmla="*/ 320271 w 5305156"/>
              <a:gd name="connsiteY36" fmla="*/ 4847761 h 6858000"/>
              <a:gd name="connsiteX37" fmla="*/ 0 w 5305156"/>
              <a:gd name="connsiteY37" fmla="*/ 5126124 h 6858000"/>
              <a:gd name="connsiteX38" fmla="*/ 325188 w 5305156"/>
              <a:gd name="connsiteY38" fmla="*/ 5403697 h 6858000"/>
              <a:gd name="connsiteX39" fmla="*/ 433349 w 5305156"/>
              <a:gd name="connsiteY39" fmla="*/ 5309070 h 6858000"/>
              <a:gd name="connsiteX40" fmla="*/ 439670 w 5305156"/>
              <a:gd name="connsiteY40" fmla="*/ 5320898 h 6858000"/>
              <a:gd name="connsiteX41" fmla="*/ 330807 w 5305156"/>
              <a:gd name="connsiteY41" fmla="*/ 5415526 h 6858000"/>
              <a:gd name="connsiteX42" fmla="*/ 330807 w 5305156"/>
              <a:gd name="connsiteY42" fmla="*/ 5761705 h 6858000"/>
              <a:gd name="connsiteX43" fmla="*/ 563986 w 5305156"/>
              <a:gd name="connsiteY43" fmla="*/ 5559044 h 6858000"/>
              <a:gd name="connsiteX44" fmla="*/ 570307 w 5305156"/>
              <a:gd name="connsiteY44" fmla="*/ 5571661 h 6858000"/>
              <a:gd name="connsiteX45" fmla="*/ 332211 w 5305156"/>
              <a:gd name="connsiteY45" fmla="*/ 5779053 h 6858000"/>
              <a:gd name="connsiteX46" fmla="*/ 657398 w 5305156"/>
              <a:gd name="connsiteY46" fmla="*/ 6056627 h 6858000"/>
              <a:gd name="connsiteX47" fmla="*/ 771178 w 5305156"/>
              <a:gd name="connsiteY47" fmla="*/ 5957268 h 6858000"/>
              <a:gd name="connsiteX48" fmla="*/ 777500 w 5305156"/>
              <a:gd name="connsiteY48" fmla="*/ 5968308 h 6858000"/>
              <a:gd name="connsiteX49" fmla="*/ 771881 w 5305156"/>
              <a:gd name="connsiteY49" fmla="*/ 5956479 h 6858000"/>
              <a:gd name="connsiteX50" fmla="*/ 981883 w 5305156"/>
              <a:gd name="connsiteY50" fmla="*/ 5773533 h 6858000"/>
              <a:gd name="connsiteX51" fmla="*/ 656696 w 5305156"/>
              <a:gd name="connsiteY51" fmla="*/ 5495959 h 6858000"/>
              <a:gd name="connsiteX52" fmla="*/ 571010 w 5305156"/>
              <a:gd name="connsiteY52" fmla="*/ 5570873 h 6858000"/>
              <a:gd name="connsiteX53" fmla="*/ 563986 w 5305156"/>
              <a:gd name="connsiteY53" fmla="*/ 5558256 h 6858000"/>
              <a:gd name="connsiteX54" fmla="*/ 653184 w 5305156"/>
              <a:gd name="connsiteY54" fmla="*/ 5480976 h 6858000"/>
              <a:gd name="connsiteX55" fmla="*/ 653184 w 5305156"/>
              <a:gd name="connsiteY55" fmla="*/ 5134798 h 6858000"/>
              <a:gd name="connsiteX56" fmla="*/ 439670 w 5305156"/>
              <a:gd name="connsiteY56" fmla="*/ 5320110 h 6858000"/>
              <a:gd name="connsiteX57" fmla="*/ 434052 w 5305156"/>
              <a:gd name="connsiteY57" fmla="*/ 5309070 h 6858000"/>
              <a:gd name="connsiteX58" fmla="*/ 645458 w 5305156"/>
              <a:gd name="connsiteY58" fmla="*/ 5125335 h 6858000"/>
              <a:gd name="connsiteX59" fmla="*/ 320271 w 5305156"/>
              <a:gd name="connsiteY59" fmla="*/ 4847761 h 6858000"/>
              <a:gd name="connsiteX60" fmla="*/ 985394 w 5305156"/>
              <a:gd name="connsiteY60" fmla="*/ 4487388 h 6858000"/>
              <a:gd name="connsiteX61" fmla="*/ 763453 w 5305156"/>
              <a:gd name="connsiteY61" fmla="*/ 4680586 h 6858000"/>
              <a:gd name="connsiteX62" fmla="*/ 756430 w 5305156"/>
              <a:gd name="connsiteY62" fmla="*/ 4670335 h 6858000"/>
              <a:gd name="connsiteX63" fmla="*/ 762750 w 5305156"/>
              <a:gd name="connsiteY63" fmla="*/ 4680586 h 6858000"/>
              <a:gd name="connsiteX64" fmla="*/ 663017 w 5305156"/>
              <a:gd name="connsiteY64" fmla="*/ 4768116 h 6858000"/>
              <a:gd name="connsiteX65" fmla="*/ 663017 w 5305156"/>
              <a:gd name="connsiteY65" fmla="*/ 5114295 h 6858000"/>
              <a:gd name="connsiteX66" fmla="*/ 906029 w 5305156"/>
              <a:gd name="connsiteY66" fmla="*/ 4902960 h 6858000"/>
              <a:gd name="connsiteX67" fmla="*/ 913053 w 5305156"/>
              <a:gd name="connsiteY67" fmla="*/ 4913212 h 6858000"/>
              <a:gd name="connsiteX68" fmla="*/ 906732 w 5305156"/>
              <a:gd name="connsiteY68" fmla="*/ 4902172 h 6858000"/>
              <a:gd name="connsiteX69" fmla="*/ 985394 w 5305156"/>
              <a:gd name="connsiteY69" fmla="*/ 4833567 h 6858000"/>
              <a:gd name="connsiteX70" fmla="*/ 985394 w 5305156"/>
              <a:gd name="connsiteY70" fmla="*/ 4487388 h 6858000"/>
              <a:gd name="connsiteX71" fmla="*/ 656696 w 5305156"/>
              <a:gd name="connsiteY71" fmla="*/ 4196409 h 6858000"/>
              <a:gd name="connsiteX72" fmla="*/ 332211 w 5305156"/>
              <a:gd name="connsiteY72" fmla="*/ 4478714 h 6858000"/>
              <a:gd name="connsiteX73" fmla="*/ 657398 w 5305156"/>
              <a:gd name="connsiteY73" fmla="*/ 4756288 h 6858000"/>
              <a:gd name="connsiteX74" fmla="*/ 756430 w 5305156"/>
              <a:gd name="connsiteY74" fmla="*/ 4670335 h 6858000"/>
              <a:gd name="connsiteX75" fmla="*/ 981883 w 5305156"/>
              <a:gd name="connsiteY75" fmla="*/ 4473983 h 6858000"/>
              <a:gd name="connsiteX76" fmla="*/ 656696 w 5305156"/>
              <a:gd name="connsiteY76" fmla="*/ 4196409 h 6858000"/>
              <a:gd name="connsiteX77" fmla="*/ 993120 w 5305156"/>
              <a:gd name="connsiteY77" fmla="*/ 3544268 h 6858000"/>
              <a:gd name="connsiteX78" fmla="*/ 668636 w 5305156"/>
              <a:gd name="connsiteY78" fmla="*/ 3826573 h 6858000"/>
              <a:gd name="connsiteX79" fmla="*/ 993823 w 5305156"/>
              <a:gd name="connsiteY79" fmla="*/ 4104935 h 6858000"/>
              <a:gd name="connsiteX80" fmla="*/ 1318308 w 5305156"/>
              <a:gd name="connsiteY80" fmla="*/ 3821842 h 6858000"/>
              <a:gd name="connsiteX81" fmla="*/ 1002251 w 5305156"/>
              <a:gd name="connsiteY81" fmla="*/ 3552154 h 6858000"/>
              <a:gd name="connsiteX82" fmla="*/ 993120 w 5305156"/>
              <a:gd name="connsiteY82" fmla="*/ 3544268 h 6858000"/>
              <a:gd name="connsiteX83" fmla="*/ 1318308 w 5305156"/>
              <a:gd name="connsiteY83" fmla="*/ 2538851 h 6858000"/>
              <a:gd name="connsiteX84" fmla="*/ 1110412 w 5305156"/>
              <a:gd name="connsiteY84" fmla="*/ 2719432 h 6858000"/>
              <a:gd name="connsiteX85" fmla="*/ 1104092 w 5305156"/>
              <a:gd name="connsiteY85" fmla="*/ 2708392 h 6858000"/>
              <a:gd name="connsiteX86" fmla="*/ 1109710 w 5305156"/>
              <a:gd name="connsiteY86" fmla="*/ 2720221 h 6858000"/>
              <a:gd name="connsiteX87" fmla="*/ 995930 w 5305156"/>
              <a:gd name="connsiteY87" fmla="*/ 2819579 h 6858000"/>
              <a:gd name="connsiteX88" fmla="*/ 995930 w 5305156"/>
              <a:gd name="connsiteY88" fmla="*/ 3165758 h 6858000"/>
              <a:gd name="connsiteX89" fmla="*/ 1234025 w 5305156"/>
              <a:gd name="connsiteY89" fmla="*/ 2958366 h 6858000"/>
              <a:gd name="connsiteX90" fmla="*/ 1240347 w 5305156"/>
              <a:gd name="connsiteY90" fmla="*/ 2969406 h 6858000"/>
              <a:gd name="connsiteX91" fmla="*/ 1234728 w 5305156"/>
              <a:gd name="connsiteY91" fmla="*/ 2957578 h 6858000"/>
              <a:gd name="connsiteX92" fmla="*/ 1318308 w 5305156"/>
              <a:gd name="connsiteY92" fmla="*/ 2885030 h 6858000"/>
              <a:gd name="connsiteX93" fmla="*/ 1318308 w 5305156"/>
              <a:gd name="connsiteY93" fmla="*/ 2538851 h 6858000"/>
              <a:gd name="connsiteX94" fmla="*/ 652482 w 5305156"/>
              <a:gd name="connsiteY94" fmla="*/ 1598885 h 6858000"/>
              <a:gd name="connsiteX95" fmla="*/ 332211 w 5305156"/>
              <a:gd name="connsiteY95" fmla="*/ 1878036 h 6858000"/>
              <a:gd name="connsiteX96" fmla="*/ 657398 w 5305156"/>
              <a:gd name="connsiteY96" fmla="*/ 2155610 h 6858000"/>
              <a:gd name="connsiteX97" fmla="*/ 766262 w 5305156"/>
              <a:gd name="connsiteY97" fmla="*/ 2060983 h 6858000"/>
              <a:gd name="connsiteX98" fmla="*/ 771881 w 5305156"/>
              <a:gd name="connsiteY98" fmla="*/ 2072022 h 6858000"/>
              <a:gd name="connsiteX99" fmla="*/ 663017 w 5305156"/>
              <a:gd name="connsiteY99" fmla="*/ 2166650 h 6858000"/>
              <a:gd name="connsiteX100" fmla="*/ 663017 w 5305156"/>
              <a:gd name="connsiteY100" fmla="*/ 2513617 h 6858000"/>
              <a:gd name="connsiteX101" fmla="*/ 896196 w 5305156"/>
              <a:gd name="connsiteY101" fmla="*/ 2310168 h 6858000"/>
              <a:gd name="connsiteX102" fmla="*/ 902517 w 5305156"/>
              <a:gd name="connsiteY102" fmla="*/ 2322785 h 6858000"/>
              <a:gd name="connsiteX103" fmla="*/ 665124 w 5305156"/>
              <a:gd name="connsiteY103" fmla="*/ 2530177 h 6858000"/>
              <a:gd name="connsiteX104" fmla="*/ 990311 w 5305156"/>
              <a:gd name="connsiteY104" fmla="*/ 2807751 h 6858000"/>
              <a:gd name="connsiteX105" fmla="*/ 1104092 w 5305156"/>
              <a:gd name="connsiteY105" fmla="*/ 2708392 h 6858000"/>
              <a:gd name="connsiteX106" fmla="*/ 1314093 w 5305156"/>
              <a:gd name="connsiteY106" fmla="*/ 2525446 h 6858000"/>
              <a:gd name="connsiteX107" fmla="*/ 988907 w 5305156"/>
              <a:gd name="connsiteY107" fmla="*/ 2247872 h 6858000"/>
              <a:gd name="connsiteX108" fmla="*/ 903220 w 5305156"/>
              <a:gd name="connsiteY108" fmla="*/ 2322785 h 6858000"/>
              <a:gd name="connsiteX109" fmla="*/ 896899 w 5305156"/>
              <a:gd name="connsiteY109" fmla="*/ 2310168 h 6858000"/>
              <a:gd name="connsiteX110" fmla="*/ 985394 w 5305156"/>
              <a:gd name="connsiteY110" fmla="*/ 2232889 h 6858000"/>
              <a:gd name="connsiteX111" fmla="*/ 985394 w 5305156"/>
              <a:gd name="connsiteY111" fmla="*/ 1885922 h 6858000"/>
              <a:gd name="connsiteX112" fmla="*/ 772583 w 5305156"/>
              <a:gd name="connsiteY112" fmla="*/ 2072022 h 6858000"/>
              <a:gd name="connsiteX113" fmla="*/ 766262 w 5305156"/>
              <a:gd name="connsiteY113" fmla="*/ 2060194 h 6858000"/>
              <a:gd name="connsiteX114" fmla="*/ 977669 w 5305156"/>
              <a:gd name="connsiteY114" fmla="*/ 1876459 h 6858000"/>
              <a:gd name="connsiteX115" fmla="*/ 652482 w 5305156"/>
              <a:gd name="connsiteY115" fmla="*/ 1598885 h 6858000"/>
              <a:gd name="connsiteX116" fmla="*/ 1318308 w 5305156"/>
              <a:gd name="connsiteY116" fmla="*/ 1238512 h 6858000"/>
              <a:gd name="connsiteX117" fmla="*/ 1095663 w 5305156"/>
              <a:gd name="connsiteY117" fmla="*/ 1432499 h 6858000"/>
              <a:gd name="connsiteX118" fmla="*/ 995930 w 5305156"/>
              <a:gd name="connsiteY118" fmla="*/ 1519240 h 6858000"/>
              <a:gd name="connsiteX119" fmla="*/ 995930 w 5305156"/>
              <a:gd name="connsiteY119" fmla="*/ 1865419 h 6858000"/>
              <a:gd name="connsiteX120" fmla="*/ 1238240 w 5305156"/>
              <a:gd name="connsiteY120" fmla="*/ 1654085 h 6858000"/>
              <a:gd name="connsiteX121" fmla="*/ 1245264 w 5305156"/>
              <a:gd name="connsiteY121" fmla="*/ 1665124 h 6858000"/>
              <a:gd name="connsiteX122" fmla="*/ 1000847 w 5305156"/>
              <a:gd name="connsiteY122" fmla="*/ 1878036 h 6858000"/>
              <a:gd name="connsiteX123" fmla="*/ 1326033 w 5305156"/>
              <a:gd name="connsiteY123" fmla="*/ 2155610 h 6858000"/>
              <a:gd name="connsiteX124" fmla="*/ 1477038 w 5305156"/>
              <a:gd name="connsiteY124" fmla="*/ 2023920 h 6858000"/>
              <a:gd name="connsiteX125" fmla="*/ 1646304 w 5305156"/>
              <a:gd name="connsiteY125" fmla="*/ 1876459 h 6858000"/>
              <a:gd name="connsiteX126" fmla="*/ 1321116 w 5305156"/>
              <a:gd name="connsiteY126" fmla="*/ 1598885 h 6858000"/>
              <a:gd name="connsiteX127" fmla="*/ 1245965 w 5305156"/>
              <a:gd name="connsiteY127" fmla="*/ 1664336 h 6858000"/>
              <a:gd name="connsiteX128" fmla="*/ 1238942 w 5305156"/>
              <a:gd name="connsiteY128" fmla="*/ 1654085 h 6858000"/>
              <a:gd name="connsiteX129" fmla="*/ 1318308 w 5305156"/>
              <a:gd name="connsiteY129" fmla="*/ 1585480 h 6858000"/>
              <a:gd name="connsiteX130" fmla="*/ 1318308 w 5305156"/>
              <a:gd name="connsiteY130" fmla="*/ 1238512 h 6858000"/>
              <a:gd name="connsiteX131" fmla="*/ 988907 w 5305156"/>
              <a:gd name="connsiteY131" fmla="*/ 947533 h 6858000"/>
              <a:gd name="connsiteX132" fmla="*/ 665124 w 5305156"/>
              <a:gd name="connsiteY132" fmla="*/ 1230627 h 6858000"/>
              <a:gd name="connsiteX133" fmla="*/ 990311 w 5305156"/>
              <a:gd name="connsiteY133" fmla="*/ 1508201 h 6858000"/>
              <a:gd name="connsiteX134" fmla="*/ 1088639 w 5305156"/>
              <a:gd name="connsiteY134" fmla="*/ 1422247 h 6858000"/>
              <a:gd name="connsiteX135" fmla="*/ 1095663 w 5305156"/>
              <a:gd name="connsiteY135" fmla="*/ 1432499 h 6858000"/>
              <a:gd name="connsiteX136" fmla="*/ 1089342 w 5305156"/>
              <a:gd name="connsiteY136" fmla="*/ 1421459 h 6858000"/>
              <a:gd name="connsiteX137" fmla="*/ 1314093 w 5305156"/>
              <a:gd name="connsiteY137" fmla="*/ 1225107 h 6858000"/>
              <a:gd name="connsiteX138" fmla="*/ 988907 w 5305156"/>
              <a:gd name="connsiteY138" fmla="*/ 947533 h 6858000"/>
              <a:gd name="connsiteX139" fmla="*/ 1325331 w 5305156"/>
              <a:gd name="connsiteY139" fmla="*/ 296181 h 6858000"/>
              <a:gd name="connsiteX140" fmla="*/ 1000847 w 5305156"/>
              <a:gd name="connsiteY140" fmla="*/ 578486 h 6858000"/>
              <a:gd name="connsiteX141" fmla="*/ 1326033 w 5305156"/>
              <a:gd name="connsiteY141" fmla="*/ 856060 h 6858000"/>
              <a:gd name="connsiteX142" fmla="*/ 1650518 w 5305156"/>
              <a:gd name="connsiteY142" fmla="*/ 573754 h 6858000"/>
              <a:gd name="connsiteX143" fmla="*/ 1334462 w 5305156"/>
              <a:gd name="connsiteY143" fmla="*/ 304066 h 6858000"/>
              <a:gd name="connsiteX144" fmla="*/ 1325331 w 5305156"/>
              <a:gd name="connsiteY144" fmla="*/ 296181 h 6858000"/>
              <a:gd name="connsiteX145" fmla="*/ 1226725 w 5305156"/>
              <a:gd name="connsiteY145" fmla="*/ 0 h 6858000"/>
              <a:gd name="connsiteX146" fmla="*/ 748180 w 5305156"/>
              <a:gd name="connsiteY146" fmla="*/ 0 h 6858000"/>
              <a:gd name="connsiteX147" fmla="*/ 763540 w 5305156"/>
              <a:gd name="connsiteY147" fmla="*/ 13087 h 6858000"/>
              <a:gd name="connsiteX148" fmla="*/ 990311 w 5305156"/>
              <a:gd name="connsiteY148" fmla="*/ 206284 h 6858000"/>
              <a:gd name="connsiteX149" fmla="*/ 1159227 w 5305156"/>
              <a:gd name="connsiteY149" fmla="*/ 58896 h 6858000"/>
              <a:gd name="connsiteX150" fmla="*/ 1318308 w 5305156"/>
              <a:gd name="connsiteY150" fmla="*/ 0 h 6858000"/>
              <a:gd name="connsiteX151" fmla="*/ 1245701 w 5305156"/>
              <a:gd name="connsiteY151" fmla="*/ 0 h 6858000"/>
              <a:gd name="connsiteX152" fmla="*/ 1228232 w 5305156"/>
              <a:gd name="connsiteY152" fmla="*/ 15255 h 6858000"/>
              <a:gd name="connsiteX153" fmla="*/ 995930 w 5305156"/>
              <a:gd name="connsiteY153" fmla="*/ 218113 h 6858000"/>
              <a:gd name="connsiteX154" fmla="*/ 995930 w 5305156"/>
              <a:gd name="connsiteY154" fmla="*/ 564292 h 6858000"/>
              <a:gd name="connsiteX155" fmla="*/ 1318308 w 5305156"/>
              <a:gd name="connsiteY155" fmla="*/ 283564 h 6858000"/>
              <a:gd name="connsiteX156" fmla="*/ 1318308 w 5305156"/>
              <a:gd name="connsiteY156" fmla="*/ 84404 h 6858000"/>
              <a:gd name="connsiteX157" fmla="*/ 5305156 w 5305156"/>
              <a:gd name="connsiteY157" fmla="*/ 0 h 6858000"/>
              <a:gd name="connsiteX158" fmla="*/ 1329545 w 5305156"/>
              <a:gd name="connsiteY158" fmla="*/ 0 h 6858000"/>
              <a:gd name="connsiteX159" fmla="*/ 1329545 w 5305156"/>
              <a:gd name="connsiteY159" fmla="*/ 1953 h 6858000"/>
              <a:gd name="connsiteX160" fmla="*/ 1329545 w 5305156"/>
              <a:gd name="connsiteY160" fmla="*/ 283564 h 6858000"/>
              <a:gd name="connsiteX161" fmla="*/ 1343592 w 5305156"/>
              <a:gd name="connsiteY161" fmla="*/ 295392 h 6858000"/>
              <a:gd name="connsiteX162" fmla="*/ 1334462 w 5305156"/>
              <a:gd name="connsiteY162" fmla="*/ 304066 h 6858000"/>
              <a:gd name="connsiteX163" fmla="*/ 1344294 w 5305156"/>
              <a:gd name="connsiteY163" fmla="*/ 295392 h 6858000"/>
              <a:gd name="connsiteX164" fmla="*/ 1665970 w 5305156"/>
              <a:gd name="connsiteY164" fmla="*/ 570600 h 6858000"/>
              <a:gd name="connsiteX165" fmla="*/ 1665970 w 5305156"/>
              <a:gd name="connsiteY165" fmla="*/ 589526 h 6858000"/>
              <a:gd name="connsiteX166" fmla="*/ 1654030 w 5305156"/>
              <a:gd name="connsiteY166" fmla="*/ 599777 h 6858000"/>
              <a:gd name="connsiteX167" fmla="*/ 1654030 w 5305156"/>
              <a:gd name="connsiteY167" fmla="*/ 587160 h 6858000"/>
              <a:gd name="connsiteX168" fmla="*/ 1332355 w 5305156"/>
              <a:gd name="connsiteY168" fmla="*/ 867888 h 6858000"/>
              <a:gd name="connsiteX169" fmla="*/ 1332355 w 5305156"/>
              <a:gd name="connsiteY169" fmla="*/ 1214067 h 6858000"/>
              <a:gd name="connsiteX170" fmla="*/ 1654030 w 5305156"/>
              <a:gd name="connsiteY170" fmla="*/ 933339 h 6858000"/>
              <a:gd name="connsiteX171" fmla="*/ 1654030 w 5305156"/>
              <a:gd name="connsiteY171" fmla="*/ 600566 h 6858000"/>
              <a:gd name="connsiteX172" fmla="*/ 1665970 w 5305156"/>
              <a:gd name="connsiteY172" fmla="*/ 590314 h 6858000"/>
              <a:gd name="connsiteX173" fmla="*/ 1665970 w 5305156"/>
              <a:gd name="connsiteY173" fmla="*/ 938859 h 6858000"/>
              <a:gd name="connsiteX174" fmla="*/ 1998180 w 5305156"/>
              <a:gd name="connsiteY174" fmla="*/ 1221952 h 6858000"/>
              <a:gd name="connsiteX175" fmla="*/ 1998180 w 5305156"/>
              <a:gd name="connsiteY175" fmla="*/ 1591788 h 6858000"/>
              <a:gd name="connsiteX176" fmla="*/ 1680718 w 5305156"/>
              <a:gd name="connsiteY176" fmla="*/ 1867785 h 6858000"/>
              <a:gd name="connsiteX177" fmla="*/ 1680718 w 5305156"/>
              <a:gd name="connsiteY177" fmla="*/ 1851225 h 6858000"/>
              <a:gd name="connsiteX178" fmla="*/ 1986942 w 5305156"/>
              <a:gd name="connsiteY178" fmla="*/ 1585480 h 6858000"/>
              <a:gd name="connsiteX179" fmla="*/ 1986942 w 5305156"/>
              <a:gd name="connsiteY179" fmla="*/ 1238512 h 6858000"/>
              <a:gd name="connsiteX180" fmla="*/ 1680718 w 5305156"/>
              <a:gd name="connsiteY180" fmla="*/ 1505046 h 6858000"/>
              <a:gd name="connsiteX181" fmla="*/ 1680718 w 5305156"/>
              <a:gd name="connsiteY181" fmla="*/ 1488487 h 6858000"/>
              <a:gd name="connsiteX182" fmla="*/ 1982728 w 5305156"/>
              <a:gd name="connsiteY182" fmla="*/ 1225107 h 6858000"/>
              <a:gd name="connsiteX183" fmla="*/ 1657541 w 5305156"/>
              <a:gd name="connsiteY183" fmla="*/ 947533 h 6858000"/>
              <a:gd name="connsiteX184" fmla="*/ 1333056 w 5305156"/>
              <a:gd name="connsiteY184" fmla="*/ 1230627 h 6858000"/>
              <a:gd name="connsiteX185" fmla="*/ 1658244 w 5305156"/>
              <a:gd name="connsiteY185" fmla="*/ 1508201 h 6858000"/>
              <a:gd name="connsiteX186" fmla="*/ 1680017 w 5305156"/>
              <a:gd name="connsiteY186" fmla="*/ 1489275 h 6858000"/>
              <a:gd name="connsiteX187" fmla="*/ 1680017 w 5305156"/>
              <a:gd name="connsiteY187" fmla="*/ 1505835 h 6858000"/>
              <a:gd name="connsiteX188" fmla="*/ 1664565 w 5305156"/>
              <a:gd name="connsiteY188" fmla="*/ 1519240 h 6858000"/>
              <a:gd name="connsiteX189" fmla="*/ 1664565 w 5305156"/>
              <a:gd name="connsiteY189" fmla="*/ 1865419 h 6858000"/>
              <a:gd name="connsiteX190" fmla="*/ 1680017 w 5305156"/>
              <a:gd name="connsiteY190" fmla="*/ 1852014 h 6858000"/>
              <a:gd name="connsiteX191" fmla="*/ 1680017 w 5305156"/>
              <a:gd name="connsiteY191" fmla="*/ 1868573 h 6858000"/>
              <a:gd name="connsiteX192" fmla="*/ 1665970 w 5305156"/>
              <a:gd name="connsiteY192" fmla="*/ 1881190 h 6858000"/>
              <a:gd name="connsiteX193" fmla="*/ 1665970 w 5305156"/>
              <a:gd name="connsiteY193" fmla="*/ 2058617 h 6858000"/>
              <a:gd name="connsiteX194" fmla="*/ 1654030 w 5305156"/>
              <a:gd name="connsiteY194" fmla="*/ 2060194 h 6858000"/>
              <a:gd name="connsiteX195" fmla="*/ 1654030 w 5305156"/>
              <a:gd name="connsiteY195" fmla="*/ 1885922 h 6858000"/>
              <a:gd name="connsiteX196" fmla="*/ 1484061 w 5305156"/>
              <a:gd name="connsiteY196" fmla="*/ 2034172 h 6858000"/>
              <a:gd name="connsiteX197" fmla="*/ 1477038 w 5305156"/>
              <a:gd name="connsiteY197" fmla="*/ 2023920 h 6858000"/>
              <a:gd name="connsiteX198" fmla="*/ 1484061 w 5305156"/>
              <a:gd name="connsiteY198" fmla="*/ 2034960 h 6858000"/>
              <a:gd name="connsiteX199" fmla="*/ 1332355 w 5305156"/>
              <a:gd name="connsiteY199" fmla="*/ 2166650 h 6858000"/>
              <a:gd name="connsiteX200" fmla="*/ 1332355 w 5305156"/>
              <a:gd name="connsiteY200" fmla="*/ 2513617 h 6858000"/>
              <a:gd name="connsiteX201" fmla="*/ 1654030 w 5305156"/>
              <a:gd name="connsiteY201" fmla="*/ 2232889 h 6858000"/>
              <a:gd name="connsiteX202" fmla="*/ 1654030 w 5305156"/>
              <a:gd name="connsiteY202" fmla="*/ 2060983 h 6858000"/>
              <a:gd name="connsiteX203" fmla="*/ 1665970 w 5305156"/>
              <a:gd name="connsiteY203" fmla="*/ 2059405 h 6858000"/>
              <a:gd name="connsiteX204" fmla="*/ 1665970 w 5305156"/>
              <a:gd name="connsiteY204" fmla="*/ 2238409 h 6858000"/>
              <a:gd name="connsiteX205" fmla="*/ 1881590 w 5305156"/>
              <a:gd name="connsiteY205" fmla="*/ 2422144 h 6858000"/>
              <a:gd name="connsiteX206" fmla="*/ 1869650 w 5305156"/>
              <a:gd name="connsiteY206" fmla="*/ 2428452 h 6858000"/>
              <a:gd name="connsiteX207" fmla="*/ 1657541 w 5305156"/>
              <a:gd name="connsiteY207" fmla="*/ 2247872 h 6858000"/>
              <a:gd name="connsiteX208" fmla="*/ 1333056 w 5305156"/>
              <a:gd name="connsiteY208" fmla="*/ 2530177 h 6858000"/>
              <a:gd name="connsiteX209" fmla="*/ 1658244 w 5305156"/>
              <a:gd name="connsiteY209" fmla="*/ 2807751 h 6858000"/>
              <a:gd name="connsiteX210" fmla="*/ 1982728 w 5305156"/>
              <a:gd name="connsiteY210" fmla="*/ 2525446 h 6858000"/>
              <a:gd name="connsiteX211" fmla="*/ 1870353 w 5305156"/>
              <a:gd name="connsiteY211" fmla="*/ 2429241 h 6858000"/>
              <a:gd name="connsiteX212" fmla="*/ 1882293 w 5305156"/>
              <a:gd name="connsiteY212" fmla="*/ 2422933 h 6858000"/>
              <a:gd name="connsiteX213" fmla="*/ 1998180 w 5305156"/>
              <a:gd name="connsiteY213" fmla="*/ 2522291 h 6858000"/>
              <a:gd name="connsiteX214" fmla="*/ 1998180 w 5305156"/>
              <a:gd name="connsiteY214" fmla="*/ 2773054 h 6858000"/>
              <a:gd name="connsiteX215" fmla="*/ 1986942 w 5305156"/>
              <a:gd name="connsiteY215" fmla="*/ 2778574 h 6858000"/>
              <a:gd name="connsiteX216" fmla="*/ 1986942 w 5305156"/>
              <a:gd name="connsiteY216" fmla="*/ 2538851 h 6858000"/>
              <a:gd name="connsiteX217" fmla="*/ 1664565 w 5305156"/>
              <a:gd name="connsiteY217" fmla="*/ 2819579 h 6858000"/>
              <a:gd name="connsiteX218" fmla="*/ 1664565 w 5305156"/>
              <a:gd name="connsiteY218" fmla="*/ 3165758 h 6858000"/>
              <a:gd name="connsiteX219" fmla="*/ 1986942 w 5305156"/>
              <a:gd name="connsiteY219" fmla="*/ 2885030 h 6858000"/>
              <a:gd name="connsiteX220" fmla="*/ 1986942 w 5305156"/>
              <a:gd name="connsiteY220" fmla="*/ 2779363 h 6858000"/>
              <a:gd name="connsiteX221" fmla="*/ 1998180 w 5305156"/>
              <a:gd name="connsiteY221" fmla="*/ 2773843 h 6858000"/>
              <a:gd name="connsiteX222" fmla="*/ 1998180 w 5305156"/>
              <a:gd name="connsiteY222" fmla="*/ 2891339 h 6858000"/>
              <a:gd name="connsiteX223" fmla="*/ 1658946 w 5305156"/>
              <a:gd name="connsiteY223" fmla="*/ 3187049 h 6858000"/>
              <a:gd name="connsiteX224" fmla="*/ 1321116 w 5305156"/>
              <a:gd name="connsiteY224" fmla="*/ 2899224 h 6858000"/>
              <a:gd name="connsiteX225" fmla="*/ 1240347 w 5305156"/>
              <a:gd name="connsiteY225" fmla="*/ 2969406 h 6858000"/>
              <a:gd name="connsiteX226" fmla="*/ 997334 w 5305156"/>
              <a:gd name="connsiteY226" fmla="*/ 3180741 h 6858000"/>
              <a:gd name="connsiteX227" fmla="*/ 997334 w 5305156"/>
              <a:gd name="connsiteY227" fmla="*/ 3519034 h 6858000"/>
              <a:gd name="connsiteX228" fmla="*/ 985394 w 5305156"/>
              <a:gd name="connsiteY228" fmla="*/ 3519034 h 6858000"/>
              <a:gd name="connsiteX229" fmla="*/ 985394 w 5305156"/>
              <a:gd name="connsiteY229" fmla="*/ 3500109 h 6858000"/>
              <a:gd name="connsiteX230" fmla="*/ 985394 w 5305156"/>
              <a:gd name="connsiteY230" fmla="*/ 3186261 h 6858000"/>
              <a:gd name="connsiteX231" fmla="*/ 663017 w 5305156"/>
              <a:gd name="connsiteY231" fmla="*/ 3466989 h 6858000"/>
              <a:gd name="connsiteX232" fmla="*/ 663017 w 5305156"/>
              <a:gd name="connsiteY232" fmla="*/ 3495377 h 6858000"/>
              <a:gd name="connsiteX233" fmla="*/ 663017 w 5305156"/>
              <a:gd name="connsiteY233" fmla="*/ 3812379 h 6858000"/>
              <a:gd name="connsiteX234" fmla="*/ 985394 w 5305156"/>
              <a:gd name="connsiteY234" fmla="*/ 3532439 h 6858000"/>
              <a:gd name="connsiteX235" fmla="*/ 985394 w 5305156"/>
              <a:gd name="connsiteY235" fmla="*/ 3519822 h 6858000"/>
              <a:gd name="connsiteX236" fmla="*/ 997334 w 5305156"/>
              <a:gd name="connsiteY236" fmla="*/ 3519822 h 6858000"/>
              <a:gd name="connsiteX237" fmla="*/ 997334 w 5305156"/>
              <a:gd name="connsiteY237" fmla="*/ 3531651 h 6858000"/>
              <a:gd name="connsiteX238" fmla="*/ 1011381 w 5305156"/>
              <a:gd name="connsiteY238" fmla="*/ 3543479 h 6858000"/>
              <a:gd name="connsiteX239" fmla="*/ 1002251 w 5305156"/>
              <a:gd name="connsiteY239" fmla="*/ 3552154 h 6858000"/>
              <a:gd name="connsiteX240" fmla="*/ 1012084 w 5305156"/>
              <a:gd name="connsiteY240" fmla="*/ 3544268 h 6858000"/>
              <a:gd name="connsiteX241" fmla="*/ 1333759 w 5305156"/>
              <a:gd name="connsiteY241" fmla="*/ 3818688 h 6858000"/>
              <a:gd name="connsiteX242" fmla="*/ 1333759 w 5305156"/>
              <a:gd name="connsiteY242" fmla="*/ 3838402 h 6858000"/>
              <a:gd name="connsiteX243" fmla="*/ 1321819 w 5305156"/>
              <a:gd name="connsiteY243" fmla="*/ 3848653 h 6858000"/>
              <a:gd name="connsiteX244" fmla="*/ 1321819 w 5305156"/>
              <a:gd name="connsiteY244" fmla="*/ 3835248 h 6858000"/>
              <a:gd name="connsiteX245" fmla="*/ 999441 w 5305156"/>
              <a:gd name="connsiteY245" fmla="*/ 4115975 h 6858000"/>
              <a:gd name="connsiteX246" fmla="*/ 999441 w 5305156"/>
              <a:gd name="connsiteY246" fmla="*/ 4462154 h 6858000"/>
              <a:gd name="connsiteX247" fmla="*/ 1321819 w 5305156"/>
              <a:gd name="connsiteY247" fmla="*/ 4182215 h 6858000"/>
              <a:gd name="connsiteX248" fmla="*/ 1321819 w 5305156"/>
              <a:gd name="connsiteY248" fmla="*/ 3849441 h 6858000"/>
              <a:gd name="connsiteX249" fmla="*/ 1333759 w 5305156"/>
              <a:gd name="connsiteY249" fmla="*/ 3839190 h 6858000"/>
              <a:gd name="connsiteX250" fmla="*/ 1333759 w 5305156"/>
              <a:gd name="connsiteY250" fmla="*/ 4186946 h 6858000"/>
              <a:gd name="connsiteX251" fmla="*/ 1665970 w 5305156"/>
              <a:gd name="connsiteY251" fmla="*/ 4470828 h 6858000"/>
              <a:gd name="connsiteX252" fmla="*/ 1665970 w 5305156"/>
              <a:gd name="connsiteY252" fmla="*/ 4839875 h 6858000"/>
              <a:gd name="connsiteX253" fmla="*/ 1348509 w 5305156"/>
              <a:gd name="connsiteY253" fmla="*/ 5116661 h 6858000"/>
              <a:gd name="connsiteX254" fmla="*/ 1348509 w 5305156"/>
              <a:gd name="connsiteY254" fmla="*/ 5100101 h 6858000"/>
              <a:gd name="connsiteX255" fmla="*/ 1654030 w 5305156"/>
              <a:gd name="connsiteY255" fmla="*/ 4833567 h 6858000"/>
              <a:gd name="connsiteX256" fmla="*/ 1654030 w 5305156"/>
              <a:gd name="connsiteY256" fmla="*/ 4487388 h 6858000"/>
              <a:gd name="connsiteX257" fmla="*/ 1348509 w 5305156"/>
              <a:gd name="connsiteY257" fmla="*/ 4753134 h 6858000"/>
              <a:gd name="connsiteX258" fmla="*/ 1348509 w 5305156"/>
              <a:gd name="connsiteY258" fmla="*/ 4737362 h 6858000"/>
              <a:gd name="connsiteX259" fmla="*/ 1650518 w 5305156"/>
              <a:gd name="connsiteY259" fmla="*/ 4473983 h 6858000"/>
              <a:gd name="connsiteX260" fmla="*/ 1325331 w 5305156"/>
              <a:gd name="connsiteY260" fmla="*/ 4196409 h 6858000"/>
              <a:gd name="connsiteX261" fmla="*/ 1000847 w 5305156"/>
              <a:gd name="connsiteY261" fmla="*/ 4478714 h 6858000"/>
              <a:gd name="connsiteX262" fmla="*/ 1326033 w 5305156"/>
              <a:gd name="connsiteY262" fmla="*/ 4756288 h 6858000"/>
              <a:gd name="connsiteX263" fmla="*/ 1347806 w 5305156"/>
              <a:gd name="connsiteY263" fmla="*/ 4737362 h 6858000"/>
              <a:gd name="connsiteX264" fmla="*/ 1347806 w 5305156"/>
              <a:gd name="connsiteY264" fmla="*/ 4753922 h 6858000"/>
              <a:gd name="connsiteX265" fmla="*/ 1331652 w 5305156"/>
              <a:gd name="connsiteY265" fmla="*/ 4768116 h 6858000"/>
              <a:gd name="connsiteX266" fmla="*/ 1331652 w 5305156"/>
              <a:gd name="connsiteY266" fmla="*/ 5114295 h 6858000"/>
              <a:gd name="connsiteX267" fmla="*/ 1347806 w 5305156"/>
              <a:gd name="connsiteY267" fmla="*/ 5100101 h 6858000"/>
              <a:gd name="connsiteX268" fmla="*/ 1347806 w 5305156"/>
              <a:gd name="connsiteY268" fmla="*/ 5116661 h 6858000"/>
              <a:gd name="connsiteX269" fmla="*/ 1333759 w 5305156"/>
              <a:gd name="connsiteY269" fmla="*/ 5129278 h 6858000"/>
              <a:gd name="connsiteX270" fmla="*/ 1333759 w 5305156"/>
              <a:gd name="connsiteY270" fmla="*/ 5306704 h 6858000"/>
              <a:gd name="connsiteX271" fmla="*/ 1321819 w 5305156"/>
              <a:gd name="connsiteY271" fmla="*/ 5309070 h 6858000"/>
              <a:gd name="connsiteX272" fmla="*/ 1321819 w 5305156"/>
              <a:gd name="connsiteY272" fmla="*/ 5134798 h 6858000"/>
              <a:gd name="connsiteX273" fmla="*/ 1151851 w 5305156"/>
              <a:gd name="connsiteY273" fmla="*/ 5283047 h 6858000"/>
              <a:gd name="connsiteX274" fmla="*/ 1144827 w 5305156"/>
              <a:gd name="connsiteY274" fmla="*/ 5272008 h 6858000"/>
              <a:gd name="connsiteX275" fmla="*/ 1314093 w 5305156"/>
              <a:gd name="connsiteY275" fmla="*/ 5125335 h 6858000"/>
              <a:gd name="connsiteX276" fmla="*/ 988907 w 5305156"/>
              <a:gd name="connsiteY276" fmla="*/ 4847761 h 6858000"/>
              <a:gd name="connsiteX277" fmla="*/ 913053 w 5305156"/>
              <a:gd name="connsiteY277" fmla="*/ 4913212 h 6858000"/>
              <a:gd name="connsiteX278" fmla="*/ 668636 w 5305156"/>
              <a:gd name="connsiteY278" fmla="*/ 5126124 h 6858000"/>
              <a:gd name="connsiteX279" fmla="*/ 993823 w 5305156"/>
              <a:gd name="connsiteY279" fmla="*/ 5403697 h 6858000"/>
              <a:gd name="connsiteX280" fmla="*/ 1144827 w 5305156"/>
              <a:gd name="connsiteY280" fmla="*/ 5272796 h 6858000"/>
              <a:gd name="connsiteX281" fmla="*/ 1151149 w 5305156"/>
              <a:gd name="connsiteY281" fmla="*/ 5283047 h 6858000"/>
              <a:gd name="connsiteX282" fmla="*/ 999441 w 5305156"/>
              <a:gd name="connsiteY282" fmla="*/ 5415526 h 6858000"/>
              <a:gd name="connsiteX283" fmla="*/ 999441 w 5305156"/>
              <a:gd name="connsiteY283" fmla="*/ 5761705 h 6858000"/>
              <a:gd name="connsiteX284" fmla="*/ 1321819 w 5305156"/>
              <a:gd name="connsiteY284" fmla="*/ 5480976 h 6858000"/>
              <a:gd name="connsiteX285" fmla="*/ 1321819 w 5305156"/>
              <a:gd name="connsiteY285" fmla="*/ 5309858 h 6858000"/>
              <a:gd name="connsiteX286" fmla="*/ 1333759 w 5305156"/>
              <a:gd name="connsiteY286" fmla="*/ 5307493 h 6858000"/>
              <a:gd name="connsiteX287" fmla="*/ 1333759 w 5305156"/>
              <a:gd name="connsiteY287" fmla="*/ 5487285 h 6858000"/>
              <a:gd name="connsiteX288" fmla="*/ 1549380 w 5305156"/>
              <a:gd name="connsiteY288" fmla="*/ 5671020 h 6858000"/>
              <a:gd name="connsiteX289" fmla="*/ 1665970 w 5305156"/>
              <a:gd name="connsiteY289" fmla="*/ 5770379 h 6858000"/>
              <a:gd name="connsiteX290" fmla="*/ 1665970 w 5305156"/>
              <a:gd name="connsiteY290" fmla="*/ 6021141 h 6858000"/>
              <a:gd name="connsiteX291" fmla="*/ 1654030 w 5305156"/>
              <a:gd name="connsiteY291" fmla="*/ 6026661 h 6858000"/>
              <a:gd name="connsiteX292" fmla="*/ 1654030 w 5305156"/>
              <a:gd name="connsiteY292" fmla="*/ 5786939 h 6858000"/>
              <a:gd name="connsiteX293" fmla="*/ 1331652 w 5305156"/>
              <a:gd name="connsiteY293" fmla="*/ 6067667 h 6858000"/>
              <a:gd name="connsiteX294" fmla="*/ 1331652 w 5305156"/>
              <a:gd name="connsiteY294" fmla="*/ 6413845 h 6858000"/>
              <a:gd name="connsiteX295" fmla="*/ 1654030 w 5305156"/>
              <a:gd name="connsiteY295" fmla="*/ 6133906 h 6858000"/>
              <a:gd name="connsiteX296" fmla="*/ 1654030 w 5305156"/>
              <a:gd name="connsiteY296" fmla="*/ 6027450 h 6858000"/>
              <a:gd name="connsiteX297" fmla="*/ 1665970 w 5305156"/>
              <a:gd name="connsiteY297" fmla="*/ 6021930 h 6858000"/>
              <a:gd name="connsiteX298" fmla="*/ 1665970 w 5305156"/>
              <a:gd name="connsiteY298" fmla="*/ 6140214 h 6858000"/>
              <a:gd name="connsiteX299" fmla="*/ 1326033 w 5305156"/>
              <a:gd name="connsiteY299" fmla="*/ 6435925 h 6858000"/>
              <a:gd name="connsiteX300" fmla="*/ 988907 w 5305156"/>
              <a:gd name="connsiteY300" fmla="*/ 6147311 h 6858000"/>
              <a:gd name="connsiteX301" fmla="*/ 908136 w 5305156"/>
              <a:gd name="connsiteY301" fmla="*/ 6217493 h 6858000"/>
              <a:gd name="connsiteX302" fmla="*/ 901815 w 5305156"/>
              <a:gd name="connsiteY302" fmla="*/ 6206454 h 6858000"/>
              <a:gd name="connsiteX303" fmla="*/ 907434 w 5305156"/>
              <a:gd name="connsiteY303" fmla="*/ 6218282 h 6858000"/>
              <a:gd name="connsiteX304" fmla="*/ 665124 w 5305156"/>
              <a:gd name="connsiteY304" fmla="*/ 6429617 h 6858000"/>
              <a:gd name="connsiteX305" fmla="*/ 665124 w 5305156"/>
              <a:gd name="connsiteY305" fmla="*/ 6784470 h 6858000"/>
              <a:gd name="connsiteX306" fmla="*/ 722014 w 5305156"/>
              <a:gd name="connsiteY306" fmla="*/ 6833040 h 6858000"/>
              <a:gd name="connsiteX307" fmla="*/ 751249 w 5305156"/>
              <a:gd name="connsiteY307" fmla="*/ 6858000 h 6858000"/>
              <a:gd name="connsiteX308" fmla="*/ 5305156 w 5305156"/>
              <a:gd name="connsiteY30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</a:cxnLst>
            <a:rect l="l" t="t" r="r" b="b"/>
            <a:pathLst>
              <a:path w="5305156" h="6858000">
                <a:moveTo>
                  <a:pt x="657398" y="6793932"/>
                </a:moveTo>
                <a:cubicBezTo>
                  <a:pt x="657398" y="6793932"/>
                  <a:pt x="657398" y="6793932"/>
                  <a:pt x="585057" y="6857017"/>
                </a:cubicBezTo>
                <a:lnTo>
                  <a:pt x="583930" y="6858000"/>
                </a:lnTo>
                <a:lnTo>
                  <a:pt x="732294" y="6858000"/>
                </a:lnTo>
                <a:lnTo>
                  <a:pt x="725614" y="6852286"/>
                </a:lnTo>
                <a:cubicBezTo>
                  <a:pt x="709021" y="6838092"/>
                  <a:pt x="686897" y="6819166"/>
                  <a:pt x="657398" y="6793932"/>
                </a:cubicBezTo>
                <a:close/>
                <a:moveTo>
                  <a:pt x="653184" y="6434348"/>
                </a:moveTo>
                <a:cubicBezTo>
                  <a:pt x="653184" y="6434348"/>
                  <a:pt x="653184" y="6434348"/>
                  <a:pt x="330807" y="6715076"/>
                </a:cubicBezTo>
                <a:cubicBezTo>
                  <a:pt x="330807" y="6715076"/>
                  <a:pt x="330807" y="6715076"/>
                  <a:pt x="330807" y="6799592"/>
                </a:cubicBezTo>
                <a:lnTo>
                  <a:pt x="330807" y="6858000"/>
                </a:lnTo>
                <a:lnTo>
                  <a:pt x="564153" y="6858000"/>
                </a:lnTo>
                <a:lnTo>
                  <a:pt x="568902" y="6853863"/>
                </a:lnTo>
                <a:cubicBezTo>
                  <a:pt x="573818" y="6854652"/>
                  <a:pt x="579438" y="6856229"/>
                  <a:pt x="585057" y="6857017"/>
                </a:cubicBezTo>
                <a:cubicBezTo>
                  <a:pt x="579438" y="6855440"/>
                  <a:pt x="574521" y="6854652"/>
                  <a:pt x="569605" y="6853075"/>
                </a:cubicBezTo>
                <a:cubicBezTo>
                  <a:pt x="569605" y="6853075"/>
                  <a:pt x="569605" y="6853075"/>
                  <a:pt x="653184" y="6780527"/>
                </a:cubicBezTo>
                <a:cubicBezTo>
                  <a:pt x="653184" y="6780527"/>
                  <a:pt x="653184" y="6780527"/>
                  <a:pt x="653184" y="6434348"/>
                </a:cubicBezTo>
                <a:close/>
                <a:moveTo>
                  <a:pt x="5047259" y="6343650"/>
                </a:moveTo>
                <a:lnTo>
                  <a:pt x="5047259" y="6707250"/>
                </a:lnTo>
                <a:lnTo>
                  <a:pt x="4683659" y="6707250"/>
                </a:lnTo>
                <a:lnTo>
                  <a:pt x="4683659" y="6343650"/>
                </a:lnTo>
                <a:close/>
                <a:moveTo>
                  <a:pt x="985394" y="5786939"/>
                </a:moveTo>
                <a:cubicBezTo>
                  <a:pt x="985394" y="5786939"/>
                  <a:pt x="985394" y="5786939"/>
                  <a:pt x="777500" y="5968308"/>
                </a:cubicBezTo>
                <a:cubicBezTo>
                  <a:pt x="777500" y="5968308"/>
                  <a:pt x="777500" y="5968308"/>
                  <a:pt x="663017" y="6067667"/>
                </a:cubicBezTo>
                <a:cubicBezTo>
                  <a:pt x="663017" y="6067667"/>
                  <a:pt x="663017" y="6067667"/>
                  <a:pt x="663017" y="6413845"/>
                </a:cubicBezTo>
                <a:cubicBezTo>
                  <a:pt x="663017" y="6413845"/>
                  <a:pt x="663017" y="6413845"/>
                  <a:pt x="901815" y="6206454"/>
                </a:cubicBezTo>
                <a:cubicBezTo>
                  <a:pt x="901815" y="6206454"/>
                  <a:pt x="901815" y="6206454"/>
                  <a:pt x="985394" y="6133906"/>
                </a:cubicBezTo>
                <a:cubicBezTo>
                  <a:pt x="985394" y="6133906"/>
                  <a:pt x="985394" y="6133906"/>
                  <a:pt x="985394" y="5786939"/>
                </a:cubicBezTo>
                <a:close/>
                <a:moveTo>
                  <a:pt x="1549380" y="5671020"/>
                </a:moveTo>
                <a:cubicBezTo>
                  <a:pt x="1537440" y="5677328"/>
                  <a:pt x="1537440" y="5677328"/>
                  <a:pt x="1537440" y="5677328"/>
                </a:cubicBezTo>
                <a:cubicBezTo>
                  <a:pt x="1549380" y="5671020"/>
                  <a:pt x="1549380" y="5671020"/>
                  <a:pt x="1549380" y="5671020"/>
                </a:cubicBezTo>
                <a:close/>
                <a:moveTo>
                  <a:pt x="1325331" y="5495959"/>
                </a:moveTo>
                <a:cubicBezTo>
                  <a:pt x="1325331" y="5495959"/>
                  <a:pt x="1325331" y="5495959"/>
                  <a:pt x="1000847" y="5779053"/>
                </a:cubicBezTo>
                <a:cubicBezTo>
                  <a:pt x="1000847" y="5779053"/>
                  <a:pt x="1000847" y="5779053"/>
                  <a:pt x="1326033" y="6056627"/>
                </a:cubicBezTo>
                <a:cubicBezTo>
                  <a:pt x="1326033" y="6056627"/>
                  <a:pt x="1326033" y="6056627"/>
                  <a:pt x="1650518" y="5773533"/>
                </a:cubicBezTo>
                <a:cubicBezTo>
                  <a:pt x="1650518" y="5773533"/>
                  <a:pt x="1650518" y="5773533"/>
                  <a:pt x="1537440" y="5677328"/>
                </a:cubicBezTo>
                <a:cubicBezTo>
                  <a:pt x="1537440" y="5677328"/>
                  <a:pt x="1537440" y="5677328"/>
                  <a:pt x="1325331" y="5495959"/>
                </a:cubicBezTo>
                <a:close/>
                <a:moveTo>
                  <a:pt x="320271" y="4847761"/>
                </a:moveTo>
                <a:cubicBezTo>
                  <a:pt x="320271" y="4847761"/>
                  <a:pt x="320271" y="4847761"/>
                  <a:pt x="0" y="5126124"/>
                </a:cubicBezTo>
                <a:cubicBezTo>
                  <a:pt x="0" y="5126124"/>
                  <a:pt x="0" y="5126124"/>
                  <a:pt x="325188" y="5403697"/>
                </a:cubicBezTo>
                <a:cubicBezTo>
                  <a:pt x="325188" y="5403697"/>
                  <a:pt x="325188" y="5403697"/>
                  <a:pt x="433349" y="5309070"/>
                </a:cubicBezTo>
                <a:cubicBezTo>
                  <a:pt x="433349" y="5309070"/>
                  <a:pt x="433349" y="5309070"/>
                  <a:pt x="439670" y="5320898"/>
                </a:cubicBezTo>
                <a:cubicBezTo>
                  <a:pt x="439670" y="5320898"/>
                  <a:pt x="439670" y="5320898"/>
                  <a:pt x="330807" y="5415526"/>
                </a:cubicBezTo>
                <a:cubicBezTo>
                  <a:pt x="330807" y="5415526"/>
                  <a:pt x="330807" y="5415526"/>
                  <a:pt x="330807" y="5761705"/>
                </a:cubicBezTo>
                <a:cubicBezTo>
                  <a:pt x="330807" y="5761705"/>
                  <a:pt x="330807" y="5761705"/>
                  <a:pt x="563986" y="5559044"/>
                </a:cubicBezTo>
                <a:cubicBezTo>
                  <a:pt x="563986" y="5559044"/>
                  <a:pt x="563986" y="5559044"/>
                  <a:pt x="570307" y="5571661"/>
                </a:cubicBezTo>
                <a:cubicBezTo>
                  <a:pt x="570307" y="5571661"/>
                  <a:pt x="570307" y="5571661"/>
                  <a:pt x="332211" y="5779053"/>
                </a:cubicBezTo>
                <a:cubicBezTo>
                  <a:pt x="332211" y="5779053"/>
                  <a:pt x="332211" y="5779053"/>
                  <a:pt x="657398" y="6056627"/>
                </a:cubicBezTo>
                <a:cubicBezTo>
                  <a:pt x="657398" y="6056627"/>
                  <a:pt x="657398" y="6056627"/>
                  <a:pt x="771178" y="5957268"/>
                </a:cubicBezTo>
                <a:cubicBezTo>
                  <a:pt x="771178" y="5957268"/>
                  <a:pt x="771178" y="5957268"/>
                  <a:pt x="777500" y="5968308"/>
                </a:cubicBezTo>
                <a:cubicBezTo>
                  <a:pt x="777500" y="5968308"/>
                  <a:pt x="777500" y="5968308"/>
                  <a:pt x="771881" y="5956479"/>
                </a:cubicBezTo>
                <a:cubicBezTo>
                  <a:pt x="771881" y="5956479"/>
                  <a:pt x="771881" y="5956479"/>
                  <a:pt x="981883" y="5773533"/>
                </a:cubicBezTo>
                <a:cubicBezTo>
                  <a:pt x="981883" y="5773533"/>
                  <a:pt x="981883" y="5773533"/>
                  <a:pt x="656696" y="5495959"/>
                </a:cubicBezTo>
                <a:cubicBezTo>
                  <a:pt x="656696" y="5495959"/>
                  <a:pt x="656696" y="5495959"/>
                  <a:pt x="571010" y="5570873"/>
                </a:cubicBezTo>
                <a:cubicBezTo>
                  <a:pt x="571010" y="5570873"/>
                  <a:pt x="571010" y="5570873"/>
                  <a:pt x="563986" y="5558256"/>
                </a:cubicBezTo>
                <a:cubicBezTo>
                  <a:pt x="563986" y="5558256"/>
                  <a:pt x="563986" y="5558256"/>
                  <a:pt x="653184" y="5480976"/>
                </a:cubicBezTo>
                <a:cubicBezTo>
                  <a:pt x="653184" y="5480976"/>
                  <a:pt x="653184" y="5480976"/>
                  <a:pt x="653184" y="5134798"/>
                </a:cubicBezTo>
                <a:cubicBezTo>
                  <a:pt x="653184" y="5134798"/>
                  <a:pt x="653184" y="5134798"/>
                  <a:pt x="439670" y="5320110"/>
                </a:cubicBezTo>
                <a:cubicBezTo>
                  <a:pt x="439670" y="5320110"/>
                  <a:pt x="439670" y="5320110"/>
                  <a:pt x="434052" y="5309070"/>
                </a:cubicBezTo>
                <a:cubicBezTo>
                  <a:pt x="434052" y="5309070"/>
                  <a:pt x="434052" y="5309070"/>
                  <a:pt x="645458" y="5125335"/>
                </a:cubicBezTo>
                <a:cubicBezTo>
                  <a:pt x="645458" y="5125335"/>
                  <a:pt x="645458" y="5125335"/>
                  <a:pt x="320271" y="4847761"/>
                </a:cubicBezTo>
                <a:close/>
                <a:moveTo>
                  <a:pt x="985394" y="4487388"/>
                </a:moveTo>
                <a:cubicBezTo>
                  <a:pt x="985394" y="4487388"/>
                  <a:pt x="985394" y="4487388"/>
                  <a:pt x="763453" y="4680586"/>
                </a:cubicBezTo>
                <a:cubicBezTo>
                  <a:pt x="763453" y="4680586"/>
                  <a:pt x="763453" y="4680586"/>
                  <a:pt x="756430" y="4670335"/>
                </a:cubicBezTo>
                <a:cubicBezTo>
                  <a:pt x="756430" y="4670335"/>
                  <a:pt x="756430" y="4670335"/>
                  <a:pt x="762750" y="4680586"/>
                </a:cubicBezTo>
                <a:cubicBezTo>
                  <a:pt x="762750" y="4680586"/>
                  <a:pt x="762750" y="4680586"/>
                  <a:pt x="663017" y="4768116"/>
                </a:cubicBezTo>
                <a:cubicBezTo>
                  <a:pt x="663017" y="4768116"/>
                  <a:pt x="663017" y="4768116"/>
                  <a:pt x="663017" y="5114295"/>
                </a:cubicBezTo>
                <a:cubicBezTo>
                  <a:pt x="663017" y="5114295"/>
                  <a:pt x="663017" y="5114295"/>
                  <a:pt x="906029" y="4902960"/>
                </a:cubicBezTo>
                <a:cubicBezTo>
                  <a:pt x="906029" y="4902960"/>
                  <a:pt x="906029" y="4902960"/>
                  <a:pt x="913053" y="4913212"/>
                </a:cubicBezTo>
                <a:cubicBezTo>
                  <a:pt x="913053" y="4913212"/>
                  <a:pt x="913053" y="4913212"/>
                  <a:pt x="906732" y="4902172"/>
                </a:cubicBezTo>
                <a:cubicBezTo>
                  <a:pt x="906732" y="4902172"/>
                  <a:pt x="906732" y="4902172"/>
                  <a:pt x="985394" y="4833567"/>
                </a:cubicBezTo>
                <a:cubicBezTo>
                  <a:pt x="985394" y="4833567"/>
                  <a:pt x="985394" y="4833567"/>
                  <a:pt x="985394" y="4487388"/>
                </a:cubicBezTo>
                <a:close/>
                <a:moveTo>
                  <a:pt x="656696" y="4196409"/>
                </a:moveTo>
                <a:cubicBezTo>
                  <a:pt x="656696" y="4196409"/>
                  <a:pt x="656696" y="4196409"/>
                  <a:pt x="332211" y="4478714"/>
                </a:cubicBezTo>
                <a:cubicBezTo>
                  <a:pt x="332211" y="4478714"/>
                  <a:pt x="332211" y="4478714"/>
                  <a:pt x="657398" y="4756288"/>
                </a:cubicBezTo>
                <a:cubicBezTo>
                  <a:pt x="657398" y="4756288"/>
                  <a:pt x="657398" y="4756288"/>
                  <a:pt x="756430" y="4670335"/>
                </a:cubicBezTo>
                <a:cubicBezTo>
                  <a:pt x="756430" y="4670335"/>
                  <a:pt x="756430" y="4670335"/>
                  <a:pt x="981883" y="4473983"/>
                </a:cubicBezTo>
                <a:cubicBezTo>
                  <a:pt x="981883" y="4473983"/>
                  <a:pt x="981883" y="4473983"/>
                  <a:pt x="656696" y="4196409"/>
                </a:cubicBezTo>
                <a:close/>
                <a:moveTo>
                  <a:pt x="993120" y="3544268"/>
                </a:moveTo>
                <a:cubicBezTo>
                  <a:pt x="993120" y="3544268"/>
                  <a:pt x="993120" y="3544268"/>
                  <a:pt x="668636" y="3826573"/>
                </a:cubicBezTo>
                <a:cubicBezTo>
                  <a:pt x="668636" y="3826573"/>
                  <a:pt x="668636" y="3826573"/>
                  <a:pt x="993823" y="4104935"/>
                </a:cubicBezTo>
                <a:cubicBezTo>
                  <a:pt x="993823" y="4104935"/>
                  <a:pt x="993823" y="4104935"/>
                  <a:pt x="1318308" y="3821842"/>
                </a:cubicBezTo>
                <a:cubicBezTo>
                  <a:pt x="1318308" y="3821842"/>
                  <a:pt x="1318308" y="3821842"/>
                  <a:pt x="1002251" y="3552154"/>
                </a:cubicBezTo>
                <a:cubicBezTo>
                  <a:pt x="1002251" y="3552154"/>
                  <a:pt x="1002251" y="3552154"/>
                  <a:pt x="993120" y="3544268"/>
                </a:cubicBezTo>
                <a:close/>
                <a:moveTo>
                  <a:pt x="1318308" y="2538851"/>
                </a:moveTo>
                <a:cubicBezTo>
                  <a:pt x="1318308" y="2538851"/>
                  <a:pt x="1318308" y="2538851"/>
                  <a:pt x="1110412" y="2719432"/>
                </a:cubicBezTo>
                <a:cubicBezTo>
                  <a:pt x="1110412" y="2719432"/>
                  <a:pt x="1110412" y="2719432"/>
                  <a:pt x="1104092" y="2708392"/>
                </a:cubicBezTo>
                <a:cubicBezTo>
                  <a:pt x="1104092" y="2708392"/>
                  <a:pt x="1104092" y="2708392"/>
                  <a:pt x="1109710" y="2720221"/>
                </a:cubicBezTo>
                <a:cubicBezTo>
                  <a:pt x="1109710" y="2720221"/>
                  <a:pt x="1109710" y="2720221"/>
                  <a:pt x="995930" y="2819579"/>
                </a:cubicBezTo>
                <a:cubicBezTo>
                  <a:pt x="995930" y="2819579"/>
                  <a:pt x="995930" y="2819579"/>
                  <a:pt x="995930" y="3165758"/>
                </a:cubicBezTo>
                <a:cubicBezTo>
                  <a:pt x="995930" y="3165758"/>
                  <a:pt x="995930" y="3165758"/>
                  <a:pt x="1234025" y="2958366"/>
                </a:cubicBezTo>
                <a:cubicBezTo>
                  <a:pt x="1234025" y="2958366"/>
                  <a:pt x="1234025" y="2958366"/>
                  <a:pt x="1240347" y="2969406"/>
                </a:cubicBezTo>
                <a:cubicBezTo>
                  <a:pt x="1240347" y="2969406"/>
                  <a:pt x="1240347" y="2969406"/>
                  <a:pt x="1234728" y="2957578"/>
                </a:cubicBezTo>
                <a:cubicBezTo>
                  <a:pt x="1234728" y="2957578"/>
                  <a:pt x="1234728" y="2957578"/>
                  <a:pt x="1318308" y="2885030"/>
                </a:cubicBezTo>
                <a:cubicBezTo>
                  <a:pt x="1318308" y="2885030"/>
                  <a:pt x="1318308" y="2885030"/>
                  <a:pt x="1318308" y="2538851"/>
                </a:cubicBezTo>
                <a:close/>
                <a:moveTo>
                  <a:pt x="652482" y="1598885"/>
                </a:moveTo>
                <a:cubicBezTo>
                  <a:pt x="652482" y="1598885"/>
                  <a:pt x="652482" y="1598885"/>
                  <a:pt x="332211" y="1878036"/>
                </a:cubicBezTo>
                <a:cubicBezTo>
                  <a:pt x="332211" y="1878036"/>
                  <a:pt x="332211" y="1878036"/>
                  <a:pt x="657398" y="2155610"/>
                </a:cubicBezTo>
                <a:cubicBezTo>
                  <a:pt x="657398" y="2155610"/>
                  <a:pt x="657398" y="2155610"/>
                  <a:pt x="766262" y="2060983"/>
                </a:cubicBezTo>
                <a:cubicBezTo>
                  <a:pt x="766262" y="2060983"/>
                  <a:pt x="766262" y="2060983"/>
                  <a:pt x="771881" y="2072022"/>
                </a:cubicBezTo>
                <a:cubicBezTo>
                  <a:pt x="771881" y="2072022"/>
                  <a:pt x="771881" y="2072022"/>
                  <a:pt x="663017" y="2166650"/>
                </a:cubicBezTo>
                <a:cubicBezTo>
                  <a:pt x="663017" y="2166650"/>
                  <a:pt x="663017" y="2166650"/>
                  <a:pt x="663017" y="2513617"/>
                </a:cubicBezTo>
                <a:cubicBezTo>
                  <a:pt x="663017" y="2513617"/>
                  <a:pt x="663017" y="2513617"/>
                  <a:pt x="896196" y="2310168"/>
                </a:cubicBezTo>
                <a:cubicBezTo>
                  <a:pt x="896196" y="2310168"/>
                  <a:pt x="896196" y="2310168"/>
                  <a:pt x="902517" y="2322785"/>
                </a:cubicBezTo>
                <a:cubicBezTo>
                  <a:pt x="902517" y="2322785"/>
                  <a:pt x="902517" y="2322785"/>
                  <a:pt x="665124" y="2530177"/>
                </a:cubicBezTo>
                <a:cubicBezTo>
                  <a:pt x="665124" y="2530177"/>
                  <a:pt x="665124" y="2530177"/>
                  <a:pt x="990311" y="2807751"/>
                </a:cubicBezTo>
                <a:cubicBezTo>
                  <a:pt x="990311" y="2807751"/>
                  <a:pt x="990311" y="2807751"/>
                  <a:pt x="1104092" y="2708392"/>
                </a:cubicBezTo>
                <a:cubicBezTo>
                  <a:pt x="1104092" y="2708392"/>
                  <a:pt x="1104092" y="2708392"/>
                  <a:pt x="1314093" y="2525446"/>
                </a:cubicBezTo>
                <a:cubicBezTo>
                  <a:pt x="1314093" y="2525446"/>
                  <a:pt x="1314093" y="2525446"/>
                  <a:pt x="988907" y="2247872"/>
                </a:cubicBezTo>
                <a:cubicBezTo>
                  <a:pt x="988907" y="2247872"/>
                  <a:pt x="988907" y="2247872"/>
                  <a:pt x="903220" y="2322785"/>
                </a:cubicBezTo>
                <a:cubicBezTo>
                  <a:pt x="903220" y="2322785"/>
                  <a:pt x="903220" y="2322785"/>
                  <a:pt x="896899" y="2310168"/>
                </a:cubicBezTo>
                <a:cubicBezTo>
                  <a:pt x="896899" y="2310168"/>
                  <a:pt x="896899" y="2310168"/>
                  <a:pt x="985394" y="2232889"/>
                </a:cubicBezTo>
                <a:cubicBezTo>
                  <a:pt x="985394" y="2232889"/>
                  <a:pt x="985394" y="2232889"/>
                  <a:pt x="985394" y="1885922"/>
                </a:cubicBezTo>
                <a:cubicBezTo>
                  <a:pt x="985394" y="1885922"/>
                  <a:pt x="985394" y="1885922"/>
                  <a:pt x="772583" y="2072022"/>
                </a:cubicBezTo>
                <a:cubicBezTo>
                  <a:pt x="772583" y="2072022"/>
                  <a:pt x="772583" y="2072022"/>
                  <a:pt x="766262" y="2060194"/>
                </a:cubicBezTo>
                <a:cubicBezTo>
                  <a:pt x="766262" y="2060194"/>
                  <a:pt x="766262" y="2060194"/>
                  <a:pt x="977669" y="1876459"/>
                </a:cubicBezTo>
                <a:cubicBezTo>
                  <a:pt x="977669" y="1876459"/>
                  <a:pt x="977669" y="1876459"/>
                  <a:pt x="652482" y="1598885"/>
                </a:cubicBezTo>
                <a:close/>
                <a:moveTo>
                  <a:pt x="1318308" y="1238512"/>
                </a:moveTo>
                <a:cubicBezTo>
                  <a:pt x="1318308" y="1238512"/>
                  <a:pt x="1318308" y="1238512"/>
                  <a:pt x="1095663" y="1432499"/>
                </a:cubicBezTo>
                <a:cubicBezTo>
                  <a:pt x="1095663" y="1432499"/>
                  <a:pt x="1095663" y="1432499"/>
                  <a:pt x="995930" y="1519240"/>
                </a:cubicBezTo>
                <a:cubicBezTo>
                  <a:pt x="995930" y="1519240"/>
                  <a:pt x="995930" y="1519240"/>
                  <a:pt x="995930" y="1865419"/>
                </a:cubicBezTo>
                <a:cubicBezTo>
                  <a:pt x="995930" y="1865419"/>
                  <a:pt x="995930" y="1865419"/>
                  <a:pt x="1238240" y="1654085"/>
                </a:cubicBezTo>
                <a:cubicBezTo>
                  <a:pt x="1238240" y="1654085"/>
                  <a:pt x="1238240" y="1654085"/>
                  <a:pt x="1245264" y="1665124"/>
                </a:cubicBezTo>
                <a:cubicBezTo>
                  <a:pt x="1245264" y="1665124"/>
                  <a:pt x="1245264" y="1665124"/>
                  <a:pt x="1000847" y="1878036"/>
                </a:cubicBezTo>
                <a:cubicBezTo>
                  <a:pt x="1000847" y="1878036"/>
                  <a:pt x="1000847" y="1878036"/>
                  <a:pt x="1326033" y="2155610"/>
                </a:cubicBezTo>
                <a:cubicBezTo>
                  <a:pt x="1326033" y="2155610"/>
                  <a:pt x="1326033" y="2155610"/>
                  <a:pt x="1477038" y="2023920"/>
                </a:cubicBezTo>
                <a:cubicBezTo>
                  <a:pt x="1477038" y="2023920"/>
                  <a:pt x="1477038" y="2023920"/>
                  <a:pt x="1646304" y="1876459"/>
                </a:cubicBezTo>
                <a:cubicBezTo>
                  <a:pt x="1646304" y="1876459"/>
                  <a:pt x="1646304" y="1876459"/>
                  <a:pt x="1321116" y="1598885"/>
                </a:cubicBezTo>
                <a:cubicBezTo>
                  <a:pt x="1321116" y="1598885"/>
                  <a:pt x="1321116" y="1598885"/>
                  <a:pt x="1245965" y="1664336"/>
                </a:cubicBezTo>
                <a:cubicBezTo>
                  <a:pt x="1245965" y="1664336"/>
                  <a:pt x="1245965" y="1664336"/>
                  <a:pt x="1238942" y="1654085"/>
                </a:cubicBezTo>
                <a:cubicBezTo>
                  <a:pt x="1238942" y="1654085"/>
                  <a:pt x="1238942" y="1654085"/>
                  <a:pt x="1318308" y="1585480"/>
                </a:cubicBezTo>
                <a:cubicBezTo>
                  <a:pt x="1318308" y="1585480"/>
                  <a:pt x="1318308" y="1585480"/>
                  <a:pt x="1318308" y="1238512"/>
                </a:cubicBezTo>
                <a:close/>
                <a:moveTo>
                  <a:pt x="988907" y="947533"/>
                </a:moveTo>
                <a:cubicBezTo>
                  <a:pt x="988907" y="947533"/>
                  <a:pt x="988907" y="947533"/>
                  <a:pt x="665124" y="1230627"/>
                </a:cubicBezTo>
                <a:cubicBezTo>
                  <a:pt x="665124" y="1230627"/>
                  <a:pt x="665124" y="1230627"/>
                  <a:pt x="990311" y="1508201"/>
                </a:cubicBezTo>
                <a:cubicBezTo>
                  <a:pt x="990311" y="1508201"/>
                  <a:pt x="990311" y="1508201"/>
                  <a:pt x="1088639" y="1422247"/>
                </a:cubicBezTo>
                <a:cubicBezTo>
                  <a:pt x="1088639" y="1422247"/>
                  <a:pt x="1088639" y="1422247"/>
                  <a:pt x="1095663" y="1432499"/>
                </a:cubicBezTo>
                <a:cubicBezTo>
                  <a:pt x="1095663" y="1432499"/>
                  <a:pt x="1095663" y="1432499"/>
                  <a:pt x="1089342" y="1421459"/>
                </a:cubicBezTo>
                <a:cubicBezTo>
                  <a:pt x="1089342" y="1421459"/>
                  <a:pt x="1089342" y="1421459"/>
                  <a:pt x="1314093" y="1225107"/>
                </a:cubicBezTo>
                <a:cubicBezTo>
                  <a:pt x="1314093" y="1225107"/>
                  <a:pt x="1314093" y="1225107"/>
                  <a:pt x="988907" y="947533"/>
                </a:cubicBezTo>
                <a:close/>
                <a:moveTo>
                  <a:pt x="1325331" y="296181"/>
                </a:moveTo>
                <a:cubicBezTo>
                  <a:pt x="1325331" y="296181"/>
                  <a:pt x="1325331" y="296181"/>
                  <a:pt x="1000847" y="578486"/>
                </a:cubicBezTo>
                <a:cubicBezTo>
                  <a:pt x="1000847" y="578486"/>
                  <a:pt x="1000847" y="578486"/>
                  <a:pt x="1326033" y="856060"/>
                </a:cubicBezTo>
                <a:cubicBezTo>
                  <a:pt x="1326033" y="856060"/>
                  <a:pt x="1326033" y="856060"/>
                  <a:pt x="1650518" y="573754"/>
                </a:cubicBezTo>
                <a:cubicBezTo>
                  <a:pt x="1650518" y="573754"/>
                  <a:pt x="1650518" y="573754"/>
                  <a:pt x="1334462" y="304066"/>
                </a:cubicBezTo>
                <a:cubicBezTo>
                  <a:pt x="1334462" y="304066"/>
                  <a:pt x="1334462" y="304066"/>
                  <a:pt x="1325331" y="296181"/>
                </a:cubicBezTo>
                <a:close/>
                <a:moveTo>
                  <a:pt x="1226725" y="0"/>
                </a:moveTo>
                <a:lnTo>
                  <a:pt x="748180" y="0"/>
                </a:lnTo>
                <a:lnTo>
                  <a:pt x="763540" y="13087"/>
                </a:lnTo>
                <a:cubicBezTo>
                  <a:pt x="795936" y="40686"/>
                  <a:pt x="860728" y="95886"/>
                  <a:pt x="990311" y="206284"/>
                </a:cubicBezTo>
                <a:cubicBezTo>
                  <a:pt x="990311" y="206284"/>
                  <a:pt x="990311" y="206284"/>
                  <a:pt x="1159227" y="58896"/>
                </a:cubicBezTo>
                <a:close/>
                <a:moveTo>
                  <a:pt x="1318308" y="0"/>
                </a:moveTo>
                <a:lnTo>
                  <a:pt x="1245701" y="0"/>
                </a:lnTo>
                <a:lnTo>
                  <a:pt x="1228232" y="15255"/>
                </a:lnTo>
                <a:cubicBezTo>
                  <a:pt x="1195046" y="44235"/>
                  <a:pt x="1128673" y="102194"/>
                  <a:pt x="995930" y="218113"/>
                </a:cubicBezTo>
                <a:cubicBezTo>
                  <a:pt x="995930" y="218113"/>
                  <a:pt x="995930" y="218113"/>
                  <a:pt x="995930" y="564292"/>
                </a:cubicBezTo>
                <a:cubicBezTo>
                  <a:pt x="995930" y="564292"/>
                  <a:pt x="995930" y="564292"/>
                  <a:pt x="1318308" y="283564"/>
                </a:cubicBezTo>
                <a:cubicBezTo>
                  <a:pt x="1318308" y="283564"/>
                  <a:pt x="1318308" y="283564"/>
                  <a:pt x="1318308" y="84404"/>
                </a:cubicBezTo>
                <a:close/>
                <a:moveTo>
                  <a:pt x="5305156" y="0"/>
                </a:moveTo>
                <a:lnTo>
                  <a:pt x="1329545" y="0"/>
                </a:lnTo>
                <a:lnTo>
                  <a:pt x="1329545" y="1953"/>
                </a:lnTo>
                <a:cubicBezTo>
                  <a:pt x="1329545" y="28082"/>
                  <a:pt x="1329545" y="97759"/>
                  <a:pt x="1329545" y="283564"/>
                </a:cubicBezTo>
                <a:cubicBezTo>
                  <a:pt x="1329545" y="283564"/>
                  <a:pt x="1329545" y="283564"/>
                  <a:pt x="1343592" y="295392"/>
                </a:cubicBezTo>
                <a:cubicBezTo>
                  <a:pt x="1343592" y="295392"/>
                  <a:pt x="1343592" y="295392"/>
                  <a:pt x="1334462" y="304066"/>
                </a:cubicBezTo>
                <a:cubicBezTo>
                  <a:pt x="1334462" y="304066"/>
                  <a:pt x="1334462" y="304066"/>
                  <a:pt x="1344294" y="295392"/>
                </a:cubicBezTo>
                <a:cubicBezTo>
                  <a:pt x="1344294" y="295392"/>
                  <a:pt x="1344294" y="295392"/>
                  <a:pt x="1665970" y="570600"/>
                </a:cubicBezTo>
                <a:cubicBezTo>
                  <a:pt x="1665970" y="570600"/>
                  <a:pt x="1665970" y="570600"/>
                  <a:pt x="1665970" y="589526"/>
                </a:cubicBezTo>
                <a:cubicBezTo>
                  <a:pt x="1665970" y="589526"/>
                  <a:pt x="1665970" y="589526"/>
                  <a:pt x="1654030" y="599777"/>
                </a:cubicBezTo>
                <a:cubicBezTo>
                  <a:pt x="1654030" y="599777"/>
                  <a:pt x="1654030" y="599777"/>
                  <a:pt x="1654030" y="587160"/>
                </a:cubicBezTo>
                <a:cubicBezTo>
                  <a:pt x="1654030" y="587160"/>
                  <a:pt x="1654030" y="587160"/>
                  <a:pt x="1332355" y="867888"/>
                </a:cubicBezTo>
                <a:cubicBezTo>
                  <a:pt x="1332355" y="867888"/>
                  <a:pt x="1332355" y="867888"/>
                  <a:pt x="1332355" y="1214067"/>
                </a:cubicBezTo>
                <a:cubicBezTo>
                  <a:pt x="1332355" y="1214067"/>
                  <a:pt x="1332355" y="1214067"/>
                  <a:pt x="1654030" y="933339"/>
                </a:cubicBezTo>
                <a:cubicBezTo>
                  <a:pt x="1654030" y="933339"/>
                  <a:pt x="1654030" y="933339"/>
                  <a:pt x="1654030" y="600566"/>
                </a:cubicBezTo>
                <a:cubicBezTo>
                  <a:pt x="1654030" y="600566"/>
                  <a:pt x="1654030" y="600566"/>
                  <a:pt x="1665970" y="590314"/>
                </a:cubicBezTo>
                <a:cubicBezTo>
                  <a:pt x="1665970" y="590314"/>
                  <a:pt x="1665970" y="590314"/>
                  <a:pt x="1665970" y="938859"/>
                </a:cubicBezTo>
                <a:cubicBezTo>
                  <a:pt x="1665970" y="938859"/>
                  <a:pt x="1665970" y="938859"/>
                  <a:pt x="1998180" y="1221952"/>
                </a:cubicBezTo>
                <a:cubicBezTo>
                  <a:pt x="1998180" y="1221952"/>
                  <a:pt x="1998180" y="1221952"/>
                  <a:pt x="1998180" y="1591788"/>
                </a:cubicBezTo>
                <a:cubicBezTo>
                  <a:pt x="1998180" y="1591788"/>
                  <a:pt x="1998180" y="1591788"/>
                  <a:pt x="1680718" y="1867785"/>
                </a:cubicBezTo>
                <a:cubicBezTo>
                  <a:pt x="1680718" y="1867785"/>
                  <a:pt x="1680718" y="1867785"/>
                  <a:pt x="1680718" y="1851225"/>
                </a:cubicBezTo>
                <a:lnTo>
                  <a:pt x="1986942" y="1585480"/>
                </a:lnTo>
                <a:cubicBezTo>
                  <a:pt x="1986942" y="1585480"/>
                  <a:pt x="1986942" y="1585480"/>
                  <a:pt x="1986942" y="1238512"/>
                </a:cubicBezTo>
                <a:cubicBezTo>
                  <a:pt x="1986942" y="1238512"/>
                  <a:pt x="1986942" y="1238512"/>
                  <a:pt x="1680718" y="1505046"/>
                </a:cubicBezTo>
                <a:cubicBezTo>
                  <a:pt x="1680718" y="1505046"/>
                  <a:pt x="1680718" y="1505046"/>
                  <a:pt x="1680718" y="1488487"/>
                </a:cubicBezTo>
                <a:cubicBezTo>
                  <a:pt x="1680718" y="1488487"/>
                  <a:pt x="1680718" y="1488487"/>
                  <a:pt x="1982728" y="1225107"/>
                </a:cubicBezTo>
                <a:cubicBezTo>
                  <a:pt x="1982728" y="1225107"/>
                  <a:pt x="1982728" y="1225107"/>
                  <a:pt x="1657541" y="947533"/>
                </a:cubicBezTo>
                <a:cubicBezTo>
                  <a:pt x="1657541" y="947533"/>
                  <a:pt x="1657541" y="947533"/>
                  <a:pt x="1333056" y="1230627"/>
                </a:cubicBezTo>
                <a:cubicBezTo>
                  <a:pt x="1333056" y="1230627"/>
                  <a:pt x="1333056" y="1230627"/>
                  <a:pt x="1658244" y="1508201"/>
                </a:cubicBezTo>
                <a:cubicBezTo>
                  <a:pt x="1658244" y="1508201"/>
                  <a:pt x="1658244" y="1508201"/>
                  <a:pt x="1680017" y="1489275"/>
                </a:cubicBezTo>
                <a:cubicBezTo>
                  <a:pt x="1680017" y="1489275"/>
                  <a:pt x="1680017" y="1489275"/>
                  <a:pt x="1680017" y="1505835"/>
                </a:cubicBezTo>
                <a:cubicBezTo>
                  <a:pt x="1680017" y="1505835"/>
                  <a:pt x="1680017" y="1505835"/>
                  <a:pt x="1664565" y="1519240"/>
                </a:cubicBezTo>
                <a:cubicBezTo>
                  <a:pt x="1664565" y="1519240"/>
                  <a:pt x="1664565" y="1519240"/>
                  <a:pt x="1664565" y="1865419"/>
                </a:cubicBezTo>
                <a:cubicBezTo>
                  <a:pt x="1664565" y="1865419"/>
                  <a:pt x="1664565" y="1865419"/>
                  <a:pt x="1680017" y="1852014"/>
                </a:cubicBezTo>
                <a:cubicBezTo>
                  <a:pt x="1680017" y="1852014"/>
                  <a:pt x="1680017" y="1852014"/>
                  <a:pt x="1680017" y="1868573"/>
                </a:cubicBezTo>
                <a:cubicBezTo>
                  <a:pt x="1680017" y="1868573"/>
                  <a:pt x="1680017" y="1868573"/>
                  <a:pt x="1665970" y="1881190"/>
                </a:cubicBezTo>
                <a:cubicBezTo>
                  <a:pt x="1665970" y="1881190"/>
                  <a:pt x="1665970" y="1881190"/>
                  <a:pt x="1665970" y="2058617"/>
                </a:cubicBezTo>
                <a:cubicBezTo>
                  <a:pt x="1665970" y="2058617"/>
                  <a:pt x="1665970" y="2058617"/>
                  <a:pt x="1654030" y="2060194"/>
                </a:cubicBezTo>
                <a:cubicBezTo>
                  <a:pt x="1654030" y="2060194"/>
                  <a:pt x="1654030" y="2060194"/>
                  <a:pt x="1654030" y="1885922"/>
                </a:cubicBezTo>
                <a:cubicBezTo>
                  <a:pt x="1654030" y="1885922"/>
                  <a:pt x="1654030" y="1885922"/>
                  <a:pt x="1484061" y="2034172"/>
                </a:cubicBezTo>
                <a:cubicBezTo>
                  <a:pt x="1484061" y="2034172"/>
                  <a:pt x="1484061" y="2034172"/>
                  <a:pt x="1477038" y="2023920"/>
                </a:cubicBezTo>
                <a:cubicBezTo>
                  <a:pt x="1477038" y="2023920"/>
                  <a:pt x="1477038" y="2023920"/>
                  <a:pt x="1484061" y="2034960"/>
                </a:cubicBezTo>
                <a:cubicBezTo>
                  <a:pt x="1484061" y="2034960"/>
                  <a:pt x="1484061" y="2034960"/>
                  <a:pt x="1332355" y="2166650"/>
                </a:cubicBezTo>
                <a:cubicBezTo>
                  <a:pt x="1332355" y="2166650"/>
                  <a:pt x="1332355" y="2166650"/>
                  <a:pt x="1332355" y="2513617"/>
                </a:cubicBezTo>
                <a:cubicBezTo>
                  <a:pt x="1332355" y="2513617"/>
                  <a:pt x="1332355" y="2513617"/>
                  <a:pt x="1654030" y="2232889"/>
                </a:cubicBezTo>
                <a:cubicBezTo>
                  <a:pt x="1654030" y="2232889"/>
                  <a:pt x="1654030" y="2232889"/>
                  <a:pt x="1654030" y="2060983"/>
                </a:cubicBezTo>
                <a:cubicBezTo>
                  <a:pt x="1654030" y="2060983"/>
                  <a:pt x="1654030" y="2060983"/>
                  <a:pt x="1665970" y="2059405"/>
                </a:cubicBezTo>
                <a:cubicBezTo>
                  <a:pt x="1665970" y="2059405"/>
                  <a:pt x="1665970" y="2059405"/>
                  <a:pt x="1665970" y="2238409"/>
                </a:cubicBezTo>
                <a:cubicBezTo>
                  <a:pt x="1665970" y="2238409"/>
                  <a:pt x="1665970" y="2238409"/>
                  <a:pt x="1881590" y="2422144"/>
                </a:cubicBezTo>
                <a:cubicBezTo>
                  <a:pt x="1881590" y="2422144"/>
                  <a:pt x="1881590" y="2422144"/>
                  <a:pt x="1869650" y="2428452"/>
                </a:cubicBezTo>
                <a:cubicBezTo>
                  <a:pt x="1869650" y="2428452"/>
                  <a:pt x="1869650" y="2428452"/>
                  <a:pt x="1657541" y="2247872"/>
                </a:cubicBezTo>
                <a:cubicBezTo>
                  <a:pt x="1657541" y="2247872"/>
                  <a:pt x="1657541" y="2247872"/>
                  <a:pt x="1333056" y="2530177"/>
                </a:cubicBezTo>
                <a:cubicBezTo>
                  <a:pt x="1333056" y="2530177"/>
                  <a:pt x="1333056" y="2530177"/>
                  <a:pt x="1658244" y="2807751"/>
                </a:cubicBezTo>
                <a:cubicBezTo>
                  <a:pt x="1658244" y="2807751"/>
                  <a:pt x="1658244" y="2807751"/>
                  <a:pt x="1982728" y="2525446"/>
                </a:cubicBezTo>
                <a:cubicBezTo>
                  <a:pt x="1982728" y="2525446"/>
                  <a:pt x="1982728" y="2525446"/>
                  <a:pt x="1870353" y="2429241"/>
                </a:cubicBezTo>
                <a:cubicBezTo>
                  <a:pt x="1870353" y="2429241"/>
                  <a:pt x="1870353" y="2429241"/>
                  <a:pt x="1882293" y="2422933"/>
                </a:cubicBezTo>
                <a:cubicBezTo>
                  <a:pt x="1882293" y="2422933"/>
                  <a:pt x="1882293" y="2422933"/>
                  <a:pt x="1998180" y="2522291"/>
                </a:cubicBezTo>
                <a:cubicBezTo>
                  <a:pt x="1998180" y="2522291"/>
                  <a:pt x="1998180" y="2522291"/>
                  <a:pt x="1998180" y="2773054"/>
                </a:cubicBezTo>
                <a:cubicBezTo>
                  <a:pt x="1998180" y="2773054"/>
                  <a:pt x="1998180" y="2773054"/>
                  <a:pt x="1986942" y="2778574"/>
                </a:cubicBezTo>
                <a:cubicBezTo>
                  <a:pt x="1986942" y="2778574"/>
                  <a:pt x="1986942" y="2778574"/>
                  <a:pt x="1986942" y="2538851"/>
                </a:cubicBezTo>
                <a:cubicBezTo>
                  <a:pt x="1986942" y="2538851"/>
                  <a:pt x="1986942" y="2538851"/>
                  <a:pt x="1664565" y="2819579"/>
                </a:cubicBezTo>
                <a:cubicBezTo>
                  <a:pt x="1664565" y="2819579"/>
                  <a:pt x="1664565" y="2819579"/>
                  <a:pt x="1664565" y="3165758"/>
                </a:cubicBezTo>
                <a:cubicBezTo>
                  <a:pt x="1664565" y="3165758"/>
                  <a:pt x="1664565" y="3165758"/>
                  <a:pt x="1986942" y="2885030"/>
                </a:cubicBezTo>
                <a:cubicBezTo>
                  <a:pt x="1986942" y="2885030"/>
                  <a:pt x="1986942" y="2885030"/>
                  <a:pt x="1986942" y="2779363"/>
                </a:cubicBezTo>
                <a:cubicBezTo>
                  <a:pt x="1986942" y="2779363"/>
                  <a:pt x="1986942" y="2779363"/>
                  <a:pt x="1998180" y="2773843"/>
                </a:cubicBezTo>
                <a:cubicBezTo>
                  <a:pt x="1998180" y="2773843"/>
                  <a:pt x="1998180" y="2773843"/>
                  <a:pt x="1998180" y="2891339"/>
                </a:cubicBezTo>
                <a:cubicBezTo>
                  <a:pt x="1998180" y="2891339"/>
                  <a:pt x="1998180" y="2891339"/>
                  <a:pt x="1658946" y="3187049"/>
                </a:cubicBezTo>
                <a:cubicBezTo>
                  <a:pt x="1658946" y="3187049"/>
                  <a:pt x="1658946" y="3187049"/>
                  <a:pt x="1321116" y="2899224"/>
                </a:cubicBezTo>
                <a:cubicBezTo>
                  <a:pt x="1321116" y="2899224"/>
                  <a:pt x="1321116" y="2899224"/>
                  <a:pt x="1240347" y="2969406"/>
                </a:cubicBezTo>
                <a:cubicBezTo>
                  <a:pt x="1240347" y="2969406"/>
                  <a:pt x="1240347" y="2969406"/>
                  <a:pt x="997334" y="3180741"/>
                </a:cubicBezTo>
                <a:cubicBezTo>
                  <a:pt x="997334" y="3180741"/>
                  <a:pt x="997334" y="3180741"/>
                  <a:pt x="997334" y="3519034"/>
                </a:cubicBezTo>
                <a:cubicBezTo>
                  <a:pt x="997334" y="3519034"/>
                  <a:pt x="997334" y="3519034"/>
                  <a:pt x="985394" y="3519034"/>
                </a:cubicBezTo>
                <a:cubicBezTo>
                  <a:pt x="985394" y="3519034"/>
                  <a:pt x="985394" y="3519034"/>
                  <a:pt x="985394" y="3500109"/>
                </a:cubicBezTo>
                <a:cubicBezTo>
                  <a:pt x="985394" y="3500109"/>
                  <a:pt x="985394" y="3500109"/>
                  <a:pt x="985394" y="3186261"/>
                </a:cubicBezTo>
                <a:cubicBezTo>
                  <a:pt x="985394" y="3186261"/>
                  <a:pt x="985394" y="3186261"/>
                  <a:pt x="663017" y="3466989"/>
                </a:cubicBezTo>
                <a:cubicBezTo>
                  <a:pt x="663017" y="3466989"/>
                  <a:pt x="663017" y="3466989"/>
                  <a:pt x="663017" y="3495377"/>
                </a:cubicBezTo>
                <a:cubicBezTo>
                  <a:pt x="663017" y="3495377"/>
                  <a:pt x="663017" y="3495377"/>
                  <a:pt x="663017" y="3812379"/>
                </a:cubicBezTo>
                <a:cubicBezTo>
                  <a:pt x="663017" y="3812379"/>
                  <a:pt x="663017" y="3812379"/>
                  <a:pt x="985394" y="3532439"/>
                </a:cubicBezTo>
                <a:cubicBezTo>
                  <a:pt x="985394" y="3532439"/>
                  <a:pt x="985394" y="3532439"/>
                  <a:pt x="985394" y="3519822"/>
                </a:cubicBezTo>
                <a:cubicBezTo>
                  <a:pt x="985394" y="3519822"/>
                  <a:pt x="985394" y="3519822"/>
                  <a:pt x="997334" y="3519822"/>
                </a:cubicBezTo>
                <a:cubicBezTo>
                  <a:pt x="997334" y="3519822"/>
                  <a:pt x="997334" y="3519822"/>
                  <a:pt x="997334" y="3531651"/>
                </a:cubicBezTo>
                <a:cubicBezTo>
                  <a:pt x="997334" y="3531651"/>
                  <a:pt x="997334" y="3531651"/>
                  <a:pt x="1011381" y="3543479"/>
                </a:cubicBezTo>
                <a:cubicBezTo>
                  <a:pt x="1011381" y="3543479"/>
                  <a:pt x="1011381" y="3543479"/>
                  <a:pt x="1002251" y="3552154"/>
                </a:cubicBezTo>
                <a:cubicBezTo>
                  <a:pt x="1002251" y="3552154"/>
                  <a:pt x="1002251" y="3552154"/>
                  <a:pt x="1012084" y="3544268"/>
                </a:cubicBezTo>
                <a:cubicBezTo>
                  <a:pt x="1012084" y="3544268"/>
                  <a:pt x="1012084" y="3544268"/>
                  <a:pt x="1333759" y="3818688"/>
                </a:cubicBezTo>
                <a:cubicBezTo>
                  <a:pt x="1333759" y="3818688"/>
                  <a:pt x="1333759" y="3818688"/>
                  <a:pt x="1333759" y="3838402"/>
                </a:cubicBezTo>
                <a:cubicBezTo>
                  <a:pt x="1333759" y="3838402"/>
                  <a:pt x="1333759" y="3838402"/>
                  <a:pt x="1321819" y="3848653"/>
                </a:cubicBezTo>
                <a:cubicBezTo>
                  <a:pt x="1321819" y="3848653"/>
                  <a:pt x="1321819" y="3848653"/>
                  <a:pt x="1321819" y="3835248"/>
                </a:cubicBezTo>
                <a:cubicBezTo>
                  <a:pt x="1321819" y="3835248"/>
                  <a:pt x="1321819" y="3835248"/>
                  <a:pt x="999441" y="4115975"/>
                </a:cubicBezTo>
                <a:cubicBezTo>
                  <a:pt x="999441" y="4115975"/>
                  <a:pt x="999441" y="4115975"/>
                  <a:pt x="999441" y="4462154"/>
                </a:cubicBezTo>
                <a:cubicBezTo>
                  <a:pt x="999441" y="4462154"/>
                  <a:pt x="999441" y="4462154"/>
                  <a:pt x="1321819" y="4182215"/>
                </a:cubicBezTo>
                <a:cubicBezTo>
                  <a:pt x="1321819" y="4182215"/>
                  <a:pt x="1321819" y="4182215"/>
                  <a:pt x="1321819" y="3849441"/>
                </a:cubicBezTo>
                <a:cubicBezTo>
                  <a:pt x="1321819" y="3849441"/>
                  <a:pt x="1321819" y="3849441"/>
                  <a:pt x="1333759" y="3839190"/>
                </a:cubicBezTo>
                <a:cubicBezTo>
                  <a:pt x="1333759" y="3839190"/>
                  <a:pt x="1333759" y="3839190"/>
                  <a:pt x="1333759" y="4186946"/>
                </a:cubicBezTo>
                <a:cubicBezTo>
                  <a:pt x="1333759" y="4186946"/>
                  <a:pt x="1333759" y="4186946"/>
                  <a:pt x="1665970" y="4470828"/>
                </a:cubicBezTo>
                <a:cubicBezTo>
                  <a:pt x="1665970" y="4470828"/>
                  <a:pt x="1665970" y="4470828"/>
                  <a:pt x="1665970" y="4839875"/>
                </a:cubicBezTo>
                <a:cubicBezTo>
                  <a:pt x="1665970" y="4839875"/>
                  <a:pt x="1665970" y="4839875"/>
                  <a:pt x="1348509" y="5116661"/>
                </a:cubicBezTo>
                <a:cubicBezTo>
                  <a:pt x="1348509" y="5116661"/>
                  <a:pt x="1348509" y="5116661"/>
                  <a:pt x="1348509" y="5100101"/>
                </a:cubicBezTo>
                <a:cubicBezTo>
                  <a:pt x="1348509" y="5100101"/>
                  <a:pt x="1348509" y="5100101"/>
                  <a:pt x="1654030" y="4833567"/>
                </a:cubicBezTo>
                <a:cubicBezTo>
                  <a:pt x="1654030" y="4833567"/>
                  <a:pt x="1654030" y="4833567"/>
                  <a:pt x="1654030" y="4487388"/>
                </a:cubicBezTo>
                <a:cubicBezTo>
                  <a:pt x="1654030" y="4487388"/>
                  <a:pt x="1654030" y="4487388"/>
                  <a:pt x="1348509" y="4753134"/>
                </a:cubicBezTo>
                <a:cubicBezTo>
                  <a:pt x="1348509" y="4753134"/>
                  <a:pt x="1348509" y="4753134"/>
                  <a:pt x="1348509" y="4737362"/>
                </a:cubicBezTo>
                <a:cubicBezTo>
                  <a:pt x="1348509" y="4737362"/>
                  <a:pt x="1348509" y="4737362"/>
                  <a:pt x="1650518" y="4473983"/>
                </a:cubicBezTo>
                <a:cubicBezTo>
                  <a:pt x="1650518" y="4473983"/>
                  <a:pt x="1650518" y="4473983"/>
                  <a:pt x="1325331" y="4196409"/>
                </a:cubicBezTo>
                <a:cubicBezTo>
                  <a:pt x="1325331" y="4196409"/>
                  <a:pt x="1325331" y="4196409"/>
                  <a:pt x="1000847" y="4478714"/>
                </a:cubicBezTo>
                <a:cubicBezTo>
                  <a:pt x="1000847" y="4478714"/>
                  <a:pt x="1000847" y="4478714"/>
                  <a:pt x="1326033" y="4756288"/>
                </a:cubicBezTo>
                <a:cubicBezTo>
                  <a:pt x="1326033" y="4756288"/>
                  <a:pt x="1326033" y="4756288"/>
                  <a:pt x="1347806" y="4737362"/>
                </a:cubicBezTo>
                <a:cubicBezTo>
                  <a:pt x="1347806" y="4737362"/>
                  <a:pt x="1347806" y="4737362"/>
                  <a:pt x="1347806" y="4753922"/>
                </a:cubicBezTo>
                <a:cubicBezTo>
                  <a:pt x="1347806" y="4753922"/>
                  <a:pt x="1347806" y="4753922"/>
                  <a:pt x="1331652" y="4768116"/>
                </a:cubicBezTo>
                <a:cubicBezTo>
                  <a:pt x="1331652" y="4768116"/>
                  <a:pt x="1331652" y="4768116"/>
                  <a:pt x="1331652" y="5114295"/>
                </a:cubicBezTo>
                <a:cubicBezTo>
                  <a:pt x="1331652" y="5114295"/>
                  <a:pt x="1331652" y="5114295"/>
                  <a:pt x="1347806" y="5100101"/>
                </a:cubicBezTo>
                <a:cubicBezTo>
                  <a:pt x="1347806" y="5100101"/>
                  <a:pt x="1347806" y="5100101"/>
                  <a:pt x="1347806" y="5116661"/>
                </a:cubicBezTo>
                <a:cubicBezTo>
                  <a:pt x="1347806" y="5116661"/>
                  <a:pt x="1347806" y="5116661"/>
                  <a:pt x="1333759" y="5129278"/>
                </a:cubicBezTo>
                <a:cubicBezTo>
                  <a:pt x="1333759" y="5129278"/>
                  <a:pt x="1333759" y="5129278"/>
                  <a:pt x="1333759" y="5306704"/>
                </a:cubicBezTo>
                <a:cubicBezTo>
                  <a:pt x="1333759" y="5306704"/>
                  <a:pt x="1333759" y="5306704"/>
                  <a:pt x="1321819" y="5309070"/>
                </a:cubicBezTo>
                <a:cubicBezTo>
                  <a:pt x="1321819" y="5309070"/>
                  <a:pt x="1321819" y="5309070"/>
                  <a:pt x="1321819" y="5134798"/>
                </a:cubicBezTo>
                <a:cubicBezTo>
                  <a:pt x="1321819" y="5134798"/>
                  <a:pt x="1321819" y="5134798"/>
                  <a:pt x="1151851" y="5283047"/>
                </a:cubicBezTo>
                <a:cubicBezTo>
                  <a:pt x="1151851" y="5283047"/>
                  <a:pt x="1151851" y="5283047"/>
                  <a:pt x="1144827" y="5272008"/>
                </a:cubicBezTo>
                <a:cubicBezTo>
                  <a:pt x="1144827" y="5272008"/>
                  <a:pt x="1144827" y="5272008"/>
                  <a:pt x="1314093" y="5125335"/>
                </a:cubicBezTo>
                <a:cubicBezTo>
                  <a:pt x="1314093" y="5125335"/>
                  <a:pt x="1314093" y="5125335"/>
                  <a:pt x="988907" y="4847761"/>
                </a:cubicBezTo>
                <a:cubicBezTo>
                  <a:pt x="988907" y="4847761"/>
                  <a:pt x="988907" y="4847761"/>
                  <a:pt x="913053" y="4913212"/>
                </a:cubicBezTo>
                <a:cubicBezTo>
                  <a:pt x="913053" y="4913212"/>
                  <a:pt x="913053" y="4913212"/>
                  <a:pt x="668636" y="5126124"/>
                </a:cubicBezTo>
                <a:cubicBezTo>
                  <a:pt x="668636" y="5126124"/>
                  <a:pt x="668636" y="5126124"/>
                  <a:pt x="993823" y="5403697"/>
                </a:cubicBezTo>
                <a:cubicBezTo>
                  <a:pt x="993823" y="5403697"/>
                  <a:pt x="993823" y="5403697"/>
                  <a:pt x="1144827" y="5272796"/>
                </a:cubicBezTo>
                <a:cubicBezTo>
                  <a:pt x="1144827" y="5272796"/>
                  <a:pt x="1144827" y="5272796"/>
                  <a:pt x="1151149" y="5283047"/>
                </a:cubicBezTo>
                <a:cubicBezTo>
                  <a:pt x="1151149" y="5283047"/>
                  <a:pt x="1151149" y="5283047"/>
                  <a:pt x="999441" y="5415526"/>
                </a:cubicBezTo>
                <a:cubicBezTo>
                  <a:pt x="999441" y="5415526"/>
                  <a:pt x="999441" y="5415526"/>
                  <a:pt x="999441" y="5761705"/>
                </a:cubicBezTo>
                <a:cubicBezTo>
                  <a:pt x="999441" y="5761705"/>
                  <a:pt x="999441" y="5761705"/>
                  <a:pt x="1321819" y="5480976"/>
                </a:cubicBezTo>
                <a:cubicBezTo>
                  <a:pt x="1321819" y="5480976"/>
                  <a:pt x="1321819" y="5480976"/>
                  <a:pt x="1321819" y="5309858"/>
                </a:cubicBezTo>
                <a:cubicBezTo>
                  <a:pt x="1321819" y="5309858"/>
                  <a:pt x="1321819" y="5309858"/>
                  <a:pt x="1333759" y="5307493"/>
                </a:cubicBezTo>
                <a:cubicBezTo>
                  <a:pt x="1333759" y="5307493"/>
                  <a:pt x="1333759" y="5307493"/>
                  <a:pt x="1333759" y="5487285"/>
                </a:cubicBezTo>
                <a:cubicBezTo>
                  <a:pt x="1333759" y="5487285"/>
                  <a:pt x="1333759" y="5487285"/>
                  <a:pt x="1549380" y="5671020"/>
                </a:cubicBezTo>
                <a:cubicBezTo>
                  <a:pt x="1549380" y="5671020"/>
                  <a:pt x="1549380" y="5671020"/>
                  <a:pt x="1665970" y="5770379"/>
                </a:cubicBezTo>
                <a:cubicBezTo>
                  <a:pt x="1665970" y="5770379"/>
                  <a:pt x="1665970" y="5770379"/>
                  <a:pt x="1665970" y="6021141"/>
                </a:cubicBezTo>
                <a:cubicBezTo>
                  <a:pt x="1665970" y="6021141"/>
                  <a:pt x="1665970" y="6021141"/>
                  <a:pt x="1654030" y="6026661"/>
                </a:cubicBezTo>
                <a:cubicBezTo>
                  <a:pt x="1654030" y="6026661"/>
                  <a:pt x="1654030" y="6026661"/>
                  <a:pt x="1654030" y="5786939"/>
                </a:cubicBezTo>
                <a:cubicBezTo>
                  <a:pt x="1654030" y="5786939"/>
                  <a:pt x="1654030" y="5786939"/>
                  <a:pt x="1331652" y="6067667"/>
                </a:cubicBezTo>
                <a:cubicBezTo>
                  <a:pt x="1331652" y="6067667"/>
                  <a:pt x="1331652" y="6067667"/>
                  <a:pt x="1331652" y="6413845"/>
                </a:cubicBezTo>
                <a:cubicBezTo>
                  <a:pt x="1331652" y="6413845"/>
                  <a:pt x="1331652" y="6413845"/>
                  <a:pt x="1654030" y="6133906"/>
                </a:cubicBezTo>
                <a:cubicBezTo>
                  <a:pt x="1654030" y="6133906"/>
                  <a:pt x="1654030" y="6133906"/>
                  <a:pt x="1654030" y="6027450"/>
                </a:cubicBezTo>
                <a:cubicBezTo>
                  <a:pt x="1654030" y="6027450"/>
                  <a:pt x="1654030" y="6027450"/>
                  <a:pt x="1665970" y="6021930"/>
                </a:cubicBezTo>
                <a:cubicBezTo>
                  <a:pt x="1665970" y="6021930"/>
                  <a:pt x="1665970" y="6021930"/>
                  <a:pt x="1665970" y="6140214"/>
                </a:cubicBezTo>
                <a:cubicBezTo>
                  <a:pt x="1665970" y="6140214"/>
                  <a:pt x="1665970" y="6140214"/>
                  <a:pt x="1326033" y="6435925"/>
                </a:cubicBezTo>
                <a:cubicBezTo>
                  <a:pt x="1326033" y="6435925"/>
                  <a:pt x="1326033" y="6435925"/>
                  <a:pt x="988907" y="6147311"/>
                </a:cubicBezTo>
                <a:cubicBezTo>
                  <a:pt x="988907" y="6147311"/>
                  <a:pt x="988907" y="6147311"/>
                  <a:pt x="908136" y="6217493"/>
                </a:cubicBezTo>
                <a:cubicBezTo>
                  <a:pt x="908136" y="6217493"/>
                  <a:pt x="908136" y="6217493"/>
                  <a:pt x="901815" y="6206454"/>
                </a:cubicBezTo>
                <a:cubicBezTo>
                  <a:pt x="901815" y="6206454"/>
                  <a:pt x="901815" y="6206454"/>
                  <a:pt x="907434" y="6218282"/>
                </a:cubicBezTo>
                <a:cubicBezTo>
                  <a:pt x="907434" y="6218282"/>
                  <a:pt x="907434" y="6218282"/>
                  <a:pt x="665124" y="6429617"/>
                </a:cubicBezTo>
                <a:cubicBezTo>
                  <a:pt x="665124" y="6429617"/>
                  <a:pt x="665124" y="6429617"/>
                  <a:pt x="665124" y="6784470"/>
                </a:cubicBezTo>
                <a:cubicBezTo>
                  <a:pt x="665124" y="6784470"/>
                  <a:pt x="665124" y="6784470"/>
                  <a:pt x="722014" y="6833040"/>
                </a:cubicBezTo>
                <a:lnTo>
                  <a:pt x="751249" y="6858000"/>
                </a:lnTo>
                <a:lnTo>
                  <a:pt x="5305156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05E3D2-1467-BBD4-EE19-55F1FF901071}"/>
              </a:ext>
            </a:extLst>
          </p:cNvPr>
          <p:cNvSpPr/>
          <p:nvPr userDrawn="1"/>
        </p:nvSpPr>
        <p:spPr>
          <a:xfrm>
            <a:off x="7170057" y="0"/>
            <a:ext cx="5021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Visuel + contenu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916" y="1381125"/>
            <a:ext cx="5979247" cy="45323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721" y="314036"/>
            <a:ext cx="5976441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</p:spTree>
    <p:extLst>
      <p:ext uri="{BB962C8B-B14F-4D97-AF65-F5344CB8AC3E}">
        <p14:creationId xmlns:p14="http://schemas.microsoft.com/office/powerpoint/2010/main" val="3563259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haut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-35541" y="-27742"/>
            <a:ext cx="12125939" cy="2408374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  <a:gd name="connsiteX0" fmla="*/ 738225 w 42118086"/>
              <a:gd name="connsiteY0" fmla="*/ 6911396 h 6975464"/>
              <a:gd name="connsiteX1" fmla="*/ 814828 w 42118086"/>
              <a:gd name="connsiteY1" fmla="*/ 6969750 h 6975464"/>
              <a:gd name="connsiteX2" fmla="*/ 822329 w 42118086"/>
              <a:gd name="connsiteY2" fmla="*/ 6975464 h 6975464"/>
              <a:gd name="connsiteX3" fmla="*/ 655724 w 42118086"/>
              <a:gd name="connsiteY3" fmla="*/ 6975464 h 6975464"/>
              <a:gd name="connsiteX4" fmla="*/ 656989 w 42118086"/>
              <a:gd name="connsiteY4" fmla="*/ 6974481 h 6975464"/>
              <a:gd name="connsiteX5" fmla="*/ 738225 w 42118086"/>
              <a:gd name="connsiteY5" fmla="*/ 6911396 h 6975464"/>
              <a:gd name="connsiteX6" fmla="*/ 733493 w 42118086"/>
              <a:gd name="connsiteY6" fmla="*/ 6551812 h 6975464"/>
              <a:gd name="connsiteX7" fmla="*/ 733493 w 42118086"/>
              <a:gd name="connsiteY7" fmla="*/ 6897991 h 6975464"/>
              <a:gd name="connsiteX8" fmla="*/ 639637 w 42118086"/>
              <a:gd name="connsiteY8" fmla="*/ 6970539 h 6975464"/>
              <a:gd name="connsiteX9" fmla="*/ 656989 w 42118086"/>
              <a:gd name="connsiteY9" fmla="*/ 6974481 h 6975464"/>
              <a:gd name="connsiteX10" fmla="*/ 638848 w 42118086"/>
              <a:gd name="connsiteY10" fmla="*/ 6971327 h 6975464"/>
              <a:gd name="connsiteX11" fmla="*/ 633515 w 42118086"/>
              <a:gd name="connsiteY11" fmla="*/ 6975464 h 6975464"/>
              <a:gd name="connsiteX12" fmla="*/ 371479 w 42118086"/>
              <a:gd name="connsiteY12" fmla="*/ 6975464 h 6975464"/>
              <a:gd name="connsiteX13" fmla="*/ 371479 w 42118086"/>
              <a:gd name="connsiteY13" fmla="*/ 6917056 h 6975464"/>
              <a:gd name="connsiteX14" fmla="*/ 371479 w 42118086"/>
              <a:gd name="connsiteY14" fmla="*/ 6832540 h 6975464"/>
              <a:gd name="connsiteX15" fmla="*/ 733493 w 42118086"/>
              <a:gd name="connsiteY15" fmla="*/ 6551812 h 6975464"/>
              <a:gd name="connsiteX16" fmla="*/ 1106548 w 42118086"/>
              <a:gd name="connsiteY16" fmla="*/ 5904403 h 6975464"/>
              <a:gd name="connsiteX17" fmla="*/ 1106548 w 42118086"/>
              <a:gd name="connsiteY17" fmla="*/ 6251370 h 6975464"/>
              <a:gd name="connsiteX18" fmla="*/ 1012693 w 42118086"/>
              <a:gd name="connsiteY18" fmla="*/ 6323918 h 6975464"/>
              <a:gd name="connsiteX19" fmla="*/ 744534 w 42118086"/>
              <a:gd name="connsiteY19" fmla="*/ 6531309 h 6975464"/>
              <a:gd name="connsiteX20" fmla="*/ 744534 w 42118086"/>
              <a:gd name="connsiteY20" fmla="*/ 6185131 h 6975464"/>
              <a:gd name="connsiteX21" fmla="*/ 873093 w 42118086"/>
              <a:gd name="connsiteY21" fmla="*/ 6085772 h 6975464"/>
              <a:gd name="connsiteX22" fmla="*/ 1106548 w 42118086"/>
              <a:gd name="connsiteY22" fmla="*/ 5904403 h 6975464"/>
              <a:gd name="connsiteX23" fmla="*/ 1739875 w 42118086"/>
              <a:gd name="connsiteY23" fmla="*/ 5788484 h 6975464"/>
              <a:gd name="connsiteX24" fmla="*/ 1726467 w 42118086"/>
              <a:gd name="connsiteY24" fmla="*/ 5794792 h 6975464"/>
              <a:gd name="connsiteX25" fmla="*/ 1739875 w 42118086"/>
              <a:gd name="connsiteY25" fmla="*/ 5788484 h 6975464"/>
              <a:gd name="connsiteX26" fmla="*/ 1488280 w 42118086"/>
              <a:gd name="connsiteY26" fmla="*/ 5613423 h 6975464"/>
              <a:gd name="connsiteX27" fmla="*/ 1726467 w 42118086"/>
              <a:gd name="connsiteY27" fmla="*/ 5794792 h 6975464"/>
              <a:gd name="connsiteX28" fmla="*/ 1853448 w 42118086"/>
              <a:gd name="connsiteY28" fmla="*/ 5890997 h 6975464"/>
              <a:gd name="connsiteX29" fmla="*/ 1489068 w 42118086"/>
              <a:gd name="connsiteY29" fmla="*/ 6174091 h 6975464"/>
              <a:gd name="connsiteX30" fmla="*/ 1123900 w 42118086"/>
              <a:gd name="connsiteY30" fmla="*/ 5896517 h 6975464"/>
              <a:gd name="connsiteX31" fmla="*/ 1488280 w 42118086"/>
              <a:gd name="connsiteY31" fmla="*/ 5613423 h 6975464"/>
              <a:gd name="connsiteX32" fmla="*/ 359648 w 42118086"/>
              <a:gd name="connsiteY32" fmla="*/ 4965225 h 6975464"/>
              <a:gd name="connsiteX33" fmla="*/ 724817 w 42118086"/>
              <a:gd name="connsiteY33" fmla="*/ 5242799 h 6975464"/>
              <a:gd name="connsiteX34" fmla="*/ 487418 w 42118086"/>
              <a:gd name="connsiteY34" fmla="*/ 5426534 h 6975464"/>
              <a:gd name="connsiteX35" fmla="*/ 493727 w 42118086"/>
              <a:gd name="connsiteY35" fmla="*/ 5437574 h 6975464"/>
              <a:gd name="connsiteX36" fmla="*/ 733493 w 42118086"/>
              <a:gd name="connsiteY36" fmla="*/ 5252262 h 6975464"/>
              <a:gd name="connsiteX37" fmla="*/ 733493 w 42118086"/>
              <a:gd name="connsiteY37" fmla="*/ 5598440 h 6975464"/>
              <a:gd name="connsiteX38" fmla="*/ 633328 w 42118086"/>
              <a:gd name="connsiteY38" fmla="*/ 5675720 h 6975464"/>
              <a:gd name="connsiteX39" fmla="*/ 641215 w 42118086"/>
              <a:gd name="connsiteY39" fmla="*/ 5688337 h 6975464"/>
              <a:gd name="connsiteX40" fmla="*/ 737436 w 42118086"/>
              <a:gd name="connsiteY40" fmla="*/ 5613423 h 6975464"/>
              <a:gd name="connsiteX41" fmla="*/ 1102605 w 42118086"/>
              <a:gd name="connsiteY41" fmla="*/ 5890997 h 6975464"/>
              <a:gd name="connsiteX42" fmla="*/ 866783 w 42118086"/>
              <a:gd name="connsiteY42" fmla="*/ 6073943 h 6975464"/>
              <a:gd name="connsiteX43" fmla="*/ 873093 w 42118086"/>
              <a:gd name="connsiteY43" fmla="*/ 6085772 h 6975464"/>
              <a:gd name="connsiteX44" fmla="*/ 865994 w 42118086"/>
              <a:gd name="connsiteY44" fmla="*/ 6074732 h 6975464"/>
              <a:gd name="connsiteX45" fmla="*/ 738225 w 42118086"/>
              <a:gd name="connsiteY45" fmla="*/ 6174091 h 6975464"/>
              <a:gd name="connsiteX46" fmla="*/ 373056 w 42118086"/>
              <a:gd name="connsiteY46" fmla="*/ 5896517 h 6975464"/>
              <a:gd name="connsiteX47" fmla="*/ 640426 w 42118086"/>
              <a:gd name="connsiteY47" fmla="*/ 5689125 h 6975464"/>
              <a:gd name="connsiteX48" fmla="*/ 633328 w 42118086"/>
              <a:gd name="connsiteY48" fmla="*/ 5676508 h 6975464"/>
              <a:gd name="connsiteX49" fmla="*/ 371479 w 42118086"/>
              <a:gd name="connsiteY49" fmla="*/ 5879169 h 6975464"/>
              <a:gd name="connsiteX50" fmla="*/ 371479 w 42118086"/>
              <a:gd name="connsiteY50" fmla="*/ 5532990 h 6975464"/>
              <a:gd name="connsiteX51" fmla="*/ 493727 w 42118086"/>
              <a:gd name="connsiteY51" fmla="*/ 5438362 h 6975464"/>
              <a:gd name="connsiteX52" fmla="*/ 486629 w 42118086"/>
              <a:gd name="connsiteY52" fmla="*/ 5426534 h 6975464"/>
              <a:gd name="connsiteX53" fmla="*/ 365169 w 42118086"/>
              <a:gd name="connsiteY53" fmla="*/ 5521161 h 6975464"/>
              <a:gd name="connsiteX54" fmla="*/ 0 w 42118086"/>
              <a:gd name="connsiteY54" fmla="*/ 5243588 h 6975464"/>
              <a:gd name="connsiteX55" fmla="*/ 359648 w 42118086"/>
              <a:gd name="connsiteY55" fmla="*/ 4965225 h 6975464"/>
              <a:gd name="connsiteX56" fmla="*/ 1106548 w 42118086"/>
              <a:gd name="connsiteY56" fmla="*/ 4604852 h 6975464"/>
              <a:gd name="connsiteX57" fmla="*/ 1106548 w 42118086"/>
              <a:gd name="connsiteY57" fmla="*/ 4951031 h 6975464"/>
              <a:gd name="connsiteX58" fmla="*/ 1018214 w 42118086"/>
              <a:gd name="connsiteY58" fmla="*/ 5019636 h 6975464"/>
              <a:gd name="connsiteX59" fmla="*/ 1025312 w 42118086"/>
              <a:gd name="connsiteY59" fmla="*/ 5030676 h 6975464"/>
              <a:gd name="connsiteX60" fmla="*/ 1017425 w 42118086"/>
              <a:gd name="connsiteY60" fmla="*/ 5020424 h 6975464"/>
              <a:gd name="connsiteX61" fmla="*/ 744534 w 42118086"/>
              <a:gd name="connsiteY61" fmla="*/ 5231759 h 6975464"/>
              <a:gd name="connsiteX62" fmla="*/ 744534 w 42118086"/>
              <a:gd name="connsiteY62" fmla="*/ 4885580 h 6975464"/>
              <a:gd name="connsiteX63" fmla="*/ 856530 w 42118086"/>
              <a:gd name="connsiteY63" fmla="*/ 4798050 h 6975464"/>
              <a:gd name="connsiteX64" fmla="*/ 849432 w 42118086"/>
              <a:gd name="connsiteY64" fmla="*/ 4787799 h 6975464"/>
              <a:gd name="connsiteX65" fmla="*/ 857319 w 42118086"/>
              <a:gd name="connsiteY65" fmla="*/ 4798050 h 6975464"/>
              <a:gd name="connsiteX66" fmla="*/ 1106548 w 42118086"/>
              <a:gd name="connsiteY66" fmla="*/ 4604852 h 6975464"/>
              <a:gd name="connsiteX67" fmla="*/ 737436 w 42118086"/>
              <a:gd name="connsiteY67" fmla="*/ 4313873 h 6975464"/>
              <a:gd name="connsiteX68" fmla="*/ 1102605 w 42118086"/>
              <a:gd name="connsiteY68" fmla="*/ 4591447 h 6975464"/>
              <a:gd name="connsiteX69" fmla="*/ 849432 w 42118086"/>
              <a:gd name="connsiteY69" fmla="*/ 4787799 h 6975464"/>
              <a:gd name="connsiteX70" fmla="*/ 738225 w 42118086"/>
              <a:gd name="connsiteY70" fmla="*/ 4873752 h 6975464"/>
              <a:gd name="connsiteX71" fmla="*/ 373056 w 42118086"/>
              <a:gd name="connsiteY71" fmla="*/ 4596178 h 6975464"/>
              <a:gd name="connsiteX72" fmla="*/ 737436 w 42118086"/>
              <a:gd name="connsiteY72" fmla="*/ 4313873 h 6975464"/>
              <a:gd name="connsiteX73" fmla="*/ 1115224 w 42118086"/>
              <a:gd name="connsiteY73" fmla="*/ 3661732 h 6975464"/>
              <a:gd name="connsiteX74" fmla="*/ 1125477 w 42118086"/>
              <a:gd name="connsiteY74" fmla="*/ 3669618 h 6975464"/>
              <a:gd name="connsiteX75" fmla="*/ 1480393 w 42118086"/>
              <a:gd name="connsiteY75" fmla="*/ 3939306 h 6975464"/>
              <a:gd name="connsiteX76" fmla="*/ 1116013 w 42118086"/>
              <a:gd name="connsiteY76" fmla="*/ 4222399 h 6975464"/>
              <a:gd name="connsiteX77" fmla="*/ 750844 w 42118086"/>
              <a:gd name="connsiteY77" fmla="*/ 3944037 h 6975464"/>
              <a:gd name="connsiteX78" fmla="*/ 1115224 w 42118086"/>
              <a:gd name="connsiteY78" fmla="*/ 3661732 h 6975464"/>
              <a:gd name="connsiteX79" fmla="*/ 1480393 w 42118086"/>
              <a:gd name="connsiteY79" fmla="*/ 2656315 h 6975464"/>
              <a:gd name="connsiteX80" fmla="*/ 1480393 w 42118086"/>
              <a:gd name="connsiteY80" fmla="*/ 3002494 h 6975464"/>
              <a:gd name="connsiteX81" fmla="*/ 1386537 w 42118086"/>
              <a:gd name="connsiteY81" fmla="*/ 3075042 h 6975464"/>
              <a:gd name="connsiteX82" fmla="*/ 1392847 w 42118086"/>
              <a:gd name="connsiteY82" fmla="*/ 3086870 h 6975464"/>
              <a:gd name="connsiteX83" fmla="*/ 1385748 w 42118086"/>
              <a:gd name="connsiteY83" fmla="*/ 3075830 h 6975464"/>
              <a:gd name="connsiteX84" fmla="*/ 1118379 w 42118086"/>
              <a:gd name="connsiteY84" fmla="*/ 3283222 h 6975464"/>
              <a:gd name="connsiteX85" fmla="*/ 1118379 w 42118086"/>
              <a:gd name="connsiteY85" fmla="*/ 2937043 h 6975464"/>
              <a:gd name="connsiteX86" fmla="*/ 1246148 w 42118086"/>
              <a:gd name="connsiteY86" fmla="*/ 2837685 h 6975464"/>
              <a:gd name="connsiteX87" fmla="*/ 1239839 w 42118086"/>
              <a:gd name="connsiteY87" fmla="*/ 2825856 h 6975464"/>
              <a:gd name="connsiteX88" fmla="*/ 1246937 w 42118086"/>
              <a:gd name="connsiteY88" fmla="*/ 2836896 h 6975464"/>
              <a:gd name="connsiteX89" fmla="*/ 1480393 w 42118086"/>
              <a:gd name="connsiteY89" fmla="*/ 2656315 h 6975464"/>
              <a:gd name="connsiteX90" fmla="*/ 732704 w 42118086"/>
              <a:gd name="connsiteY90" fmla="*/ 1716349 h 6975464"/>
              <a:gd name="connsiteX91" fmla="*/ 1097873 w 42118086"/>
              <a:gd name="connsiteY91" fmla="*/ 1993923 h 6975464"/>
              <a:gd name="connsiteX92" fmla="*/ 860473 w 42118086"/>
              <a:gd name="connsiteY92" fmla="*/ 2177658 h 6975464"/>
              <a:gd name="connsiteX93" fmla="*/ 867572 w 42118086"/>
              <a:gd name="connsiteY93" fmla="*/ 2189486 h 6975464"/>
              <a:gd name="connsiteX94" fmla="*/ 1106548 w 42118086"/>
              <a:gd name="connsiteY94" fmla="*/ 2003386 h 6975464"/>
              <a:gd name="connsiteX95" fmla="*/ 1106548 w 42118086"/>
              <a:gd name="connsiteY95" fmla="*/ 2350353 h 6975464"/>
              <a:gd name="connsiteX96" fmla="*/ 1007172 w 42118086"/>
              <a:gd name="connsiteY96" fmla="*/ 2427632 h 6975464"/>
              <a:gd name="connsiteX97" fmla="*/ 1014270 w 42118086"/>
              <a:gd name="connsiteY97" fmla="*/ 2440249 h 6975464"/>
              <a:gd name="connsiteX98" fmla="*/ 1110492 w 42118086"/>
              <a:gd name="connsiteY98" fmla="*/ 2365336 h 6975464"/>
              <a:gd name="connsiteX99" fmla="*/ 1475660 w 42118086"/>
              <a:gd name="connsiteY99" fmla="*/ 2642910 h 6975464"/>
              <a:gd name="connsiteX100" fmla="*/ 1239839 w 42118086"/>
              <a:gd name="connsiteY100" fmla="*/ 2825856 h 6975464"/>
              <a:gd name="connsiteX101" fmla="*/ 1112069 w 42118086"/>
              <a:gd name="connsiteY101" fmla="*/ 2925215 h 6975464"/>
              <a:gd name="connsiteX102" fmla="*/ 746900 w 42118086"/>
              <a:gd name="connsiteY102" fmla="*/ 2647641 h 6975464"/>
              <a:gd name="connsiteX103" fmla="*/ 1013481 w 42118086"/>
              <a:gd name="connsiteY103" fmla="*/ 2440249 h 6975464"/>
              <a:gd name="connsiteX104" fmla="*/ 1006383 w 42118086"/>
              <a:gd name="connsiteY104" fmla="*/ 2427632 h 6975464"/>
              <a:gd name="connsiteX105" fmla="*/ 744534 w 42118086"/>
              <a:gd name="connsiteY105" fmla="*/ 2631081 h 6975464"/>
              <a:gd name="connsiteX106" fmla="*/ 744534 w 42118086"/>
              <a:gd name="connsiteY106" fmla="*/ 2284114 h 6975464"/>
              <a:gd name="connsiteX107" fmla="*/ 866783 w 42118086"/>
              <a:gd name="connsiteY107" fmla="*/ 2189486 h 6975464"/>
              <a:gd name="connsiteX108" fmla="*/ 860473 w 42118086"/>
              <a:gd name="connsiteY108" fmla="*/ 2178447 h 6975464"/>
              <a:gd name="connsiteX109" fmla="*/ 738225 w 42118086"/>
              <a:gd name="connsiteY109" fmla="*/ 2273074 h 6975464"/>
              <a:gd name="connsiteX110" fmla="*/ 373056 w 42118086"/>
              <a:gd name="connsiteY110" fmla="*/ 1995500 h 6975464"/>
              <a:gd name="connsiteX111" fmla="*/ 732704 w 42118086"/>
              <a:gd name="connsiteY111" fmla="*/ 1716349 h 6975464"/>
              <a:gd name="connsiteX112" fmla="*/ 1480393 w 42118086"/>
              <a:gd name="connsiteY112" fmla="*/ 1355976 h 6975464"/>
              <a:gd name="connsiteX113" fmla="*/ 1480393 w 42118086"/>
              <a:gd name="connsiteY113" fmla="*/ 1702944 h 6975464"/>
              <a:gd name="connsiteX114" fmla="*/ 1391269 w 42118086"/>
              <a:gd name="connsiteY114" fmla="*/ 1771549 h 6975464"/>
              <a:gd name="connsiteX115" fmla="*/ 1399156 w 42118086"/>
              <a:gd name="connsiteY115" fmla="*/ 1781800 h 6975464"/>
              <a:gd name="connsiteX116" fmla="*/ 1483547 w 42118086"/>
              <a:gd name="connsiteY116" fmla="*/ 1716349 h 6975464"/>
              <a:gd name="connsiteX117" fmla="*/ 1848716 w 42118086"/>
              <a:gd name="connsiteY117" fmla="*/ 1993923 h 6975464"/>
              <a:gd name="connsiteX118" fmla="*/ 1658639 w 42118086"/>
              <a:gd name="connsiteY118" fmla="*/ 2141384 h 6975464"/>
              <a:gd name="connsiteX119" fmla="*/ 1489068 w 42118086"/>
              <a:gd name="connsiteY119" fmla="*/ 2273074 h 6975464"/>
              <a:gd name="connsiteX120" fmla="*/ 1123900 w 42118086"/>
              <a:gd name="connsiteY120" fmla="*/ 1995500 h 6975464"/>
              <a:gd name="connsiteX121" fmla="*/ 1398368 w 42118086"/>
              <a:gd name="connsiteY121" fmla="*/ 1782588 h 6975464"/>
              <a:gd name="connsiteX122" fmla="*/ 1390481 w 42118086"/>
              <a:gd name="connsiteY122" fmla="*/ 1771549 h 6975464"/>
              <a:gd name="connsiteX123" fmla="*/ 1118379 w 42118086"/>
              <a:gd name="connsiteY123" fmla="*/ 1982883 h 6975464"/>
              <a:gd name="connsiteX124" fmla="*/ 1118379 w 42118086"/>
              <a:gd name="connsiteY124" fmla="*/ 1636704 h 6975464"/>
              <a:gd name="connsiteX125" fmla="*/ 1230374 w 42118086"/>
              <a:gd name="connsiteY125" fmla="*/ 1549963 h 6975464"/>
              <a:gd name="connsiteX126" fmla="*/ 1480393 w 42118086"/>
              <a:gd name="connsiteY126" fmla="*/ 1355976 h 6975464"/>
              <a:gd name="connsiteX127" fmla="*/ 1110492 w 42118086"/>
              <a:gd name="connsiteY127" fmla="*/ 1064997 h 6975464"/>
              <a:gd name="connsiteX128" fmla="*/ 1475660 w 42118086"/>
              <a:gd name="connsiteY128" fmla="*/ 1342571 h 6975464"/>
              <a:gd name="connsiteX129" fmla="*/ 1223276 w 42118086"/>
              <a:gd name="connsiteY129" fmla="*/ 1538923 h 6975464"/>
              <a:gd name="connsiteX130" fmla="*/ 1230374 w 42118086"/>
              <a:gd name="connsiteY130" fmla="*/ 1549963 h 6975464"/>
              <a:gd name="connsiteX131" fmla="*/ 1222487 w 42118086"/>
              <a:gd name="connsiteY131" fmla="*/ 1539711 h 6975464"/>
              <a:gd name="connsiteX132" fmla="*/ 1112069 w 42118086"/>
              <a:gd name="connsiteY132" fmla="*/ 1625665 h 6975464"/>
              <a:gd name="connsiteX133" fmla="*/ 746900 w 42118086"/>
              <a:gd name="connsiteY133" fmla="*/ 1348091 h 6975464"/>
              <a:gd name="connsiteX134" fmla="*/ 1110492 w 42118086"/>
              <a:gd name="connsiteY134" fmla="*/ 1064997 h 6975464"/>
              <a:gd name="connsiteX135" fmla="*/ 1488280 w 42118086"/>
              <a:gd name="connsiteY135" fmla="*/ 413645 h 6975464"/>
              <a:gd name="connsiteX136" fmla="*/ 1498533 w 42118086"/>
              <a:gd name="connsiteY136" fmla="*/ 421530 h 6975464"/>
              <a:gd name="connsiteX137" fmla="*/ 1853448 w 42118086"/>
              <a:gd name="connsiteY137" fmla="*/ 691218 h 6975464"/>
              <a:gd name="connsiteX138" fmla="*/ 1489068 w 42118086"/>
              <a:gd name="connsiteY138" fmla="*/ 973524 h 6975464"/>
              <a:gd name="connsiteX139" fmla="*/ 1123900 w 42118086"/>
              <a:gd name="connsiteY139" fmla="*/ 695950 h 6975464"/>
              <a:gd name="connsiteX140" fmla="*/ 1488280 w 42118086"/>
              <a:gd name="connsiteY140" fmla="*/ 413645 h 6975464"/>
              <a:gd name="connsiteX141" fmla="*/ 1493012 w 42118086"/>
              <a:gd name="connsiteY141" fmla="*/ 117464 h 6975464"/>
              <a:gd name="connsiteX142" fmla="*/ 42118086 w 42118086"/>
              <a:gd name="connsiteY142" fmla="*/ 0 h 6975464"/>
              <a:gd name="connsiteX143" fmla="*/ 5957423 w 42118086"/>
              <a:gd name="connsiteY143" fmla="*/ 6975464 h 6975464"/>
              <a:gd name="connsiteX144" fmla="*/ 843615 w 42118086"/>
              <a:gd name="connsiteY144" fmla="*/ 6975464 h 6975464"/>
              <a:gd name="connsiteX145" fmla="*/ 810785 w 42118086"/>
              <a:gd name="connsiteY145" fmla="*/ 6950504 h 6975464"/>
              <a:gd name="connsiteX146" fmla="*/ 746900 w 42118086"/>
              <a:gd name="connsiteY146" fmla="*/ 6901934 h 6975464"/>
              <a:gd name="connsiteX147" fmla="*/ 746900 w 42118086"/>
              <a:gd name="connsiteY147" fmla="*/ 6547081 h 6975464"/>
              <a:gd name="connsiteX148" fmla="*/ 1019002 w 42118086"/>
              <a:gd name="connsiteY148" fmla="*/ 6335746 h 6975464"/>
              <a:gd name="connsiteX149" fmla="*/ 1012693 w 42118086"/>
              <a:gd name="connsiteY149" fmla="*/ 6323918 h 6975464"/>
              <a:gd name="connsiteX150" fmla="*/ 1019791 w 42118086"/>
              <a:gd name="connsiteY150" fmla="*/ 6334957 h 6975464"/>
              <a:gd name="connsiteX151" fmla="*/ 1110492 w 42118086"/>
              <a:gd name="connsiteY151" fmla="*/ 6264775 h 6975464"/>
              <a:gd name="connsiteX152" fmla="*/ 1489068 w 42118086"/>
              <a:gd name="connsiteY152" fmla="*/ 6553389 h 6975464"/>
              <a:gd name="connsiteX153" fmla="*/ 1870800 w 42118086"/>
              <a:gd name="connsiteY153" fmla="*/ 6257678 h 6975464"/>
              <a:gd name="connsiteX154" fmla="*/ 1870800 w 42118086"/>
              <a:gd name="connsiteY154" fmla="*/ 6139394 h 6975464"/>
              <a:gd name="connsiteX155" fmla="*/ 1857392 w 42118086"/>
              <a:gd name="connsiteY155" fmla="*/ 6144914 h 6975464"/>
              <a:gd name="connsiteX156" fmla="*/ 1857392 w 42118086"/>
              <a:gd name="connsiteY156" fmla="*/ 6251370 h 6975464"/>
              <a:gd name="connsiteX157" fmla="*/ 1495378 w 42118086"/>
              <a:gd name="connsiteY157" fmla="*/ 6531309 h 6975464"/>
              <a:gd name="connsiteX158" fmla="*/ 1495378 w 42118086"/>
              <a:gd name="connsiteY158" fmla="*/ 6185131 h 6975464"/>
              <a:gd name="connsiteX159" fmla="*/ 1857392 w 42118086"/>
              <a:gd name="connsiteY159" fmla="*/ 5904403 h 6975464"/>
              <a:gd name="connsiteX160" fmla="*/ 1857392 w 42118086"/>
              <a:gd name="connsiteY160" fmla="*/ 6144125 h 6975464"/>
              <a:gd name="connsiteX161" fmla="*/ 1870800 w 42118086"/>
              <a:gd name="connsiteY161" fmla="*/ 6138605 h 6975464"/>
              <a:gd name="connsiteX162" fmla="*/ 1870800 w 42118086"/>
              <a:gd name="connsiteY162" fmla="*/ 5887843 h 6975464"/>
              <a:gd name="connsiteX163" fmla="*/ 1739875 w 42118086"/>
              <a:gd name="connsiteY163" fmla="*/ 5788484 h 6975464"/>
              <a:gd name="connsiteX164" fmla="*/ 1497744 w 42118086"/>
              <a:gd name="connsiteY164" fmla="*/ 5604749 h 6975464"/>
              <a:gd name="connsiteX165" fmla="*/ 1497744 w 42118086"/>
              <a:gd name="connsiteY165" fmla="*/ 5424957 h 6975464"/>
              <a:gd name="connsiteX166" fmla="*/ 1484336 w 42118086"/>
              <a:gd name="connsiteY166" fmla="*/ 5427322 h 6975464"/>
              <a:gd name="connsiteX167" fmla="*/ 1484336 w 42118086"/>
              <a:gd name="connsiteY167" fmla="*/ 5598440 h 6975464"/>
              <a:gd name="connsiteX168" fmla="*/ 1122322 w 42118086"/>
              <a:gd name="connsiteY168" fmla="*/ 5879169 h 6975464"/>
              <a:gd name="connsiteX169" fmla="*/ 1122322 w 42118086"/>
              <a:gd name="connsiteY169" fmla="*/ 5532990 h 6975464"/>
              <a:gd name="connsiteX170" fmla="*/ 1292682 w 42118086"/>
              <a:gd name="connsiteY170" fmla="*/ 5400511 h 6975464"/>
              <a:gd name="connsiteX171" fmla="*/ 1285583 w 42118086"/>
              <a:gd name="connsiteY171" fmla="*/ 5390260 h 6975464"/>
              <a:gd name="connsiteX172" fmla="*/ 1116013 w 42118086"/>
              <a:gd name="connsiteY172" fmla="*/ 5521161 h 6975464"/>
              <a:gd name="connsiteX173" fmla="*/ 750844 w 42118086"/>
              <a:gd name="connsiteY173" fmla="*/ 5243588 h 6975464"/>
              <a:gd name="connsiteX174" fmla="*/ 1025312 w 42118086"/>
              <a:gd name="connsiteY174" fmla="*/ 5030676 h 6975464"/>
              <a:gd name="connsiteX175" fmla="*/ 1110492 w 42118086"/>
              <a:gd name="connsiteY175" fmla="*/ 4965225 h 6975464"/>
              <a:gd name="connsiteX176" fmla="*/ 1475660 w 42118086"/>
              <a:gd name="connsiteY176" fmla="*/ 5242799 h 6975464"/>
              <a:gd name="connsiteX177" fmla="*/ 1285583 w 42118086"/>
              <a:gd name="connsiteY177" fmla="*/ 5389472 h 6975464"/>
              <a:gd name="connsiteX178" fmla="*/ 1293470 w 42118086"/>
              <a:gd name="connsiteY178" fmla="*/ 5400511 h 6975464"/>
              <a:gd name="connsiteX179" fmla="*/ 1484336 w 42118086"/>
              <a:gd name="connsiteY179" fmla="*/ 5252262 h 6975464"/>
              <a:gd name="connsiteX180" fmla="*/ 1484336 w 42118086"/>
              <a:gd name="connsiteY180" fmla="*/ 5426534 h 6975464"/>
              <a:gd name="connsiteX181" fmla="*/ 1497744 w 42118086"/>
              <a:gd name="connsiteY181" fmla="*/ 5424168 h 6975464"/>
              <a:gd name="connsiteX182" fmla="*/ 1497744 w 42118086"/>
              <a:gd name="connsiteY182" fmla="*/ 5246742 h 6975464"/>
              <a:gd name="connsiteX183" fmla="*/ 1513518 w 42118086"/>
              <a:gd name="connsiteY183" fmla="*/ 5234125 h 6975464"/>
              <a:gd name="connsiteX184" fmla="*/ 1513518 w 42118086"/>
              <a:gd name="connsiteY184" fmla="*/ 5217565 h 6975464"/>
              <a:gd name="connsiteX185" fmla="*/ 1495378 w 42118086"/>
              <a:gd name="connsiteY185" fmla="*/ 5231759 h 6975464"/>
              <a:gd name="connsiteX186" fmla="*/ 1495378 w 42118086"/>
              <a:gd name="connsiteY186" fmla="*/ 4885580 h 6975464"/>
              <a:gd name="connsiteX187" fmla="*/ 1513518 w 42118086"/>
              <a:gd name="connsiteY187" fmla="*/ 4871386 h 6975464"/>
              <a:gd name="connsiteX188" fmla="*/ 1513518 w 42118086"/>
              <a:gd name="connsiteY188" fmla="*/ 4854826 h 6975464"/>
              <a:gd name="connsiteX189" fmla="*/ 1489068 w 42118086"/>
              <a:gd name="connsiteY189" fmla="*/ 4873752 h 6975464"/>
              <a:gd name="connsiteX190" fmla="*/ 1123900 w 42118086"/>
              <a:gd name="connsiteY190" fmla="*/ 4596178 h 6975464"/>
              <a:gd name="connsiteX191" fmla="*/ 1488280 w 42118086"/>
              <a:gd name="connsiteY191" fmla="*/ 4313873 h 6975464"/>
              <a:gd name="connsiteX192" fmla="*/ 1853448 w 42118086"/>
              <a:gd name="connsiteY192" fmla="*/ 4591447 h 6975464"/>
              <a:gd name="connsiteX193" fmla="*/ 1514307 w 42118086"/>
              <a:gd name="connsiteY193" fmla="*/ 4854826 h 6975464"/>
              <a:gd name="connsiteX194" fmla="*/ 1514307 w 42118086"/>
              <a:gd name="connsiteY194" fmla="*/ 4870598 h 6975464"/>
              <a:gd name="connsiteX195" fmla="*/ 1857392 w 42118086"/>
              <a:gd name="connsiteY195" fmla="*/ 4604852 h 6975464"/>
              <a:gd name="connsiteX196" fmla="*/ 1857392 w 42118086"/>
              <a:gd name="connsiteY196" fmla="*/ 4951031 h 6975464"/>
              <a:gd name="connsiteX197" fmla="*/ 1514307 w 42118086"/>
              <a:gd name="connsiteY197" fmla="*/ 5217565 h 6975464"/>
              <a:gd name="connsiteX198" fmla="*/ 1514307 w 42118086"/>
              <a:gd name="connsiteY198" fmla="*/ 5234125 h 6975464"/>
              <a:gd name="connsiteX199" fmla="*/ 1870800 w 42118086"/>
              <a:gd name="connsiteY199" fmla="*/ 4957339 h 6975464"/>
              <a:gd name="connsiteX200" fmla="*/ 1870800 w 42118086"/>
              <a:gd name="connsiteY200" fmla="*/ 4588292 h 6975464"/>
              <a:gd name="connsiteX201" fmla="*/ 1497744 w 42118086"/>
              <a:gd name="connsiteY201" fmla="*/ 4304410 h 6975464"/>
              <a:gd name="connsiteX202" fmla="*/ 1497744 w 42118086"/>
              <a:gd name="connsiteY202" fmla="*/ 3956654 h 6975464"/>
              <a:gd name="connsiteX203" fmla="*/ 1484336 w 42118086"/>
              <a:gd name="connsiteY203" fmla="*/ 3966905 h 6975464"/>
              <a:gd name="connsiteX204" fmla="*/ 1484336 w 42118086"/>
              <a:gd name="connsiteY204" fmla="*/ 4299679 h 6975464"/>
              <a:gd name="connsiteX205" fmla="*/ 1122322 w 42118086"/>
              <a:gd name="connsiteY205" fmla="*/ 4579618 h 6975464"/>
              <a:gd name="connsiteX206" fmla="*/ 1122322 w 42118086"/>
              <a:gd name="connsiteY206" fmla="*/ 4233439 h 6975464"/>
              <a:gd name="connsiteX207" fmla="*/ 1484336 w 42118086"/>
              <a:gd name="connsiteY207" fmla="*/ 3952712 h 6975464"/>
              <a:gd name="connsiteX208" fmla="*/ 1484336 w 42118086"/>
              <a:gd name="connsiteY208" fmla="*/ 3966117 h 6975464"/>
              <a:gd name="connsiteX209" fmla="*/ 1497744 w 42118086"/>
              <a:gd name="connsiteY209" fmla="*/ 3955866 h 6975464"/>
              <a:gd name="connsiteX210" fmla="*/ 1497744 w 42118086"/>
              <a:gd name="connsiteY210" fmla="*/ 3936152 h 6975464"/>
              <a:gd name="connsiteX211" fmla="*/ 1136519 w 42118086"/>
              <a:gd name="connsiteY211" fmla="*/ 3661732 h 6975464"/>
              <a:gd name="connsiteX212" fmla="*/ 1125477 w 42118086"/>
              <a:gd name="connsiteY212" fmla="*/ 3669618 h 6975464"/>
              <a:gd name="connsiteX213" fmla="*/ 1135730 w 42118086"/>
              <a:gd name="connsiteY213" fmla="*/ 3660943 h 6975464"/>
              <a:gd name="connsiteX214" fmla="*/ 1119956 w 42118086"/>
              <a:gd name="connsiteY214" fmla="*/ 3649115 h 6975464"/>
              <a:gd name="connsiteX215" fmla="*/ 1119956 w 42118086"/>
              <a:gd name="connsiteY215" fmla="*/ 3637286 h 6975464"/>
              <a:gd name="connsiteX216" fmla="*/ 1106548 w 42118086"/>
              <a:gd name="connsiteY216" fmla="*/ 3637286 h 6975464"/>
              <a:gd name="connsiteX217" fmla="*/ 1106548 w 42118086"/>
              <a:gd name="connsiteY217" fmla="*/ 3649903 h 6975464"/>
              <a:gd name="connsiteX218" fmla="*/ 744534 w 42118086"/>
              <a:gd name="connsiteY218" fmla="*/ 3929843 h 6975464"/>
              <a:gd name="connsiteX219" fmla="*/ 744534 w 42118086"/>
              <a:gd name="connsiteY219" fmla="*/ 3612841 h 6975464"/>
              <a:gd name="connsiteX220" fmla="*/ 744534 w 42118086"/>
              <a:gd name="connsiteY220" fmla="*/ 3584453 h 6975464"/>
              <a:gd name="connsiteX221" fmla="*/ 1106548 w 42118086"/>
              <a:gd name="connsiteY221" fmla="*/ 3303725 h 6975464"/>
              <a:gd name="connsiteX222" fmla="*/ 1106548 w 42118086"/>
              <a:gd name="connsiteY222" fmla="*/ 3617573 h 6975464"/>
              <a:gd name="connsiteX223" fmla="*/ 1106548 w 42118086"/>
              <a:gd name="connsiteY223" fmla="*/ 3636498 h 6975464"/>
              <a:gd name="connsiteX224" fmla="*/ 1119956 w 42118086"/>
              <a:gd name="connsiteY224" fmla="*/ 3636498 h 6975464"/>
              <a:gd name="connsiteX225" fmla="*/ 1119956 w 42118086"/>
              <a:gd name="connsiteY225" fmla="*/ 3298205 h 6975464"/>
              <a:gd name="connsiteX226" fmla="*/ 1392847 w 42118086"/>
              <a:gd name="connsiteY226" fmla="*/ 3086870 h 6975464"/>
              <a:gd name="connsiteX227" fmla="*/ 1483547 w 42118086"/>
              <a:gd name="connsiteY227" fmla="*/ 3016688 h 6975464"/>
              <a:gd name="connsiteX228" fmla="*/ 1862913 w 42118086"/>
              <a:gd name="connsiteY228" fmla="*/ 3304513 h 6975464"/>
              <a:gd name="connsiteX229" fmla="*/ 2243855 w 42118086"/>
              <a:gd name="connsiteY229" fmla="*/ 3008803 h 6975464"/>
              <a:gd name="connsiteX230" fmla="*/ 2243855 w 42118086"/>
              <a:gd name="connsiteY230" fmla="*/ 2891307 h 6975464"/>
              <a:gd name="connsiteX231" fmla="*/ 2231236 w 42118086"/>
              <a:gd name="connsiteY231" fmla="*/ 2896827 h 6975464"/>
              <a:gd name="connsiteX232" fmla="*/ 2231236 w 42118086"/>
              <a:gd name="connsiteY232" fmla="*/ 3002494 h 6975464"/>
              <a:gd name="connsiteX233" fmla="*/ 1869222 w 42118086"/>
              <a:gd name="connsiteY233" fmla="*/ 3283222 h 6975464"/>
              <a:gd name="connsiteX234" fmla="*/ 1869222 w 42118086"/>
              <a:gd name="connsiteY234" fmla="*/ 2937043 h 6975464"/>
              <a:gd name="connsiteX235" fmla="*/ 2231236 w 42118086"/>
              <a:gd name="connsiteY235" fmla="*/ 2656315 h 6975464"/>
              <a:gd name="connsiteX236" fmla="*/ 2231236 w 42118086"/>
              <a:gd name="connsiteY236" fmla="*/ 2896038 h 6975464"/>
              <a:gd name="connsiteX237" fmla="*/ 2243855 w 42118086"/>
              <a:gd name="connsiteY237" fmla="*/ 2890518 h 6975464"/>
              <a:gd name="connsiteX238" fmla="*/ 2243855 w 42118086"/>
              <a:gd name="connsiteY238" fmla="*/ 2639755 h 6975464"/>
              <a:gd name="connsiteX239" fmla="*/ 2113720 w 42118086"/>
              <a:gd name="connsiteY239" fmla="*/ 2540397 h 6975464"/>
              <a:gd name="connsiteX240" fmla="*/ 2100312 w 42118086"/>
              <a:gd name="connsiteY240" fmla="*/ 2546705 h 6975464"/>
              <a:gd name="connsiteX241" fmla="*/ 2226503 w 42118086"/>
              <a:gd name="connsiteY241" fmla="*/ 2642910 h 6975464"/>
              <a:gd name="connsiteX242" fmla="*/ 1862124 w 42118086"/>
              <a:gd name="connsiteY242" fmla="*/ 2925215 h 6975464"/>
              <a:gd name="connsiteX243" fmla="*/ 1496955 w 42118086"/>
              <a:gd name="connsiteY243" fmla="*/ 2647641 h 6975464"/>
              <a:gd name="connsiteX244" fmla="*/ 1861335 w 42118086"/>
              <a:gd name="connsiteY244" fmla="*/ 2365336 h 6975464"/>
              <a:gd name="connsiteX245" fmla="*/ 2099523 w 42118086"/>
              <a:gd name="connsiteY245" fmla="*/ 2545916 h 6975464"/>
              <a:gd name="connsiteX246" fmla="*/ 2112931 w 42118086"/>
              <a:gd name="connsiteY246" fmla="*/ 2539608 h 6975464"/>
              <a:gd name="connsiteX247" fmla="*/ 1870800 w 42118086"/>
              <a:gd name="connsiteY247" fmla="*/ 2355873 h 6975464"/>
              <a:gd name="connsiteX248" fmla="*/ 1870800 w 42118086"/>
              <a:gd name="connsiteY248" fmla="*/ 2176869 h 6975464"/>
              <a:gd name="connsiteX249" fmla="*/ 1857392 w 42118086"/>
              <a:gd name="connsiteY249" fmla="*/ 2178447 h 6975464"/>
              <a:gd name="connsiteX250" fmla="*/ 1857392 w 42118086"/>
              <a:gd name="connsiteY250" fmla="*/ 2350353 h 6975464"/>
              <a:gd name="connsiteX251" fmla="*/ 1496167 w 42118086"/>
              <a:gd name="connsiteY251" fmla="*/ 2631081 h 6975464"/>
              <a:gd name="connsiteX252" fmla="*/ 1496167 w 42118086"/>
              <a:gd name="connsiteY252" fmla="*/ 2284114 h 6975464"/>
              <a:gd name="connsiteX253" fmla="*/ 1666526 w 42118086"/>
              <a:gd name="connsiteY253" fmla="*/ 2152424 h 6975464"/>
              <a:gd name="connsiteX254" fmla="*/ 1658639 w 42118086"/>
              <a:gd name="connsiteY254" fmla="*/ 2141384 h 6975464"/>
              <a:gd name="connsiteX255" fmla="*/ 1666526 w 42118086"/>
              <a:gd name="connsiteY255" fmla="*/ 2151636 h 6975464"/>
              <a:gd name="connsiteX256" fmla="*/ 1857392 w 42118086"/>
              <a:gd name="connsiteY256" fmla="*/ 2003386 h 6975464"/>
              <a:gd name="connsiteX257" fmla="*/ 1857392 w 42118086"/>
              <a:gd name="connsiteY257" fmla="*/ 2177658 h 6975464"/>
              <a:gd name="connsiteX258" fmla="*/ 1870800 w 42118086"/>
              <a:gd name="connsiteY258" fmla="*/ 2176081 h 6975464"/>
              <a:gd name="connsiteX259" fmla="*/ 1870800 w 42118086"/>
              <a:gd name="connsiteY259" fmla="*/ 1998654 h 6975464"/>
              <a:gd name="connsiteX260" fmla="*/ 1886574 w 42118086"/>
              <a:gd name="connsiteY260" fmla="*/ 1986037 h 6975464"/>
              <a:gd name="connsiteX261" fmla="*/ 1886574 w 42118086"/>
              <a:gd name="connsiteY261" fmla="*/ 1969478 h 6975464"/>
              <a:gd name="connsiteX262" fmla="*/ 1869222 w 42118086"/>
              <a:gd name="connsiteY262" fmla="*/ 1982883 h 6975464"/>
              <a:gd name="connsiteX263" fmla="*/ 1869222 w 42118086"/>
              <a:gd name="connsiteY263" fmla="*/ 1636704 h 6975464"/>
              <a:gd name="connsiteX264" fmla="*/ 1886574 w 42118086"/>
              <a:gd name="connsiteY264" fmla="*/ 1623299 h 6975464"/>
              <a:gd name="connsiteX265" fmla="*/ 1886574 w 42118086"/>
              <a:gd name="connsiteY265" fmla="*/ 1606739 h 6975464"/>
              <a:gd name="connsiteX266" fmla="*/ 1862124 w 42118086"/>
              <a:gd name="connsiteY266" fmla="*/ 1625665 h 6975464"/>
              <a:gd name="connsiteX267" fmla="*/ 1496955 w 42118086"/>
              <a:gd name="connsiteY267" fmla="*/ 1348091 h 6975464"/>
              <a:gd name="connsiteX268" fmla="*/ 1861335 w 42118086"/>
              <a:gd name="connsiteY268" fmla="*/ 1064997 h 6975464"/>
              <a:gd name="connsiteX269" fmla="*/ 2226503 w 42118086"/>
              <a:gd name="connsiteY269" fmla="*/ 1342571 h 6975464"/>
              <a:gd name="connsiteX270" fmla="*/ 1887362 w 42118086"/>
              <a:gd name="connsiteY270" fmla="*/ 1605951 h 6975464"/>
              <a:gd name="connsiteX271" fmla="*/ 1887362 w 42118086"/>
              <a:gd name="connsiteY271" fmla="*/ 1622510 h 6975464"/>
              <a:gd name="connsiteX272" fmla="*/ 2231236 w 42118086"/>
              <a:gd name="connsiteY272" fmla="*/ 1355976 h 6975464"/>
              <a:gd name="connsiteX273" fmla="*/ 2231236 w 42118086"/>
              <a:gd name="connsiteY273" fmla="*/ 1702944 h 6975464"/>
              <a:gd name="connsiteX274" fmla="*/ 1887362 w 42118086"/>
              <a:gd name="connsiteY274" fmla="*/ 1968689 h 6975464"/>
              <a:gd name="connsiteX275" fmla="*/ 1887362 w 42118086"/>
              <a:gd name="connsiteY275" fmla="*/ 1985249 h 6975464"/>
              <a:gd name="connsiteX276" fmla="*/ 2243855 w 42118086"/>
              <a:gd name="connsiteY276" fmla="*/ 1709252 h 6975464"/>
              <a:gd name="connsiteX277" fmla="*/ 2243855 w 42118086"/>
              <a:gd name="connsiteY277" fmla="*/ 1339416 h 6975464"/>
              <a:gd name="connsiteX278" fmla="*/ 1870800 w 42118086"/>
              <a:gd name="connsiteY278" fmla="*/ 1056323 h 6975464"/>
              <a:gd name="connsiteX279" fmla="*/ 1870800 w 42118086"/>
              <a:gd name="connsiteY279" fmla="*/ 707778 h 6975464"/>
              <a:gd name="connsiteX280" fmla="*/ 1857392 w 42118086"/>
              <a:gd name="connsiteY280" fmla="*/ 718030 h 6975464"/>
              <a:gd name="connsiteX281" fmla="*/ 1857392 w 42118086"/>
              <a:gd name="connsiteY281" fmla="*/ 1050803 h 6975464"/>
              <a:gd name="connsiteX282" fmla="*/ 1496167 w 42118086"/>
              <a:gd name="connsiteY282" fmla="*/ 1331531 h 6975464"/>
              <a:gd name="connsiteX283" fmla="*/ 1496167 w 42118086"/>
              <a:gd name="connsiteY283" fmla="*/ 985352 h 6975464"/>
              <a:gd name="connsiteX284" fmla="*/ 1857392 w 42118086"/>
              <a:gd name="connsiteY284" fmla="*/ 704624 h 6975464"/>
              <a:gd name="connsiteX285" fmla="*/ 1857392 w 42118086"/>
              <a:gd name="connsiteY285" fmla="*/ 717241 h 6975464"/>
              <a:gd name="connsiteX286" fmla="*/ 1870800 w 42118086"/>
              <a:gd name="connsiteY286" fmla="*/ 706990 h 6975464"/>
              <a:gd name="connsiteX287" fmla="*/ 1870800 w 42118086"/>
              <a:gd name="connsiteY287" fmla="*/ 688064 h 6975464"/>
              <a:gd name="connsiteX288" fmla="*/ 1509574 w 42118086"/>
              <a:gd name="connsiteY288" fmla="*/ 412856 h 6975464"/>
              <a:gd name="connsiteX289" fmla="*/ 1498533 w 42118086"/>
              <a:gd name="connsiteY289" fmla="*/ 421530 h 6975464"/>
              <a:gd name="connsiteX290" fmla="*/ 1508786 w 42118086"/>
              <a:gd name="connsiteY290" fmla="*/ 412856 h 6975464"/>
              <a:gd name="connsiteX291" fmla="*/ 1493012 w 42118086"/>
              <a:gd name="connsiteY291" fmla="*/ 401028 h 6975464"/>
              <a:gd name="connsiteX292" fmla="*/ 1493012 w 42118086"/>
              <a:gd name="connsiteY292" fmla="*/ 119417 h 6975464"/>
              <a:gd name="connsiteX293" fmla="*/ 1493012 w 42118086"/>
              <a:gd name="connsiteY293" fmla="*/ 117464 h 6975464"/>
              <a:gd name="connsiteX294" fmla="*/ 1398859 w 42118086"/>
              <a:gd name="connsiteY294" fmla="*/ 117464 h 6975464"/>
              <a:gd name="connsiteX295" fmla="*/ 1480393 w 42118086"/>
              <a:gd name="connsiteY295" fmla="*/ 117464 h 6975464"/>
              <a:gd name="connsiteX296" fmla="*/ 1480393 w 42118086"/>
              <a:gd name="connsiteY296" fmla="*/ 201868 h 6975464"/>
              <a:gd name="connsiteX297" fmla="*/ 1480393 w 42118086"/>
              <a:gd name="connsiteY297" fmla="*/ 401028 h 6975464"/>
              <a:gd name="connsiteX298" fmla="*/ 1118379 w 42118086"/>
              <a:gd name="connsiteY298" fmla="*/ 681756 h 6975464"/>
              <a:gd name="connsiteX299" fmla="*/ 1118379 w 42118086"/>
              <a:gd name="connsiteY299" fmla="*/ 335577 h 6975464"/>
              <a:gd name="connsiteX300" fmla="*/ 1379242 w 42118086"/>
              <a:gd name="connsiteY300" fmla="*/ 132719 h 6975464"/>
              <a:gd name="connsiteX301" fmla="*/ 1398859 w 42118086"/>
              <a:gd name="connsiteY301" fmla="*/ 117464 h 6975464"/>
              <a:gd name="connsiteX302" fmla="*/ 840168 w 42118086"/>
              <a:gd name="connsiteY302" fmla="*/ 117464 h 6975464"/>
              <a:gd name="connsiteX303" fmla="*/ 1377550 w 42118086"/>
              <a:gd name="connsiteY303" fmla="*/ 117464 h 6975464"/>
              <a:gd name="connsiteX304" fmla="*/ 1301753 w 42118086"/>
              <a:gd name="connsiteY304" fmla="*/ 176360 h 6975464"/>
              <a:gd name="connsiteX305" fmla="*/ 1112069 w 42118086"/>
              <a:gd name="connsiteY305" fmla="*/ 323748 h 6975464"/>
              <a:gd name="connsiteX306" fmla="*/ 857417 w 42118086"/>
              <a:gd name="connsiteY306" fmla="*/ 130551 h 6975464"/>
              <a:gd name="connsiteX307" fmla="*/ 840168 w 42118086"/>
              <a:gd name="connsiteY307" fmla="*/ 117464 h 6975464"/>
              <a:gd name="connsiteX0" fmla="*/ 738225 w 42198532"/>
              <a:gd name="connsiteY0" fmla="*/ 6911396 h 6975464"/>
              <a:gd name="connsiteX1" fmla="*/ 814828 w 42198532"/>
              <a:gd name="connsiteY1" fmla="*/ 6969750 h 6975464"/>
              <a:gd name="connsiteX2" fmla="*/ 822329 w 42198532"/>
              <a:gd name="connsiteY2" fmla="*/ 6975464 h 6975464"/>
              <a:gd name="connsiteX3" fmla="*/ 655724 w 42198532"/>
              <a:gd name="connsiteY3" fmla="*/ 6975464 h 6975464"/>
              <a:gd name="connsiteX4" fmla="*/ 656989 w 42198532"/>
              <a:gd name="connsiteY4" fmla="*/ 6974481 h 6975464"/>
              <a:gd name="connsiteX5" fmla="*/ 738225 w 42198532"/>
              <a:gd name="connsiteY5" fmla="*/ 6911396 h 6975464"/>
              <a:gd name="connsiteX6" fmla="*/ 733493 w 42198532"/>
              <a:gd name="connsiteY6" fmla="*/ 6551812 h 6975464"/>
              <a:gd name="connsiteX7" fmla="*/ 733493 w 42198532"/>
              <a:gd name="connsiteY7" fmla="*/ 6897991 h 6975464"/>
              <a:gd name="connsiteX8" fmla="*/ 639637 w 42198532"/>
              <a:gd name="connsiteY8" fmla="*/ 6970539 h 6975464"/>
              <a:gd name="connsiteX9" fmla="*/ 656989 w 42198532"/>
              <a:gd name="connsiteY9" fmla="*/ 6974481 h 6975464"/>
              <a:gd name="connsiteX10" fmla="*/ 638848 w 42198532"/>
              <a:gd name="connsiteY10" fmla="*/ 6971327 h 6975464"/>
              <a:gd name="connsiteX11" fmla="*/ 633515 w 42198532"/>
              <a:gd name="connsiteY11" fmla="*/ 6975464 h 6975464"/>
              <a:gd name="connsiteX12" fmla="*/ 371479 w 42198532"/>
              <a:gd name="connsiteY12" fmla="*/ 6975464 h 6975464"/>
              <a:gd name="connsiteX13" fmla="*/ 371479 w 42198532"/>
              <a:gd name="connsiteY13" fmla="*/ 6917056 h 6975464"/>
              <a:gd name="connsiteX14" fmla="*/ 371479 w 42198532"/>
              <a:gd name="connsiteY14" fmla="*/ 6832540 h 6975464"/>
              <a:gd name="connsiteX15" fmla="*/ 733493 w 42198532"/>
              <a:gd name="connsiteY15" fmla="*/ 6551812 h 6975464"/>
              <a:gd name="connsiteX16" fmla="*/ 1106548 w 42198532"/>
              <a:gd name="connsiteY16" fmla="*/ 5904403 h 6975464"/>
              <a:gd name="connsiteX17" fmla="*/ 1106548 w 42198532"/>
              <a:gd name="connsiteY17" fmla="*/ 6251370 h 6975464"/>
              <a:gd name="connsiteX18" fmla="*/ 1012693 w 42198532"/>
              <a:gd name="connsiteY18" fmla="*/ 6323918 h 6975464"/>
              <a:gd name="connsiteX19" fmla="*/ 744534 w 42198532"/>
              <a:gd name="connsiteY19" fmla="*/ 6531309 h 6975464"/>
              <a:gd name="connsiteX20" fmla="*/ 744534 w 42198532"/>
              <a:gd name="connsiteY20" fmla="*/ 6185131 h 6975464"/>
              <a:gd name="connsiteX21" fmla="*/ 873093 w 42198532"/>
              <a:gd name="connsiteY21" fmla="*/ 6085772 h 6975464"/>
              <a:gd name="connsiteX22" fmla="*/ 1106548 w 42198532"/>
              <a:gd name="connsiteY22" fmla="*/ 5904403 h 6975464"/>
              <a:gd name="connsiteX23" fmla="*/ 1739875 w 42198532"/>
              <a:gd name="connsiteY23" fmla="*/ 5788484 h 6975464"/>
              <a:gd name="connsiteX24" fmla="*/ 1726467 w 42198532"/>
              <a:gd name="connsiteY24" fmla="*/ 5794792 h 6975464"/>
              <a:gd name="connsiteX25" fmla="*/ 1739875 w 42198532"/>
              <a:gd name="connsiteY25" fmla="*/ 5788484 h 6975464"/>
              <a:gd name="connsiteX26" fmla="*/ 1488280 w 42198532"/>
              <a:gd name="connsiteY26" fmla="*/ 5613423 h 6975464"/>
              <a:gd name="connsiteX27" fmla="*/ 1726467 w 42198532"/>
              <a:gd name="connsiteY27" fmla="*/ 5794792 h 6975464"/>
              <a:gd name="connsiteX28" fmla="*/ 1853448 w 42198532"/>
              <a:gd name="connsiteY28" fmla="*/ 5890997 h 6975464"/>
              <a:gd name="connsiteX29" fmla="*/ 1489068 w 42198532"/>
              <a:gd name="connsiteY29" fmla="*/ 6174091 h 6975464"/>
              <a:gd name="connsiteX30" fmla="*/ 1123900 w 42198532"/>
              <a:gd name="connsiteY30" fmla="*/ 5896517 h 6975464"/>
              <a:gd name="connsiteX31" fmla="*/ 1488280 w 42198532"/>
              <a:gd name="connsiteY31" fmla="*/ 5613423 h 6975464"/>
              <a:gd name="connsiteX32" fmla="*/ 359648 w 42198532"/>
              <a:gd name="connsiteY32" fmla="*/ 4965225 h 6975464"/>
              <a:gd name="connsiteX33" fmla="*/ 724817 w 42198532"/>
              <a:gd name="connsiteY33" fmla="*/ 5242799 h 6975464"/>
              <a:gd name="connsiteX34" fmla="*/ 487418 w 42198532"/>
              <a:gd name="connsiteY34" fmla="*/ 5426534 h 6975464"/>
              <a:gd name="connsiteX35" fmla="*/ 493727 w 42198532"/>
              <a:gd name="connsiteY35" fmla="*/ 5437574 h 6975464"/>
              <a:gd name="connsiteX36" fmla="*/ 733493 w 42198532"/>
              <a:gd name="connsiteY36" fmla="*/ 5252262 h 6975464"/>
              <a:gd name="connsiteX37" fmla="*/ 733493 w 42198532"/>
              <a:gd name="connsiteY37" fmla="*/ 5598440 h 6975464"/>
              <a:gd name="connsiteX38" fmla="*/ 633328 w 42198532"/>
              <a:gd name="connsiteY38" fmla="*/ 5675720 h 6975464"/>
              <a:gd name="connsiteX39" fmla="*/ 641215 w 42198532"/>
              <a:gd name="connsiteY39" fmla="*/ 5688337 h 6975464"/>
              <a:gd name="connsiteX40" fmla="*/ 737436 w 42198532"/>
              <a:gd name="connsiteY40" fmla="*/ 5613423 h 6975464"/>
              <a:gd name="connsiteX41" fmla="*/ 1102605 w 42198532"/>
              <a:gd name="connsiteY41" fmla="*/ 5890997 h 6975464"/>
              <a:gd name="connsiteX42" fmla="*/ 866783 w 42198532"/>
              <a:gd name="connsiteY42" fmla="*/ 6073943 h 6975464"/>
              <a:gd name="connsiteX43" fmla="*/ 873093 w 42198532"/>
              <a:gd name="connsiteY43" fmla="*/ 6085772 h 6975464"/>
              <a:gd name="connsiteX44" fmla="*/ 865994 w 42198532"/>
              <a:gd name="connsiteY44" fmla="*/ 6074732 h 6975464"/>
              <a:gd name="connsiteX45" fmla="*/ 738225 w 42198532"/>
              <a:gd name="connsiteY45" fmla="*/ 6174091 h 6975464"/>
              <a:gd name="connsiteX46" fmla="*/ 373056 w 42198532"/>
              <a:gd name="connsiteY46" fmla="*/ 5896517 h 6975464"/>
              <a:gd name="connsiteX47" fmla="*/ 640426 w 42198532"/>
              <a:gd name="connsiteY47" fmla="*/ 5689125 h 6975464"/>
              <a:gd name="connsiteX48" fmla="*/ 633328 w 42198532"/>
              <a:gd name="connsiteY48" fmla="*/ 5676508 h 6975464"/>
              <a:gd name="connsiteX49" fmla="*/ 371479 w 42198532"/>
              <a:gd name="connsiteY49" fmla="*/ 5879169 h 6975464"/>
              <a:gd name="connsiteX50" fmla="*/ 371479 w 42198532"/>
              <a:gd name="connsiteY50" fmla="*/ 5532990 h 6975464"/>
              <a:gd name="connsiteX51" fmla="*/ 493727 w 42198532"/>
              <a:gd name="connsiteY51" fmla="*/ 5438362 h 6975464"/>
              <a:gd name="connsiteX52" fmla="*/ 486629 w 42198532"/>
              <a:gd name="connsiteY52" fmla="*/ 5426534 h 6975464"/>
              <a:gd name="connsiteX53" fmla="*/ 365169 w 42198532"/>
              <a:gd name="connsiteY53" fmla="*/ 5521161 h 6975464"/>
              <a:gd name="connsiteX54" fmla="*/ 0 w 42198532"/>
              <a:gd name="connsiteY54" fmla="*/ 5243588 h 6975464"/>
              <a:gd name="connsiteX55" fmla="*/ 359648 w 42198532"/>
              <a:gd name="connsiteY55" fmla="*/ 4965225 h 6975464"/>
              <a:gd name="connsiteX56" fmla="*/ 1106548 w 42198532"/>
              <a:gd name="connsiteY56" fmla="*/ 4604852 h 6975464"/>
              <a:gd name="connsiteX57" fmla="*/ 1106548 w 42198532"/>
              <a:gd name="connsiteY57" fmla="*/ 4951031 h 6975464"/>
              <a:gd name="connsiteX58" fmla="*/ 1018214 w 42198532"/>
              <a:gd name="connsiteY58" fmla="*/ 5019636 h 6975464"/>
              <a:gd name="connsiteX59" fmla="*/ 1025312 w 42198532"/>
              <a:gd name="connsiteY59" fmla="*/ 5030676 h 6975464"/>
              <a:gd name="connsiteX60" fmla="*/ 1017425 w 42198532"/>
              <a:gd name="connsiteY60" fmla="*/ 5020424 h 6975464"/>
              <a:gd name="connsiteX61" fmla="*/ 744534 w 42198532"/>
              <a:gd name="connsiteY61" fmla="*/ 5231759 h 6975464"/>
              <a:gd name="connsiteX62" fmla="*/ 744534 w 42198532"/>
              <a:gd name="connsiteY62" fmla="*/ 4885580 h 6975464"/>
              <a:gd name="connsiteX63" fmla="*/ 856530 w 42198532"/>
              <a:gd name="connsiteY63" fmla="*/ 4798050 h 6975464"/>
              <a:gd name="connsiteX64" fmla="*/ 849432 w 42198532"/>
              <a:gd name="connsiteY64" fmla="*/ 4787799 h 6975464"/>
              <a:gd name="connsiteX65" fmla="*/ 857319 w 42198532"/>
              <a:gd name="connsiteY65" fmla="*/ 4798050 h 6975464"/>
              <a:gd name="connsiteX66" fmla="*/ 1106548 w 42198532"/>
              <a:gd name="connsiteY66" fmla="*/ 4604852 h 6975464"/>
              <a:gd name="connsiteX67" fmla="*/ 737436 w 42198532"/>
              <a:gd name="connsiteY67" fmla="*/ 4313873 h 6975464"/>
              <a:gd name="connsiteX68" fmla="*/ 1102605 w 42198532"/>
              <a:gd name="connsiteY68" fmla="*/ 4591447 h 6975464"/>
              <a:gd name="connsiteX69" fmla="*/ 849432 w 42198532"/>
              <a:gd name="connsiteY69" fmla="*/ 4787799 h 6975464"/>
              <a:gd name="connsiteX70" fmla="*/ 738225 w 42198532"/>
              <a:gd name="connsiteY70" fmla="*/ 4873752 h 6975464"/>
              <a:gd name="connsiteX71" fmla="*/ 373056 w 42198532"/>
              <a:gd name="connsiteY71" fmla="*/ 4596178 h 6975464"/>
              <a:gd name="connsiteX72" fmla="*/ 737436 w 42198532"/>
              <a:gd name="connsiteY72" fmla="*/ 4313873 h 6975464"/>
              <a:gd name="connsiteX73" fmla="*/ 1115224 w 42198532"/>
              <a:gd name="connsiteY73" fmla="*/ 3661732 h 6975464"/>
              <a:gd name="connsiteX74" fmla="*/ 1125477 w 42198532"/>
              <a:gd name="connsiteY74" fmla="*/ 3669618 h 6975464"/>
              <a:gd name="connsiteX75" fmla="*/ 1480393 w 42198532"/>
              <a:gd name="connsiteY75" fmla="*/ 3939306 h 6975464"/>
              <a:gd name="connsiteX76" fmla="*/ 1116013 w 42198532"/>
              <a:gd name="connsiteY76" fmla="*/ 4222399 h 6975464"/>
              <a:gd name="connsiteX77" fmla="*/ 750844 w 42198532"/>
              <a:gd name="connsiteY77" fmla="*/ 3944037 h 6975464"/>
              <a:gd name="connsiteX78" fmla="*/ 1115224 w 42198532"/>
              <a:gd name="connsiteY78" fmla="*/ 3661732 h 6975464"/>
              <a:gd name="connsiteX79" fmla="*/ 1480393 w 42198532"/>
              <a:gd name="connsiteY79" fmla="*/ 2656315 h 6975464"/>
              <a:gd name="connsiteX80" fmla="*/ 1480393 w 42198532"/>
              <a:gd name="connsiteY80" fmla="*/ 3002494 h 6975464"/>
              <a:gd name="connsiteX81" fmla="*/ 1386537 w 42198532"/>
              <a:gd name="connsiteY81" fmla="*/ 3075042 h 6975464"/>
              <a:gd name="connsiteX82" fmla="*/ 1392847 w 42198532"/>
              <a:gd name="connsiteY82" fmla="*/ 3086870 h 6975464"/>
              <a:gd name="connsiteX83" fmla="*/ 1385748 w 42198532"/>
              <a:gd name="connsiteY83" fmla="*/ 3075830 h 6975464"/>
              <a:gd name="connsiteX84" fmla="*/ 1118379 w 42198532"/>
              <a:gd name="connsiteY84" fmla="*/ 3283222 h 6975464"/>
              <a:gd name="connsiteX85" fmla="*/ 1118379 w 42198532"/>
              <a:gd name="connsiteY85" fmla="*/ 2937043 h 6975464"/>
              <a:gd name="connsiteX86" fmla="*/ 1246148 w 42198532"/>
              <a:gd name="connsiteY86" fmla="*/ 2837685 h 6975464"/>
              <a:gd name="connsiteX87" fmla="*/ 1239839 w 42198532"/>
              <a:gd name="connsiteY87" fmla="*/ 2825856 h 6975464"/>
              <a:gd name="connsiteX88" fmla="*/ 1246937 w 42198532"/>
              <a:gd name="connsiteY88" fmla="*/ 2836896 h 6975464"/>
              <a:gd name="connsiteX89" fmla="*/ 1480393 w 42198532"/>
              <a:gd name="connsiteY89" fmla="*/ 2656315 h 6975464"/>
              <a:gd name="connsiteX90" fmla="*/ 732704 w 42198532"/>
              <a:gd name="connsiteY90" fmla="*/ 1716349 h 6975464"/>
              <a:gd name="connsiteX91" fmla="*/ 1097873 w 42198532"/>
              <a:gd name="connsiteY91" fmla="*/ 1993923 h 6975464"/>
              <a:gd name="connsiteX92" fmla="*/ 860473 w 42198532"/>
              <a:gd name="connsiteY92" fmla="*/ 2177658 h 6975464"/>
              <a:gd name="connsiteX93" fmla="*/ 867572 w 42198532"/>
              <a:gd name="connsiteY93" fmla="*/ 2189486 h 6975464"/>
              <a:gd name="connsiteX94" fmla="*/ 1106548 w 42198532"/>
              <a:gd name="connsiteY94" fmla="*/ 2003386 h 6975464"/>
              <a:gd name="connsiteX95" fmla="*/ 1106548 w 42198532"/>
              <a:gd name="connsiteY95" fmla="*/ 2350353 h 6975464"/>
              <a:gd name="connsiteX96" fmla="*/ 1007172 w 42198532"/>
              <a:gd name="connsiteY96" fmla="*/ 2427632 h 6975464"/>
              <a:gd name="connsiteX97" fmla="*/ 1014270 w 42198532"/>
              <a:gd name="connsiteY97" fmla="*/ 2440249 h 6975464"/>
              <a:gd name="connsiteX98" fmla="*/ 1110492 w 42198532"/>
              <a:gd name="connsiteY98" fmla="*/ 2365336 h 6975464"/>
              <a:gd name="connsiteX99" fmla="*/ 1475660 w 42198532"/>
              <a:gd name="connsiteY99" fmla="*/ 2642910 h 6975464"/>
              <a:gd name="connsiteX100" fmla="*/ 1239839 w 42198532"/>
              <a:gd name="connsiteY100" fmla="*/ 2825856 h 6975464"/>
              <a:gd name="connsiteX101" fmla="*/ 1112069 w 42198532"/>
              <a:gd name="connsiteY101" fmla="*/ 2925215 h 6975464"/>
              <a:gd name="connsiteX102" fmla="*/ 746900 w 42198532"/>
              <a:gd name="connsiteY102" fmla="*/ 2647641 h 6975464"/>
              <a:gd name="connsiteX103" fmla="*/ 1013481 w 42198532"/>
              <a:gd name="connsiteY103" fmla="*/ 2440249 h 6975464"/>
              <a:gd name="connsiteX104" fmla="*/ 1006383 w 42198532"/>
              <a:gd name="connsiteY104" fmla="*/ 2427632 h 6975464"/>
              <a:gd name="connsiteX105" fmla="*/ 744534 w 42198532"/>
              <a:gd name="connsiteY105" fmla="*/ 2631081 h 6975464"/>
              <a:gd name="connsiteX106" fmla="*/ 744534 w 42198532"/>
              <a:gd name="connsiteY106" fmla="*/ 2284114 h 6975464"/>
              <a:gd name="connsiteX107" fmla="*/ 866783 w 42198532"/>
              <a:gd name="connsiteY107" fmla="*/ 2189486 h 6975464"/>
              <a:gd name="connsiteX108" fmla="*/ 860473 w 42198532"/>
              <a:gd name="connsiteY108" fmla="*/ 2178447 h 6975464"/>
              <a:gd name="connsiteX109" fmla="*/ 738225 w 42198532"/>
              <a:gd name="connsiteY109" fmla="*/ 2273074 h 6975464"/>
              <a:gd name="connsiteX110" fmla="*/ 373056 w 42198532"/>
              <a:gd name="connsiteY110" fmla="*/ 1995500 h 6975464"/>
              <a:gd name="connsiteX111" fmla="*/ 732704 w 42198532"/>
              <a:gd name="connsiteY111" fmla="*/ 1716349 h 6975464"/>
              <a:gd name="connsiteX112" fmla="*/ 1480393 w 42198532"/>
              <a:gd name="connsiteY112" fmla="*/ 1355976 h 6975464"/>
              <a:gd name="connsiteX113" fmla="*/ 1480393 w 42198532"/>
              <a:gd name="connsiteY113" fmla="*/ 1702944 h 6975464"/>
              <a:gd name="connsiteX114" fmla="*/ 1391269 w 42198532"/>
              <a:gd name="connsiteY114" fmla="*/ 1771549 h 6975464"/>
              <a:gd name="connsiteX115" fmla="*/ 1399156 w 42198532"/>
              <a:gd name="connsiteY115" fmla="*/ 1781800 h 6975464"/>
              <a:gd name="connsiteX116" fmla="*/ 1483547 w 42198532"/>
              <a:gd name="connsiteY116" fmla="*/ 1716349 h 6975464"/>
              <a:gd name="connsiteX117" fmla="*/ 1848716 w 42198532"/>
              <a:gd name="connsiteY117" fmla="*/ 1993923 h 6975464"/>
              <a:gd name="connsiteX118" fmla="*/ 1658639 w 42198532"/>
              <a:gd name="connsiteY118" fmla="*/ 2141384 h 6975464"/>
              <a:gd name="connsiteX119" fmla="*/ 1489068 w 42198532"/>
              <a:gd name="connsiteY119" fmla="*/ 2273074 h 6975464"/>
              <a:gd name="connsiteX120" fmla="*/ 1123900 w 42198532"/>
              <a:gd name="connsiteY120" fmla="*/ 1995500 h 6975464"/>
              <a:gd name="connsiteX121" fmla="*/ 1398368 w 42198532"/>
              <a:gd name="connsiteY121" fmla="*/ 1782588 h 6975464"/>
              <a:gd name="connsiteX122" fmla="*/ 1390481 w 42198532"/>
              <a:gd name="connsiteY122" fmla="*/ 1771549 h 6975464"/>
              <a:gd name="connsiteX123" fmla="*/ 1118379 w 42198532"/>
              <a:gd name="connsiteY123" fmla="*/ 1982883 h 6975464"/>
              <a:gd name="connsiteX124" fmla="*/ 1118379 w 42198532"/>
              <a:gd name="connsiteY124" fmla="*/ 1636704 h 6975464"/>
              <a:gd name="connsiteX125" fmla="*/ 1230374 w 42198532"/>
              <a:gd name="connsiteY125" fmla="*/ 1549963 h 6975464"/>
              <a:gd name="connsiteX126" fmla="*/ 1480393 w 42198532"/>
              <a:gd name="connsiteY126" fmla="*/ 1355976 h 6975464"/>
              <a:gd name="connsiteX127" fmla="*/ 1110492 w 42198532"/>
              <a:gd name="connsiteY127" fmla="*/ 1064997 h 6975464"/>
              <a:gd name="connsiteX128" fmla="*/ 1475660 w 42198532"/>
              <a:gd name="connsiteY128" fmla="*/ 1342571 h 6975464"/>
              <a:gd name="connsiteX129" fmla="*/ 1223276 w 42198532"/>
              <a:gd name="connsiteY129" fmla="*/ 1538923 h 6975464"/>
              <a:gd name="connsiteX130" fmla="*/ 1230374 w 42198532"/>
              <a:gd name="connsiteY130" fmla="*/ 1549963 h 6975464"/>
              <a:gd name="connsiteX131" fmla="*/ 1222487 w 42198532"/>
              <a:gd name="connsiteY131" fmla="*/ 1539711 h 6975464"/>
              <a:gd name="connsiteX132" fmla="*/ 1112069 w 42198532"/>
              <a:gd name="connsiteY132" fmla="*/ 1625665 h 6975464"/>
              <a:gd name="connsiteX133" fmla="*/ 746900 w 42198532"/>
              <a:gd name="connsiteY133" fmla="*/ 1348091 h 6975464"/>
              <a:gd name="connsiteX134" fmla="*/ 1110492 w 42198532"/>
              <a:gd name="connsiteY134" fmla="*/ 1064997 h 6975464"/>
              <a:gd name="connsiteX135" fmla="*/ 1488280 w 42198532"/>
              <a:gd name="connsiteY135" fmla="*/ 413645 h 6975464"/>
              <a:gd name="connsiteX136" fmla="*/ 1498533 w 42198532"/>
              <a:gd name="connsiteY136" fmla="*/ 421530 h 6975464"/>
              <a:gd name="connsiteX137" fmla="*/ 1853448 w 42198532"/>
              <a:gd name="connsiteY137" fmla="*/ 691218 h 6975464"/>
              <a:gd name="connsiteX138" fmla="*/ 1489068 w 42198532"/>
              <a:gd name="connsiteY138" fmla="*/ 973524 h 6975464"/>
              <a:gd name="connsiteX139" fmla="*/ 1123900 w 42198532"/>
              <a:gd name="connsiteY139" fmla="*/ 695950 h 6975464"/>
              <a:gd name="connsiteX140" fmla="*/ 1488280 w 42198532"/>
              <a:gd name="connsiteY140" fmla="*/ 413645 h 6975464"/>
              <a:gd name="connsiteX141" fmla="*/ 1493012 w 42198532"/>
              <a:gd name="connsiteY141" fmla="*/ 117464 h 6975464"/>
              <a:gd name="connsiteX142" fmla="*/ 42118086 w 42198532"/>
              <a:gd name="connsiteY142" fmla="*/ 0 h 6975464"/>
              <a:gd name="connsiteX143" fmla="*/ 42198532 w 42198532"/>
              <a:gd name="connsiteY143" fmla="*/ 6799268 h 6975464"/>
              <a:gd name="connsiteX144" fmla="*/ 843615 w 42198532"/>
              <a:gd name="connsiteY144" fmla="*/ 6975464 h 6975464"/>
              <a:gd name="connsiteX145" fmla="*/ 810785 w 42198532"/>
              <a:gd name="connsiteY145" fmla="*/ 6950504 h 6975464"/>
              <a:gd name="connsiteX146" fmla="*/ 746900 w 42198532"/>
              <a:gd name="connsiteY146" fmla="*/ 6901934 h 6975464"/>
              <a:gd name="connsiteX147" fmla="*/ 746900 w 42198532"/>
              <a:gd name="connsiteY147" fmla="*/ 6547081 h 6975464"/>
              <a:gd name="connsiteX148" fmla="*/ 1019002 w 42198532"/>
              <a:gd name="connsiteY148" fmla="*/ 6335746 h 6975464"/>
              <a:gd name="connsiteX149" fmla="*/ 1012693 w 42198532"/>
              <a:gd name="connsiteY149" fmla="*/ 6323918 h 6975464"/>
              <a:gd name="connsiteX150" fmla="*/ 1019791 w 42198532"/>
              <a:gd name="connsiteY150" fmla="*/ 6334957 h 6975464"/>
              <a:gd name="connsiteX151" fmla="*/ 1110492 w 42198532"/>
              <a:gd name="connsiteY151" fmla="*/ 6264775 h 6975464"/>
              <a:gd name="connsiteX152" fmla="*/ 1489068 w 42198532"/>
              <a:gd name="connsiteY152" fmla="*/ 6553389 h 6975464"/>
              <a:gd name="connsiteX153" fmla="*/ 1870800 w 42198532"/>
              <a:gd name="connsiteY153" fmla="*/ 6257678 h 6975464"/>
              <a:gd name="connsiteX154" fmla="*/ 1870800 w 42198532"/>
              <a:gd name="connsiteY154" fmla="*/ 6139394 h 6975464"/>
              <a:gd name="connsiteX155" fmla="*/ 1857392 w 42198532"/>
              <a:gd name="connsiteY155" fmla="*/ 6144914 h 6975464"/>
              <a:gd name="connsiteX156" fmla="*/ 1857392 w 42198532"/>
              <a:gd name="connsiteY156" fmla="*/ 6251370 h 6975464"/>
              <a:gd name="connsiteX157" fmla="*/ 1495378 w 42198532"/>
              <a:gd name="connsiteY157" fmla="*/ 6531309 h 6975464"/>
              <a:gd name="connsiteX158" fmla="*/ 1495378 w 42198532"/>
              <a:gd name="connsiteY158" fmla="*/ 6185131 h 6975464"/>
              <a:gd name="connsiteX159" fmla="*/ 1857392 w 42198532"/>
              <a:gd name="connsiteY159" fmla="*/ 5904403 h 6975464"/>
              <a:gd name="connsiteX160" fmla="*/ 1857392 w 42198532"/>
              <a:gd name="connsiteY160" fmla="*/ 6144125 h 6975464"/>
              <a:gd name="connsiteX161" fmla="*/ 1870800 w 42198532"/>
              <a:gd name="connsiteY161" fmla="*/ 6138605 h 6975464"/>
              <a:gd name="connsiteX162" fmla="*/ 1870800 w 42198532"/>
              <a:gd name="connsiteY162" fmla="*/ 5887843 h 6975464"/>
              <a:gd name="connsiteX163" fmla="*/ 1739875 w 42198532"/>
              <a:gd name="connsiteY163" fmla="*/ 5788484 h 6975464"/>
              <a:gd name="connsiteX164" fmla="*/ 1497744 w 42198532"/>
              <a:gd name="connsiteY164" fmla="*/ 5604749 h 6975464"/>
              <a:gd name="connsiteX165" fmla="*/ 1497744 w 42198532"/>
              <a:gd name="connsiteY165" fmla="*/ 5424957 h 6975464"/>
              <a:gd name="connsiteX166" fmla="*/ 1484336 w 42198532"/>
              <a:gd name="connsiteY166" fmla="*/ 5427322 h 6975464"/>
              <a:gd name="connsiteX167" fmla="*/ 1484336 w 42198532"/>
              <a:gd name="connsiteY167" fmla="*/ 5598440 h 6975464"/>
              <a:gd name="connsiteX168" fmla="*/ 1122322 w 42198532"/>
              <a:gd name="connsiteY168" fmla="*/ 5879169 h 6975464"/>
              <a:gd name="connsiteX169" fmla="*/ 1122322 w 42198532"/>
              <a:gd name="connsiteY169" fmla="*/ 5532990 h 6975464"/>
              <a:gd name="connsiteX170" fmla="*/ 1292682 w 42198532"/>
              <a:gd name="connsiteY170" fmla="*/ 5400511 h 6975464"/>
              <a:gd name="connsiteX171" fmla="*/ 1285583 w 42198532"/>
              <a:gd name="connsiteY171" fmla="*/ 5390260 h 6975464"/>
              <a:gd name="connsiteX172" fmla="*/ 1116013 w 42198532"/>
              <a:gd name="connsiteY172" fmla="*/ 5521161 h 6975464"/>
              <a:gd name="connsiteX173" fmla="*/ 750844 w 42198532"/>
              <a:gd name="connsiteY173" fmla="*/ 5243588 h 6975464"/>
              <a:gd name="connsiteX174" fmla="*/ 1025312 w 42198532"/>
              <a:gd name="connsiteY174" fmla="*/ 5030676 h 6975464"/>
              <a:gd name="connsiteX175" fmla="*/ 1110492 w 42198532"/>
              <a:gd name="connsiteY175" fmla="*/ 4965225 h 6975464"/>
              <a:gd name="connsiteX176" fmla="*/ 1475660 w 42198532"/>
              <a:gd name="connsiteY176" fmla="*/ 5242799 h 6975464"/>
              <a:gd name="connsiteX177" fmla="*/ 1285583 w 42198532"/>
              <a:gd name="connsiteY177" fmla="*/ 5389472 h 6975464"/>
              <a:gd name="connsiteX178" fmla="*/ 1293470 w 42198532"/>
              <a:gd name="connsiteY178" fmla="*/ 5400511 h 6975464"/>
              <a:gd name="connsiteX179" fmla="*/ 1484336 w 42198532"/>
              <a:gd name="connsiteY179" fmla="*/ 5252262 h 6975464"/>
              <a:gd name="connsiteX180" fmla="*/ 1484336 w 42198532"/>
              <a:gd name="connsiteY180" fmla="*/ 5426534 h 6975464"/>
              <a:gd name="connsiteX181" fmla="*/ 1497744 w 42198532"/>
              <a:gd name="connsiteY181" fmla="*/ 5424168 h 6975464"/>
              <a:gd name="connsiteX182" fmla="*/ 1497744 w 42198532"/>
              <a:gd name="connsiteY182" fmla="*/ 5246742 h 6975464"/>
              <a:gd name="connsiteX183" fmla="*/ 1513518 w 42198532"/>
              <a:gd name="connsiteY183" fmla="*/ 5234125 h 6975464"/>
              <a:gd name="connsiteX184" fmla="*/ 1513518 w 42198532"/>
              <a:gd name="connsiteY184" fmla="*/ 5217565 h 6975464"/>
              <a:gd name="connsiteX185" fmla="*/ 1495378 w 42198532"/>
              <a:gd name="connsiteY185" fmla="*/ 5231759 h 6975464"/>
              <a:gd name="connsiteX186" fmla="*/ 1495378 w 42198532"/>
              <a:gd name="connsiteY186" fmla="*/ 4885580 h 6975464"/>
              <a:gd name="connsiteX187" fmla="*/ 1513518 w 42198532"/>
              <a:gd name="connsiteY187" fmla="*/ 4871386 h 6975464"/>
              <a:gd name="connsiteX188" fmla="*/ 1513518 w 42198532"/>
              <a:gd name="connsiteY188" fmla="*/ 4854826 h 6975464"/>
              <a:gd name="connsiteX189" fmla="*/ 1489068 w 42198532"/>
              <a:gd name="connsiteY189" fmla="*/ 4873752 h 6975464"/>
              <a:gd name="connsiteX190" fmla="*/ 1123900 w 42198532"/>
              <a:gd name="connsiteY190" fmla="*/ 4596178 h 6975464"/>
              <a:gd name="connsiteX191" fmla="*/ 1488280 w 42198532"/>
              <a:gd name="connsiteY191" fmla="*/ 4313873 h 6975464"/>
              <a:gd name="connsiteX192" fmla="*/ 1853448 w 42198532"/>
              <a:gd name="connsiteY192" fmla="*/ 4591447 h 6975464"/>
              <a:gd name="connsiteX193" fmla="*/ 1514307 w 42198532"/>
              <a:gd name="connsiteY193" fmla="*/ 4854826 h 6975464"/>
              <a:gd name="connsiteX194" fmla="*/ 1514307 w 42198532"/>
              <a:gd name="connsiteY194" fmla="*/ 4870598 h 6975464"/>
              <a:gd name="connsiteX195" fmla="*/ 1857392 w 42198532"/>
              <a:gd name="connsiteY195" fmla="*/ 4604852 h 6975464"/>
              <a:gd name="connsiteX196" fmla="*/ 1857392 w 42198532"/>
              <a:gd name="connsiteY196" fmla="*/ 4951031 h 6975464"/>
              <a:gd name="connsiteX197" fmla="*/ 1514307 w 42198532"/>
              <a:gd name="connsiteY197" fmla="*/ 5217565 h 6975464"/>
              <a:gd name="connsiteX198" fmla="*/ 1514307 w 42198532"/>
              <a:gd name="connsiteY198" fmla="*/ 5234125 h 6975464"/>
              <a:gd name="connsiteX199" fmla="*/ 1870800 w 42198532"/>
              <a:gd name="connsiteY199" fmla="*/ 4957339 h 6975464"/>
              <a:gd name="connsiteX200" fmla="*/ 1870800 w 42198532"/>
              <a:gd name="connsiteY200" fmla="*/ 4588292 h 6975464"/>
              <a:gd name="connsiteX201" fmla="*/ 1497744 w 42198532"/>
              <a:gd name="connsiteY201" fmla="*/ 4304410 h 6975464"/>
              <a:gd name="connsiteX202" fmla="*/ 1497744 w 42198532"/>
              <a:gd name="connsiteY202" fmla="*/ 3956654 h 6975464"/>
              <a:gd name="connsiteX203" fmla="*/ 1484336 w 42198532"/>
              <a:gd name="connsiteY203" fmla="*/ 3966905 h 6975464"/>
              <a:gd name="connsiteX204" fmla="*/ 1484336 w 42198532"/>
              <a:gd name="connsiteY204" fmla="*/ 4299679 h 6975464"/>
              <a:gd name="connsiteX205" fmla="*/ 1122322 w 42198532"/>
              <a:gd name="connsiteY205" fmla="*/ 4579618 h 6975464"/>
              <a:gd name="connsiteX206" fmla="*/ 1122322 w 42198532"/>
              <a:gd name="connsiteY206" fmla="*/ 4233439 h 6975464"/>
              <a:gd name="connsiteX207" fmla="*/ 1484336 w 42198532"/>
              <a:gd name="connsiteY207" fmla="*/ 3952712 h 6975464"/>
              <a:gd name="connsiteX208" fmla="*/ 1484336 w 42198532"/>
              <a:gd name="connsiteY208" fmla="*/ 3966117 h 6975464"/>
              <a:gd name="connsiteX209" fmla="*/ 1497744 w 42198532"/>
              <a:gd name="connsiteY209" fmla="*/ 3955866 h 6975464"/>
              <a:gd name="connsiteX210" fmla="*/ 1497744 w 42198532"/>
              <a:gd name="connsiteY210" fmla="*/ 3936152 h 6975464"/>
              <a:gd name="connsiteX211" fmla="*/ 1136519 w 42198532"/>
              <a:gd name="connsiteY211" fmla="*/ 3661732 h 6975464"/>
              <a:gd name="connsiteX212" fmla="*/ 1125477 w 42198532"/>
              <a:gd name="connsiteY212" fmla="*/ 3669618 h 6975464"/>
              <a:gd name="connsiteX213" fmla="*/ 1135730 w 42198532"/>
              <a:gd name="connsiteY213" fmla="*/ 3660943 h 6975464"/>
              <a:gd name="connsiteX214" fmla="*/ 1119956 w 42198532"/>
              <a:gd name="connsiteY214" fmla="*/ 3649115 h 6975464"/>
              <a:gd name="connsiteX215" fmla="*/ 1119956 w 42198532"/>
              <a:gd name="connsiteY215" fmla="*/ 3637286 h 6975464"/>
              <a:gd name="connsiteX216" fmla="*/ 1106548 w 42198532"/>
              <a:gd name="connsiteY216" fmla="*/ 3637286 h 6975464"/>
              <a:gd name="connsiteX217" fmla="*/ 1106548 w 42198532"/>
              <a:gd name="connsiteY217" fmla="*/ 3649903 h 6975464"/>
              <a:gd name="connsiteX218" fmla="*/ 744534 w 42198532"/>
              <a:gd name="connsiteY218" fmla="*/ 3929843 h 6975464"/>
              <a:gd name="connsiteX219" fmla="*/ 744534 w 42198532"/>
              <a:gd name="connsiteY219" fmla="*/ 3612841 h 6975464"/>
              <a:gd name="connsiteX220" fmla="*/ 744534 w 42198532"/>
              <a:gd name="connsiteY220" fmla="*/ 3584453 h 6975464"/>
              <a:gd name="connsiteX221" fmla="*/ 1106548 w 42198532"/>
              <a:gd name="connsiteY221" fmla="*/ 3303725 h 6975464"/>
              <a:gd name="connsiteX222" fmla="*/ 1106548 w 42198532"/>
              <a:gd name="connsiteY222" fmla="*/ 3617573 h 6975464"/>
              <a:gd name="connsiteX223" fmla="*/ 1106548 w 42198532"/>
              <a:gd name="connsiteY223" fmla="*/ 3636498 h 6975464"/>
              <a:gd name="connsiteX224" fmla="*/ 1119956 w 42198532"/>
              <a:gd name="connsiteY224" fmla="*/ 3636498 h 6975464"/>
              <a:gd name="connsiteX225" fmla="*/ 1119956 w 42198532"/>
              <a:gd name="connsiteY225" fmla="*/ 3298205 h 6975464"/>
              <a:gd name="connsiteX226" fmla="*/ 1392847 w 42198532"/>
              <a:gd name="connsiteY226" fmla="*/ 3086870 h 6975464"/>
              <a:gd name="connsiteX227" fmla="*/ 1483547 w 42198532"/>
              <a:gd name="connsiteY227" fmla="*/ 3016688 h 6975464"/>
              <a:gd name="connsiteX228" fmla="*/ 1862913 w 42198532"/>
              <a:gd name="connsiteY228" fmla="*/ 3304513 h 6975464"/>
              <a:gd name="connsiteX229" fmla="*/ 2243855 w 42198532"/>
              <a:gd name="connsiteY229" fmla="*/ 3008803 h 6975464"/>
              <a:gd name="connsiteX230" fmla="*/ 2243855 w 42198532"/>
              <a:gd name="connsiteY230" fmla="*/ 2891307 h 6975464"/>
              <a:gd name="connsiteX231" fmla="*/ 2231236 w 42198532"/>
              <a:gd name="connsiteY231" fmla="*/ 2896827 h 6975464"/>
              <a:gd name="connsiteX232" fmla="*/ 2231236 w 42198532"/>
              <a:gd name="connsiteY232" fmla="*/ 3002494 h 6975464"/>
              <a:gd name="connsiteX233" fmla="*/ 1869222 w 42198532"/>
              <a:gd name="connsiteY233" fmla="*/ 3283222 h 6975464"/>
              <a:gd name="connsiteX234" fmla="*/ 1869222 w 42198532"/>
              <a:gd name="connsiteY234" fmla="*/ 2937043 h 6975464"/>
              <a:gd name="connsiteX235" fmla="*/ 2231236 w 42198532"/>
              <a:gd name="connsiteY235" fmla="*/ 2656315 h 6975464"/>
              <a:gd name="connsiteX236" fmla="*/ 2231236 w 42198532"/>
              <a:gd name="connsiteY236" fmla="*/ 2896038 h 6975464"/>
              <a:gd name="connsiteX237" fmla="*/ 2243855 w 42198532"/>
              <a:gd name="connsiteY237" fmla="*/ 2890518 h 6975464"/>
              <a:gd name="connsiteX238" fmla="*/ 2243855 w 42198532"/>
              <a:gd name="connsiteY238" fmla="*/ 2639755 h 6975464"/>
              <a:gd name="connsiteX239" fmla="*/ 2113720 w 42198532"/>
              <a:gd name="connsiteY239" fmla="*/ 2540397 h 6975464"/>
              <a:gd name="connsiteX240" fmla="*/ 2100312 w 42198532"/>
              <a:gd name="connsiteY240" fmla="*/ 2546705 h 6975464"/>
              <a:gd name="connsiteX241" fmla="*/ 2226503 w 42198532"/>
              <a:gd name="connsiteY241" fmla="*/ 2642910 h 6975464"/>
              <a:gd name="connsiteX242" fmla="*/ 1862124 w 42198532"/>
              <a:gd name="connsiteY242" fmla="*/ 2925215 h 6975464"/>
              <a:gd name="connsiteX243" fmla="*/ 1496955 w 42198532"/>
              <a:gd name="connsiteY243" fmla="*/ 2647641 h 6975464"/>
              <a:gd name="connsiteX244" fmla="*/ 1861335 w 42198532"/>
              <a:gd name="connsiteY244" fmla="*/ 2365336 h 6975464"/>
              <a:gd name="connsiteX245" fmla="*/ 2099523 w 42198532"/>
              <a:gd name="connsiteY245" fmla="*/ 2545916 h 6975464"/>
              <a:gd name="connsiteX246" fmla="*/ 2112931 w 42198532"/>
              <a:gd name="connsiteY246" fmla="*/ 2539608 h 6975464"/>
              <a:gd name="connsiteX247" fmla="*/ 1870800 w 42198532"/>
              <a:gd name="connsiteY247" fmla="*/ 2355873 h 6975464"/>
              <a:gd name="connsiteX248" fmla="*/ 1870800 w 42198532"/>
              <a:gd name="connsiteY248" fmla="*/ 2176869 h 6975464"/>
              <a:gd name="connsiteX249" fmla="*/ 1857392 w 42198532"/>
              <a:gd name="connsiteY249" fmla="*/ 2178447 h 6975464"/>
              <a:gd name="connsiteX250" fmla="*/ 1857392 w 42198532"/>
              <a:gd name="connsiteY250" fmla="*/ 2350353 h 6975464"/>
              <a:gd name="connsiteX251" fmla="*/ 1496167 w 42198532"/>
              <a:gd name="connsiteY251" fmla="*/ 2631081 h 6975464"/>
              <a:gd name="connsiteX252" fmla="*/ 1496167 w 42198532"/>
              <a:gd name="connsiteY252" fmla="*/ 2284114 h 6975464"/>
              <a:gd name="connsiteX253" fmla="*/ 1666526 w 42198532"/>
              <a:gd name="connsiteY253" fmla="*/ 2152424 h 6975464"/>
              <a:gd name="connsiteX254" fmla="*/ 1658639 w 42198532"/>
              <a:gd name="connsiteY254" fmla="*/ 2141384 h 6975464"/>
              <a:gd name="connsiteX255" fmla="*/ 1666526 w 42198532"/>
              <a:gd name="connsiteY255" fmla="*/ 2151636 h 6975464"/>
              <a:gd name="connsiteX256" fmla="*/ 1857392 w 42198532"/>
              <a:gd name="connsiteY256" fmla="*/ 2003386 h 6975464"/>
              <a:gd name="connsiteX257" fmla="*/ 1857392 w 42198532"/>
              <a:gd name="connsiteY257" fmla="*/ 2177658 h 6975464"/>
              <a:gd name="connsiteX258" fmla="*/ 1870800 w 42198532"/>
              <a:gd name="connsiteY258" fmla="*/ 2176081 h 6975464"/>
              <a:gd name="connsiteX259" fmla="*/ 1870800 w 42198532"/>
              <a:gd name="connsiteY259" fmla="*/ 1998654 h 6975464"/>
              <a:gd name="connsiteX260" fmla="*/ 1886574 w 42198532"/>
              <a:gd name="connsiteY260" fmla="*/ 1986037 h 6975464"/>
              <a:gd name="connsiteX261" fmla="*/ 1886574 w 42198532"/>
              <a:gd name="connsiteY261" fmla="*/ 1969478 h 6975464"/>
              <a:gd name="connsiteX262" fmla="*/ 1869222 w 42198532"/>
              <a:gd name="connsiteY262" fmla="*/ 1982883 h 6975464"/>
              <a:gd name="connsiteX263" fmla="*/ 1869222 w 42198532"/>
              <a:gd name="connsiteY263" fmla="*/ 1636704 h 6975464"/>
              <a:gd name="connsiteX264" fmla="*/ 1886574 w 42198532"/>
              <a:gd name="connsiteY264" fmla="*/ 1623299 h 6975464"/>
              <a:gd name="connsiteX265" fmla="*/ 1886574 w 42198532"/>
              <a:gd name="connsiteY265" fmla="*/ 1606739 h 6975464"/>
              <a:gd name="connsiteX266" fmla="*/ 1862124 w 42198532"/>
              <a:gd name="connsiteY266" fmla="*/ 1625665 h 6975464"/>
              <a:gd name="connsiteX267" fmla="*/ 1496955 w 42198532"/>
              <a:gd name="connsiteY267" fmla="*/ 1348091 h 6975464"/>
              <a:gd name="connsiteX268" fmla="*/ 1861335 w 42198532"/>
              <a:gd name="connsiteY268" fmla="*/ 1064997 h 6975464"/>
              <a:gd name="connsiteX269" fmla="*/ 2226503 w 42198532"/>
              <a:gd name="connsiteY269" fmla="*/ 1342571 h 6975464"/>
              <a:gd name="connsiteX270" fmla="*/ 1887362 w 42198532"/>
              <a:gd name="connsiteY270" fmla="*/ 1605951 h 6975464"/>
              <a:gd name="connsiteX271" fmla="*/ 1887362 w 42198532"/>
              <a:gd name="connsiteY271" fmla="*/ 1622510 h 6975464"/>
              <a:gd name="connsiteX272" fmla="*/ 2231236 w 42198532"/>
              <a:gd name="connsiteY272" fmla="*/ 1355976 h 6975464"/>
              <a:gd name="connsiteX273" fmla="*/ 2231236 w 42198532"/>
              <a:gd name="connsiteY273" fmla="*/ 1702944 h 6975464"/>
              <a:gd name="connsiteX274" fmla="*/ 1887362 w 42198532"/>
              <a:gd name="connsiteY274" fmla="*/ 1968689 h 6975464"/>
              <a:gd name="connsiteX275" fmla="*/ 1887362 w 42198532"/>
              <a:gd name="connsiteY275" fmla="*/ 1985249 h 6975464"/>
              <a:gd name="connsiteX276" fmla="*/ 2243855 w 42198532"/>
              <a:gd name="connsiteY276" fmla="*/ 1709252 h 6975464"/>
              <a:gd name="connsiteX277" fmla="*/ 2243855 w 42198532"/>
              <a:gd name="connsiteY277" fmla="*/ 1339416 h 6975464"/>
              <a:gd name="connsiteX278" fmla="*/ 1870800 w 42198532"/>
              <a:gd name="connsiteY278" fmla="*/ 1056323 h 6975464"/>
              <a:gd name="connsiteX279" fmla="*/ 1870800 w 42198532"/>
              <a:gd name="connsiteY279" fmla="*/ 707778 h 6975464"/>
              <a:gd name="connsiteX280" fmla="*/ 1857392 w 42198532"/>
              <a:gd name="connsiteY280" fmla="*/ 718030 h 6975464"/>
              <a:gd name="connsiteX281" fmla="*/ 1857392 w 42198532"/>
              <a:gd name="connsiteY281" fmla="*/ 1050803 h 6975464"/>
              <a:gd name="connsiteX282" fmla="*/ 1496167 w 42198532"/>
              <a:gd name="connsiteY282" fmla="*/ 1331531 h 6975464"/>
              <a:gd name="connsiteX283" fmla="*/ 1496167 w 42198532"/>
              <a:gd name="connsiteY283" fmla="*/ 985352 h 6975464"/>
              <a:gd name="connsiteX284" fmla="*/ 1857392 w 42198532"/>
              <a:gd name="connsiteY284" fmla="*/ 704624 h 6975464"/>
              <a:gd name="connsiteX285" fmla="*/ 1857392 w 42198532"/>
              <a:gd name="connsiteY285" fmla="*/ 717241 h 6975464"/>
              <a:gd name="connsiteX286" fmla="*/ 1870800 w 42198532"/>
              <a:gd name="connsiteY286" fmla="*/ 706990 h 6975464"/>
              <a:gd name="connsiteX287" fmla="*/ 1870800 w 42198532"/>
              <a:gd name="connsiteY287" fmla="*/ 688064 h 6975464"/>
              <a:gd name="connsiteX288" fmla="*/ 1509574 w 42198532"/>
              <a:gd name="connsiteY288" fmla="*/ 412856 h 6975464"/>
              <a:gd name="connsiteX289" fmla="*/ 1498533 w 42198532"/>
              <a:gd name="connsiteY289" fmla="*/ 421530 h 6975464"/>
              <a:gd name="connsiteX290" fmla="*/ 1508786 w 42198532"/>
              <a:gd name="connsiteY290" fmla="*/ 412856 h 6975464"/>
              <a:gd name="connsiteX291" fmla="*/ 1493012 w 42198532"/>
              <a:gd name="connsiteY291" fmla="*/ 401028 h 6975464"/>
              <a:gd name="connsiteX292" fmla="*/ 1493012 w 42198532"/>
              <a:gd name="connsiteY292" fmla="*/ 119417 h 6975464"/>
              <a:gd name="connsiteX293" fmla="*/ 1493012 w 42198532"/>
              <a:gd name="connsiteY293" fmla="*/ 117464 h 6975464"/>
              <a:gd name="connsiteX294" fmla="*/ 1398859 w 42198532"/>
              <a:gd name="connsiteY294" fmla="*/ 117464 h 6975464"/>
              <a:gd name="connsiteX295" fmla="*/ 1480393 w 42198532"/>
              <a:gd name="connsiteY295" fmla="*/ 117464 h 6975464"/>
              <a:gd name="connsiteX296" fmla="*/ 1480393 w 42198532"/>
              <a:gd name="connsiteY296" fmla="*/ 201868 h 6975464"/>
              <a:gd name="connsiteX297" fmla="*/ 1480393 w 42198532"/>
              <a:gd name="connsiteY297" fmla="*/ 401028 h 6975464"/>
              <a:gd name="connsiteX298" fmla="*/ 1118379 w 42198532"/>
              <a:gd name="connsiteY298" fmla="*/ 681756 h 6975464"/>
              <a:gd name="connsiteX299" fmla="*/ 1118379 w 42198532"/>
              <a:gd name="connsiteY299" fmla="*/ 335577 h 6975464"/>
              <a:gd name="connsiteX300" fmla="*/ 1379242 w 42198532"/>
              <a:gd name="connsiteY300" fmla="*/ 132719 h 6975464"/>
              <a:gd name="connsiteX301" fmla="*/ 1398859 w 42198532"/>
              <a:gd name="connsiteY301" fmla="*/ 117464 h 6975464"/>
              <a:gd name="connsiteX302" fmla="*/ 840168 w 42198532"/>
              <a:gd name="connsiteY302" fmla="*/ 117464 h 6975464"/>
              <a:gd name="connsiteX303" fmla="*/ 1377550 w 42198532"/>
              <a:gd name="connsiteY303" fmla="*/ 117464 h 6975464"/>
              <a:gd name="connsiteX304" fmla="*/ 1301753 w 42198532"/>
              <a:gd name="connsiteY304" fmla="*/ 176360 h 6975464"/>
              <a:gd name="connsiteX305" fmla="*/ 1112069 w 42198532"/>
              <a:gd name="connsiteY305" fmla="*/ 323748 h 6975464"/>
              <a:gd name="connsiteX306" fmla="*/ 857417 w 42198532"/>
              <a:gd name="connsiteY306" fmla="*/ 130551 h 6975464"/>
              <a:gd name="connsiteX307" fmla="*/ 840168 w 42198532"/>
              <a:gd name="connsiteY307" fmla="*/ 117464 h 6975464"/>
              <a:gd name="connsiteX0" fmla="*/ 738225 w 42198532"/>
              <a:gd name="connsiteY0" fmla="*/ 6911396 h 7004830"/>
              <a:gd name="connsiteX1" fmla="*/ 814828 w 42198532"/>
              <a:gd name="connsiteY1" fmla="*/ 6969750 h 7004830"/>
              <a:gd name="connsiteX2" fmla="*/ 822329 w 42198532"/>
              <a:gd name="connsiteY2" fmla="*/ 6975464 h 7004830"/>
              <a:gd name="connsiteX3" fmla="*/ 655724 w 42198532"/>
              <a:gd name="connsiteY3" fmla="*/ 6975464 h 7004830"/>
              <a:gd name="connsiteX4" fmla="*/ 656989 w 42198532"/>
              <a:gd name="connsiteY4" fmla="*/ 6974481 h 7004830"/>
              <a:gd name="connsiteX5" fmla="*/ 738225 w 42198532"/>
              <a:gd name="connsiteY5" fmla="*/ 6911396 h 7004830"/>
              <a:gd name="connsiteX6" fmla="*/ 733493 w 42198532"/>
              <a:gd name="connsiteY6" fmla="*/ 6551812 h 7004830"/>
              <a:gd name="connsiteX7" fmla="*/ 733493 w 42198532"/>
              <a:gd name="connsiteY7" fmla="*/ 6897991 h 7004830"/>
              <a:gd name="connsiteX8" fmla="*/ 639637 w 42198532"/>
              <a:gd name="connsiteY8" fmla="*/ 6970539 h 7004830"/>
              <a:gd name="connsiteX9" fmla="*/ 656989 w 42198532"/>
              <a:gd name="connsiteY9" fmla="*/ 6974481 h 7004830"/>
              <a:gd name="connsiteX10" fmla="*/ 638848 w 42198532"/>
              <a:gd name="connsiteY10" fmla="*/ 6971327 h 7004830"/>
              <a:gd name="connsiteX11" fmla="*/ 633515 w 42198532"/>
              <a:gd name="connsiteY11" fmla="*/ 6975464 h 7004830"/>
              <a:gd name="connsiteX12" fmla="*/ 371479 w 42198532"/>
              <a:gd name="connsiteY12" fmla="*/ 6975464 h 7004830"/>
              <a:gd name="connsiteX13" fmla="*/ 371479 w 42198532"/>
              <a:gd name="connsiteY13" fmla="*/ 6917056 h 7004830"/>
              <a:gd name="connsiteX14" fmla="*/ 371479 w 42198532"/>
              <a:gd name="connsiteY14" fmla="*/ 6832540 h 7004830"/>
              <a:gd name="connsiteX15" fmla="*/ 733493 w 42198532"/>
              <a:gd name="connsiteY15" fmla="*/ 6551812 h 7004830"/>
              <a:gd name="connsiteX16" fmla="*/ 1106548 w 42198532"/>
              <a:gd name="connsiteY16" fmla="*/ 5904403 h 7004830"/>
              <a:gd name="connsiteX17" fmla="*/ 1106548 w 42198532"/>
              <a:gd name="connsiteY17" fmla="*/ 6251370 h 7004830"/>
              <a:gd name="connsiteX18" fmla="*/ 1012693 w 42198532"/>
              <a:gd name="connsiteY18" fmla="*/ 6323918 h 7004830"/>
              <a:gd name="connsiteX19" fmla="*/ 744534 w 42198532"/>
              <a:gd name="connsiteY19" fmla="*/ 6531309 h 7004830"/>
              <a:gd name="connsiteX20" fmla="*/ 744534 w 42198532"/>
              <a:gd name="connsiteY20" fmla="*/ 6185131 h 7004830"/>
              <a:gd name="connsiteX21" fmla="*/ 873093 w 42198532"/>
              <a:gd name="connsiteY21" fmla="*/ 6085772 h 7004830"/>
              <a:gd name="connsiteX22" fmla="*/ 1106548 w 42198532"/>
              <a:gd name="connsiteY22" fmla="*/ 5904403 h 7004830"/>
              <a:gd name="connsiteX23" fmla="*/ 1739875 w 42198532"/>
              <a:gd name="connsiteY23" fmla="*/ 5788484 h 7004830"/>
              <a:gd name="connsiteX24" fmla="*/ 1726467 w 42198532"/>
              <a:gd name="connsiteY24" fmla="*/ 5794792 h 7004830"/>
              <a:gd name="connsiteX25" fmla="*/ 1739875 w 42198532"/>
              <a:gd name="connsiteY25" fmla="*/ 5788484 h 7004830"/>
              <a:gd name="connsiteX26" fmla="*/ 1488280 w 42198532"/>
              <a:gd name="connsiteY26" fmla="*/ 5613423 h 7004830"/>
              <a:gd name="connsiteX27" fmla="*/ 1726467 w 42198532"/>
              <a:gd name="connsiteY27" fmla="*/ 5794792 h 7004830"/>
              <a:gd name="connsiteX28" fmla="*/ 1853448 w 42198532"/>
              <a:gd name="connsiteY28" fmla="*/ 5890997 h 7004830"/>
              <a:gd name="connsiteX29" fmla="*/ 1489068 w 42198532"/>
              <a:gd name="connsiteY29" fmla="*/ 6174091 h 7004830"/>
              <a:gd name="connsiteX30" fmla="*/ 1123900 w 42198532"/>
              <a:gd name="connsiteY30" fmla="*/ 5896517 h 7004830"/>
              <a:gd name="connsiteX31" fmla="*/ 1488280 w 42198532"/>
              <a:gd name="connsiteY31" fmla="*/ 5613423 h 7004830"/>
              <a:gd name="connsiteX32" fmla="*/ 359648 w 42198532"/>
              <a:gd name="connsiteY32" fmla="*/ 4965225 h 7004830"/>
              <a:gd name="connsiteX33" fmla="*/ 724817 w 42198532"/>
              <a:gd name="connsiteY33" fmla="*/ 5242799 h 7004830"/>
              <a:gd name="connsiteX34" fmla="*/ 487418 w 42198532"/>
              <a:gd name="connsiteY34" fmla="*/ 5426534 h 7004830"/>
              <a:gd name="connsiteX35" fmla="*/ 493727 w 42198532"/>
              <a:gd name="connsiteY35" fmla="*/ 5437574 h 7004830"/>
              <a:gd name="connsiteX36" fmla="*/ 733493 w 42198532"/>
              <a:gd name="connsiteY36" fmla="*/ 5252262 h 7004830"/>
              <a:gd name="connsiteX37" fmla="*/ 733493 w 42198532"/>
              <a:gd name="connsiteY37" fmla="*/ 5598440 h 7004830"/>
              <a:gd name="connsiteX38" fmla="*/ 633328 w 42198532"/>
              <a:gd name="connsiteY38" fmla="*/ 5675720 h 7004830"/>
              <a:gd name="connsiteX39" fmla="*/ 641215 w 42198532"/>
              <a:gd name="connsiteY39" fmla="*/ 5688337 h 7004830"/>
              <a:gd name="connsiteX40" fmla="*/ 737436 w 42198532"/>
              <a:gd name="connsiteY40" fmla="*/ 5613423 h 7004830"/>
              <a:gd name="connsiteX41" fmla="*/ 1102605 w 42198532"/>
              <a:gd name="connsiteY41" fmla="*/ 5890997 h 7004830"/>
              <a:gd name="connsiteX42" fmla="*/ 866783 w 42198532"/>
              <a:gd name="connsiteY42" fmla="*/ 6073943 h 7004830"/>
              <a:gd name="connsiteX43" fmla="*/ 873093 w 42198532"/>
              <a:gd name="connsiteY43" fmla="*/ 6085772 h 7004830"/>
              <a:gd name="connsiteX44" fmla="*/ 865994 w 42198532"/>
              <a:gd name="connsiteY44" fmla="*/ 6074732 h 7004830"/>
              <a:gd name="connsiteX45" fmla="*/ 738225 w 42198532"/>
              <a:gd name="connsiteY45" fmla="*/ 6174091 h 7004830"/>
              <a:gd name="connsiteX46" fmla="*/ 373056 w 42198532"/>
              <a:gd name="connsiteY46" fmla="*/ 5896517 h 7004830"/>
              <a:gd name="connsiteX47" fmla="*/ 640426 w 42198532"/>
              <a:gd name="connsiteY47" fmla="*/ 5689125 h 7004830"/>
              <a:gd name="connsiteX48" fmla="*/ 633328 w 42198532"/>
              <a:gd name="connsiteY48" fmla="*/ 5676508 h 7004830"/>
              <a:gd name="connsiteX49" fmla="*/ 371479 w 42198532"/>
              <a:gd name="connsiteY49" fmla="*/ 5879169 h 7004830"/>
              <a:gd name="connsiteX50" fmla="*/ 371479 w 42198532"/>
              <a:gd name="connsiteY50" fmla="*/ 5532990 h 7004830"/>
              <a:gd name="connsiteX51" fmla="*/ 493727 w 42198532"/>
              <a:gd name="connsiteY51" fmla="*/ 5438362 h 7004830"/>
              <a:gd name="connsiteX52" fmla="*/ 486629 w 42198532"/>
              <a:gd name="connsiteY52" fmla="*/ 5426534 h 7004830"/>
              <a:gd name="connsiteX53" fmla="*/ 365169 w 42198532"/>
              <a:gd name="connsiteY53" fmla="*/ 5521161 h 7004830"/>
              <a:gd name="connsiteX54" fmla="*/ 0 w 42198532"/>
              <a:gd name="connsiteY54" fmla="*/ 5243588 h 7004830"/>
              <a:gd name="connsiteX55" fmla="*/ 359648 w 42198532"/>
              <a:gd name="connsiteY55" fmla="*/ 4965225 h 7004830"/>
              <a:gd name="connsiteX56" fmla="*/ 1106548 w 42198532"/>
              <a:gd name="connsiteY56" fmla="*/ 4604852 h 7004830"/>
              <a:gd name="connsiteX57" fmla="*/ 1106548 w 42198532"/>
              <a:gd name="connsiteY57" fmla="*/ 4951031 h 7004830"/>
              <a:gd name="connsiteX58" fmla="*/ 1018214 w 42198532"/>
              <a:gd name="connsiteY58" fmla="*/ 5019636 h 7004830"/>
              <a:gd name="connsiteX59" fmla="*/ 1025312 w 42198532"/>
              <a:gd name="connsiteY59" fmla="*/ 5030676 h 7004830"/>
              <a:gd name="connsiteX60" fmla="*/ 1017425 w 42198532"/>
              <a:gd name="connsiteY60" fmla="*/ 5020424 h 7004830"/>
              <a:gd name="connsiteX61" fmla="*/ 744534 w 42198532"/>
              <a:gd name="connsiteY61" fmla="*/ 5231759 h 7004830"/>
              <a:gd name="connsiteX62" fmla="*/ 744534 w 42198532"/>
              <a:gd name="connsiteY62" fmla="*/ 4885580 h 7004830"/>
              <a:gd name="connsiteX63" fmla="*/ 856530 w 42198532"/>
              <a:gd name="connsiteY63" fmla="*/ 4798050 h 7004830"/>
              <a:gd name="connsiteX64" fmla="*/ 849432 w 42198532"/>
              <a:gd name="connsiteY64" fmla="*/ 4787799 h 7004830"/>
              <a:gd name="connsiteX65" fmla="*/ 857319 w 42198532"/>
              <a:gd name="connsiteY65" fmla="*/ 4798050 h 7004830"/>
              <a:gd name="connsiteX66" fmla="*/ 1106548 w 42198532"/>
              <a:gd name="connsiteY66" fmla="*/ 4604852 h 7004830"/>
              <a:gd name="connsiteX67" fmla="*/ 737436 w 42198532"/>
              <a:gd name="connsiteY67" fmla="*/ 4313873 h 7004830"/>
              <a:gd name="connsiteX68" fmla="*/ 1102605 w 42198532"/>
              <a:gd name="connsiteY68" fmla="*/ 4591447 h 7004830"/>
              <a:gd name="connsiteX69" fmla="*/ 849432 w 42198532"/>
              <a:gd name="connsiteY69" fmla="*/ 4787799 h 7004830"/>
              <a:gd name="connsiteX70" fmla="*/ 738225 w 42198532"/>
              <a:gd name="connsiteY70" fmla="*/ 4873752 h 7004830"/>
              <a:gd name="connsiteX71" fmla="*/ 373056 w 42198532"/>
              <a:gd name="connsiteY71" fmla="*/ 4596178 h 7004830"/>
              <a:gd name="connsiteX72" fmla="*/ 737436 w 42198532"/>
              <a:gd name="connsiteY72" fmla="*/ 4313873 h 7004830"/>
              <a:gd name="connsiteX73" fmla="*/ 1115224 w 42198532"/>
              <a:gd name="connsiteY73" fmla="*/ 3661732 h 7004830"/>
              <a:gd name="connsiteX74" fmla="*/ 1125477 w 42198532"/>
              <a:gd name="connsiteY74" fmla="*/ 3669618 h 7004830"/>
              <a:gd name="connsiteX75" fmla="*/ 1480393 w 42198532"/>
              <a:gd name="connsiteY75" fmla="*/ 3939306 h 7004830"/>
              <a:gd name="connsiteX76" fmla="*/ 1116013 w 42198532"/>
              <a:gd name="connsiteY76" fmla="*/ 4222399 h 7004830"/>
              <a:gd name="connsiteX77" fmla="*/ 750844 w 42198532"/>
              <a:gd name="connsiteY77" fmla="*/ 3944037 h 7004830"/>
              <a:gd name="connsiteX78" fmla="*/ 1115224 w 42198532"/>
              <a:gd name="connsiteY78" fmla="*/ 3661732 h 7004830"/>
              <a:gd name="connsiteX79" fmla="*/ 1480393 w 42198532"/>
              <a:gd name="connsiteY79" fmla="*/ 2656315 h 7004830"/>
              <a:gd name="connsiteX80" fmla="*/ 1480393 w 42198532"/>
              <a:gd name="connsiteY80" fmla="*/ 3002494 h 7004830"/>
              <a:gd name="connsiteX81" fmla="*/ 1386537 w 42198532"/>
              <a:gd name="connsiteY81" fmla="*/ 3075042 h 7004830"/>
              <a:gd name="connsiteX82" fmla="*/ 1392847 w 42198532"/>
              <a:gd name="connsiteY82" fmla="*/ 3086870 h 7004830"/>
              <a:gd name="connsiteX83" fmla="*/ 1385748 w 42198532"/>
              <a:gd name="connsiteY83" fmla="*/ 3075830 h 7004830"/>
              <a:gd name="connsiteX84" fmla="*/ 1118379 w 42198532"/>
              <a:gd name="connsiteY84" fmla="*/ 3283222 h 7004830"/>
              <a:gd name="connsiteX85" fmla="*/ 1118379 w 42198532"/>
              <a:gd name="connsiteY85" fmla="*/ 2937043 h 7004830"/>
              <a:gd name="connsiteX86" fmla="*/ 1246148 w 42198532"/>
              <a:gd name="connsiteY86" fmla="*/ 2837685 h 7004830"/>
              <a:gd name="connsiteX87" fmla="*/ 1239839 w 42198532"/>
              <a:gd name="connsiteY87" fmla="*/ 2825856 h 7004830"/>
              <a:gd name="connsiteX88" fmla="*/ 1246937 w 42198532"/>
              <a:gd name="connsiteY88" fmla="*/ 2836896 h 7004830"/>
              <a:gd name="connsiteX89" fmla="*/ 1480393 w 42198532"/>
              <a:gd name="connsiteY89" fmla="*/ 2656315 h 7004830"/>
              <a:gd name="connsiteX90" fmla="*/ 732704 w 42198532"/>
              <a:gd name="connsiteY90" fmla="*/ 1716349 h 7004830"/>
              <a:gd name="connsiteX91" fmla="*/ 1097873 w 42198532"/>
              <a:gd name="connsiteY91" fmla="*/ 1993923 h 7004830"/>
              <a:gd name="connsiteX92" fmla="*/ 860473 w 42198532"/>
              <a:gd name="connsiteY92" fmla="*/ 2177658 h 7004830"/>
              <a:gd name="connsiteX93" fmla="*/ 867572 w 42198532"/>
              <a:gd name="connsiteY93" fmla="*/ 2189486 h 7004830"/>
              <a:gd name="connsiteX94" fmla="*/ 1106548 w 42198532"/>
              <a:gd name="connsiteY94" fmla="*/ 2003386 h 7004830"/>
              <a:gd name="connsiteX95" fmla="*/ 1106548 w 42198532"/>
              <a:gd name="connsiteY95" fmla="*/ 2350353 h 7004830"/>
              <a:gd name="connsiteX96" fmla="*/ 1007172 w 42198532"/>
              <a:gd name="connsiteY96" fmla="*/ 2427632 h 7004830"/>
              <a:gd name="connsiteX97" fmla="*/ 1014270 w 42198532"/>
              <a:gd name="connsiteY97" fmla="*/ 2440249 h 7004830"/>
              <a:gd name="connsiteX98" fmla="*/ 1110492 w 42198532"/>
              <a:gd name="connsiteY98" fmla="*/ 2365336 h 7004830"/>
              <a:gd name="connsiteX99" fmla="*/ 1475660 w 42198532"/>
              <a:gd name="connsiteY99" fmla="*/ 2642910 h 7004830"/>
              <a:gd name="connsiteX100" fmla="*/ 1239839 w 42198532"/>
              <a:gd name="connsiteY100" fmla="*/ 2825856 h 7004830"/>
              <a:gd name="connsiteX101" fmla="*/ 1112069 w 42198532"/>
              <a:gd name="connsiteY101" fmla="*/ 2925215 h 7004830"/>
              <a:gd name="connsiteX102" fmla="*/ 746900 w 42198532"/>
              <a:gd name="connsiteY102" fmla="*/ 2647641 h 7004830"/>
              <a:gd name="connsiteX103" fmla="*/ 1013481 w 42198532"/>
              <a:gd name="connsiteY103" fmla="*/ 2440249 h 7004830"/>
              <a:gd name="connsiteX104" fmla="*/ 1006383 w 42198532"/>
              <a:gd name="connsiteY104" fmla="*/ 2427632 h 7004830"/>
              <a:gd name="connsiteX105" fmla="*/ 744534 w 42198532"/>
              <a:gd name="connsiteY105" fmla="*/ 2631081 h 7004830"/>
              <a:gd name="connsiteX106" fmla="*/ 744534 w 42198532"/>
              <a:gd name="connsiteY106" fmla="*/ 2284114 h 7004830"/>
              <a:gd name="connsiteX107" fmla="*/ 866783 w 42198532"/>
              <a:gd name="connsiteY107" fmla="*/ 2189486 h 7004830"/>
              <a:gd name="connsiteX108" fmla="*/ 860473 w 42198532"/>
              <a:gd name="connsiteY108" fmla="*/ 2178447 h 7004830"/>
              <a:gd name="connsiteX109" fmla="*/ 738225 w 42198532"/>
              <a:gd name="connsiteY109" fmla="*/ 2273074 h 7004830"/>
              <a:gd name="connsiteX110" fmla="*/ 373056 w 42198532"/>
              <a:gd name="connsiteY110" fmla="*/ 1995500 h 7004830"/>
              <a:gd name="connsiteX111" fmla="*/ 732704 w 42198532"/>
              <a:gd name="connsiteY111" fmla="*/ 1716349 h 7004830"/>
              <a:gd name="connsiteX112" fmla="*/ 1480393 w 42198532"/>
              <a:gd name="connsiteY112" fmla="*/ 1355976 h 7004830"/>
              <a:gd name="connsiteX113" fmla="*/ 1480393 w 42198532"/>
              <a:gd name="connsiteY113" fmla="*/ 1702944 h 7004830"/>
              <a:gd name="connsiteX114" fmla="*/ 1391269 w 42198532"/>
              <a:gd name="connsiteY114" fmla="*/ 1771549 h 7004830"/>
              <a:gd name="connsiteX115" fmla="*/ 1399156 w 42198532"/>
              <a:gd name="connsiteY115" fmla="*/ 1781800 h 7004830"/>
              <a:gd name="connsiteX116" fmla="*/ 1483547 w 42198532"/>
              <a:gd name="connsiteY116" fmla="*/ 1716349 h 7004830"/>
              <a:gd name="connsiteX117" fmla="*/ 1848716 w 42198532"/>
              <a:gd name="connsiteY117" fmla="*/ 1993923 h 7004830"/>
              <a:gd name="connsiteX118" fmla="*/ 1658639 w 42198532"/>
              <a:gd name="connsiteY118" fmla="*/ 2141384 h 7004830"/>
              <a:gd name="connsiteX119" fmla="*/ 1489068 w 42198532"/>
              <a:gd name="connsiteY119" fmla="*/ 2273074 h 7004830"/>
              <a:gd name="connsiteX120" fmla="*/ 1123900 w 42198532"/>
              <a:gd name="connsiteY120" fmla="*/ 1995500 h 7004830"/>
              <a:gd name="connsiteX121" fmla="*/ 1398368 w 42198532"/>
              <a:gd name="connsiteY121" fmla="*/ 1782588 h 7004830"/>
              <a:gd name="connsiteX122" fmla="*/ 1390481 w 42198532"/>
              <a:gd name="connsiteY122" fmla="*/ 1771549 h 7004830"/>
              <a:gd name="connsiteX123" fmla="*/ 1118379 w 42198532"/>
              <a:gd name="connsiteY123" fmla="*/ 1982883 h 7004830"/>
              <a:gd name="connsiteX124" fmla="*/ 1118379 w 42198532"/>
              <a:gd name="connsiteY124" fmla="*/ 1636704 h 7004830"/>
              <a:gd name="connsiteX125" fmla="*/ 1230374 w 42198532"/>
              <a:gd name="connsiteY125" fmla="*/ 1549963 h 7004830"/>
              <a:gd name="connsiteX126" fmla="*/ 1480393 w 42198532"/>
              <a:gd name="connsiteY126" fmla="*/ 1355976 h 7004830"/>
              <a:gd name="connsiteX127" fmla="*/ 1110492 w 42198532"/>
              <a:gd name="connsiteY127" fmla="*/ 1064997 h 7004830"/>
              <a:gd name="connsiteX128" fmla="*/ 1475660 w 42198532"/>
              <a:gd name="connsiteY128" fmla="*/ 1342571 h 7004830"/>
              <a:gd name="connsiteX129" fmla="*/ 1223276 w 42198532"/>
              <a:gd name="connsiteY129" fmla="*/ 1538923 h 7004830"/>
              <a:gd name="connsiteX130" fmla="*/ 1230374 w 42198532"/>
              <a:gd name="connsiteY130" fmla="*/ 1549963 h 7004830"/>
              <a:gd name="connsiteX131" fmla="*/ 1222487 w 42198532"/>
              <a:gd name="connsiteY131" fmla="*/ 1539711 h 7004830"/>
              <a:gd name="connsiteX132" fmla="*/ 1112069 w 42198532"/>
              <a:gd name="connsiteY132" fmla="*/ 1625665 h 7004830"/>
              <a:gd name="connsiteX133" fmla="*/ 746900 w 42198532"/>
              <a:gd name="connsiteY133" fmla="*/ 1348091 h 7004830"/>
              <a:gd name="connsiteX134" fmla="*/ 1110492 w 42198532"/>
              <a:gd name="connsiteY134" fmla="*/ 1064997 h 7004830"/>
              <a:gd name="connsiteX135" fmla="*/ 1488280 w 42198532"/>
              <a:gd name="connsiteY135" fmla="*/ 413645 h 7004830"/>
              <a:gd name="connsiteX136" fmla="*/ 1498533 w 42198532"/>
              <a:gd name="connsiteY136" fmla="*/ 421530 h 7004830"/>
              <a:gd name="connsiteX137" fmla="*/ 1853448 w 42198532"/>
              <a:gd name="connsiteY137" fmla="*/ 691218 h 7004830"/>
              <a:gd name="connsiteX138" fmla="*/ 1489068 w 42198532"/>
              <a:gd name="connsiteY138" fmla="*/ 973524 h 7004830"/>
              <a:gd name="connsiteX139" fmla="*/ 1123900 w 42198532"/>
              <a:gd name="connsiteY139" fmla="*/ 695950 h 7004830"/>
              <a:gd name="connsiteX140" fmla="*/ 1488280 w 42198532"/>
              <a:gd name="connsiteY140" fmla="*/ 413645 h 7004830"/>
              <a:gd name="connsiteX141" fmla="*/ 1493012 w 42198532"/>
              <a:gd name="connsiteY141" fmla="*/ 117464 h 7004830"/>
              <a:gd name="connsiteX142" fmla="*/ 42118086 w 42198532"/>
              <a:gd name="connsiteY142" fmla="*/ 0 h 7004830"/>
              <a:gd name="connsiteX143" fmla="*/ 42198532 w 42198532"/>
              <a:gd name="connsiteY143" fmla="*/ 7004830 h 7004830"/>
              <a:gd name="connsiteX144" fmla="*/ 843615 w 42198532"/>
              <a:gd name="connsiteY144" fmla="*/ 6975464 h 7004830"/>
              <a:gd name="connsiteX145" fmla="*/ 810785 w 42198532"/>
              <a:gd name="connsiteY145" fmla="*/ 6950504 h 7004830"/>
              <a:gd name="connsiteX146" fmla="*/ 746900 w 42198532"/>
              <a:gd name="connsiteY146" fmla="*/ 6901934 h 7004830"/>
              <a:gd name="connsiteX147" fmla="*/ 746900 w 42198532"/>
              <a:gd name="connsiteY147" fmla="*/ 6547081 h 7004830"/>
              <a:gd name="connsiteX148" fmla="*/ 1019002 w 42198532"/>
              <a:gd name="connsiteY148" fmla="*/ 6335746 h 7004830"/>
              <a:gd name="connsiteX149" fmla="*/ 1012693 w 42198532"/>
              <a:gd name="connsiteY149" fmla="*/ 6323918 h 7004830"/>
              <a:gd name="connsiteX150" fmla="*/ 1019791 w 42198532"/>
              <a:gd name="connsiteY150" fmla="*/ 6334957 h 7004830"/>
              <a:gd name="connsiteX151" fmla="*/ 1110492 w 42198532"/>
              <a:gd name="connsiteY151" fmla="*/ 6264775 h 7004830"/>
              <a:gd name="connsiteX152" fmla="*/ 1489068 w 42198532"/>
              <a:gd name="connsiteY152" fmla="*/ 6553389 h 7004830"/>
              <a:gd name="connsiteX153" fmla="*/ 1870800 w 42198532"/>
              <a:gd name="connsiteY153" fmla="*/ 6257678 h 7004830"/>
              <a:gd name="connsiteX154" fmla="*/ 1870800 w 42198532"/>
              <a:gd name="connsiteY154" fmla="*/ 6139394 h 7004830"/>
              <a:gd name="connsiteX155" fmla="*/ 1857392 w 42198532"/>
              <a:gd name="connsiteY155" fmla="*/ 6144914 h 7004830"/>
              <a:gd name="connsiteX156" fmla="*/ 1857392 w 42198532"/>
              <a:gd name="connsiteY156" fmla="*/ 6251370 h 7004830"/>
              <a:gd name="connsiteX157" fmla="*/ 1495378 w 42198532"/>
              <a:gd name="connsiteY157" fmla="*/ 6531309 h 7004830"/>
              <a:gd name="connsiteX158" fmla="*/ 1495378 w 42198532"/>
              <a:gd name="connsiteY158" fmla="*/ 6185131 h 7004830"/>
              <a:gd name="connsiteX159" fmla="*/ 1857392 w 42198532"/>
              <a:gd name="connsiteY159" fmla="*/ 5904403 h 7004830"/>
              <a:gd name="connsiteX160" fmla="*/ 1857392 w 42198532"/>
              <a:gd name="connsiteY160" fmla="*/ 6144125 h 7004830"/>
              <a:gd name="connsiteX161" fmla="*/ 1870800 w 42198532"/>
              <a:gd name="connsiteY161" fmla="*/ 6138605 h 7004830"/>
              <a:gd name="connsiteX162" fmla="*/ 1870800 w 42198532"/>
              <a:gd name="connsiteY162" fmla="*/ 5887843 h 7004830"/>
              <a:gd name="connsiteX163" fmla="*/ 1739875 w 42198532"/>
              <a:gd name="connsiteY163" fmla="*/ 5788484 h 7004830"/>
              <a:gd name="connsiteX164" fmla="*/ 1497744 w 42198532"/>
              <a:gd name="connsiteY164" fmla="*/ 5604749 h 7004830"/>
              <a:gd name="connsiteX165" fmla="*/ 1497744 w 42198532"/>
              <a:gd name="connsiteY165" fmla="*/ 5424957 h 7004830"/>
              <a:gd name="connsiteX166" fmla="*/ 1484336 w 42198532"/>
              <a:gd name="connsiteY166" fmla="*/ 5427322 h 7004830"/>
              <a:gd name="connsiteX167" fmla="*/ 1484336 w 42198532"/>
              <a:gd name="connsiteY167" fmla="*/ 5598440 h 7004830"/>
              <a:gd name="connsiteX168" fmla="*/ 1122322 w 42198532"/>
              <a:gd name="connsiteY168" fmla="*/ 5879169 h 7004830"/>
              <a:gd name="connsiteX169" fmla="*/ 1122322 w 42198532"/>
              <a:gd name="connsiteY169" fmla="*/ 5532990 h 7004830"/>
              <a:gd name="connsiteX170" fmla="*/ 1292682 w 42198532"/>
              <a:gd name="connsiteY170" fmla="*/ 5400511 h 7004830"/>
              <a:gd name="connsiteX171" fmla="*/ 1285583 w 42198532"/>
              <a:gd name="connsiteY171" fmla="*/ 5390260 h 7004830"/>
              <a:gd name="connsiteX172" fmla="*/ 1116013 w 42198532"/>
              <a:gd name="connsiteY172" fmla="*/ 5521161 h 7004830"/>
              <a:gd name="connsiteX173" fmla="*/ 750844 w 42198532"/>
              <a:gd name="connsiteY173" fmla="*/ 5243588 h 7004830"/>
              <a:gd name="connsiteX174" fmla="*/ 1025312 w 42198532"/>
              <a:gd name="connsiteY174" fmla="*/ 5030676 h 7004830"/>
              <a:gd name="connsiteX175" fmla="*/ 1110492 w 42198532"/>
              <a:gd name="connsiteY175" fmla="*/ 4965225 h 7004830"/>
              <a:gd name="connsiteX176" fmla="*/ 1475660 w 42198532"/>
              <a:gd name="connsiteY176" fmla="*/ 5242799 h 7004830"/>
              <a:gd name="connsiteX177" fmla="*/ 1285583 w 42198532"/>
              <a:gd name="connsiteY177" fmla="*/ 5389472 h 7004830"/>
              <a:gd name="connsiteX178" fmla="*/ 1293470 w 42198532"/>
              <a:gd name="connsiteY178" fmla="*/ 5400511 h 7004830"/>
              <a:gd name="connsiteX179" fmla="*/ 1484336 w 42198532"/>
              <a:gd name="connsiteY179" fmla="*/ 5252262 h 7004830"/>
              <a:gd name="connsiteX180" fmla="*/ 1484336 w 42198532"/>
              <a:gd name="connsiteY180" fmla="*/ 5426534 h 7004830"/>
              <a:gd name="connsiteX181" fmla="*/ 1497744 w 42198532"/>
              <a:gd name="connsiteY181" fmla="*/ 5424168 h 7004830"/>
              <a:gd name="connsiteX182" fmla="*/ 1497744 w 42198532"/>
              <a:gd name="connsiteY182" fmla="*/ 5246742 h 7004830"/>
              <a:gd name="connsiteX183" fmla="*/ 1513518 w 42198532"/>
              <a:gd name="connsiteY183" fmla="*/ 5234125 h 7004830"/>
              <a:gd name="connsiteX184" fmla="*/ 1513518 w 42198532"/>
              <a:gd name="connsiteY184" fmla="*/ 5217565 h 7004830"/>
              <a:gd name="connsiteX185" fmla="*/ 1495378 w 42198532"/>
              <a:gd name="connsiteY185" fmla="*/ 5231759 h 7004830"/>
              <a:gd name="connsiteX186" fmla="*/ 1495378 w 42198532"/>
              <a:gd name="connsiteY186" fmla="*/ 4885580 h 7004830"/>
              <a:gd name="connsiteX187" fmla="*/ 1513518 w 42198532"/>
              <a:gd name="connsiteY187" fmla="*/ 4871386 h 7004830"/>
              <a:gd name="connsiteX188" fmla="*/ 1513518 w 42198532"/>
              <a:gd name="connsiteY188" fmla="*/ 4854826 h 7004830"/>
              <a:gd name="connsiteX189" fmla="*/ 1489068 w 42198532"/>
              <a:gd name="connsiteY189" fmla="*/ 4873752 h 7004830"/>
              <a:gd name="connsiteX190" fmla="*/ 1123900 w 42198532"/>
              <a:gd name="connsiteY190" fmla="*/ 4596178 h 7004830"/>
              <a:gd name="connsiteX191" fmla="*/ 1488280 w 42198532"/>
              <a:gd name="connsiteY191" fmla="*/ 4313873 h 7004830"/>
              <a:gd name="connsiteX192" fmla="*/ 1853448 w 42198532"/>
              <a:gd name="connsiteY192" fmla="*/ 4591447 h 7004830"/>
              <a:gd name="connsiteX193" fmla="*/ 1514307 w 42198532"/>
              <a:gd name="connsiteY193" fmla="*/ 4854826 h 7004830"/>
              <a:gd name="connsiteX194" fmla="*/ 1514307 w 42198532"/>
              <a:gd name="connsiteY194" fmla="*/ 4870598 h 7004830"/>
              <a:gd name="connsiteX195" fmla="*/ 1857392 w 42198532"/>
              <a:gd name="connsiteY195" fmla="*/ 4604852 h 7004830"/>
              <a:gd name="connsiteX196" fmla="*/ 1857392 w 42198532"/>
              <a:gd name="connsiteY196" fmla="*/ 4951031 h 7004830"/>
              <a:gd name="connsiteX197" fmla="*/ 1514307 w 42198532"/>
              <a:gd name="connsiteY197" fmla="*/ 5217565 h 7004830"/>
              <a:gd name="connsiteX198" fmla="*/ 1514307 w 42198532"/>
              <a:gd name="connsiteY198" fmla="*/ 5234125 h 7004830"/>
              <a:gd name="connsiteX199" fmla="*/ 1870800 w 42198532"/>
              <a:gd name="connsiteY199" fmla="*/ 4957339 h 7004830"/>
              <a:gd name="connsiteX200" fmla="*/ 1870800 w 42198532"/>
              <a:gd name="connsiteY200" fmla="*/ 4588292 h 7004830"/>
              <a:gd name="connsiteX201" fmla="*/ 1497744 w 42198532"/>
              <a:gd name="connsiteY201" fmla="*/ 4304410 h 7004830"/>
              <a:gd name="connsiteX202" fmla="*/ 1497744 w 42198532"/>
              <a:gd name="connsiteY202" fmla="*/ 3956654 h 7004830"/>
              <a:gd name="connsiteX203" fmla="*/ 1484336 w 42198532"/>
              <a:gd name="connsiteY203" fmla="*/ 3966905 h 7004830"/>
              <a:gd name="connsiteX204" fmla="*/ 1484336 w 42198532"/>
              <a:gd name="connsiteY204" fmla="*/ 4299679 h 7004830"/>
              <a:gd name="connsiteX205" fmla="*/ 1122322 w 42198532"/>
              <a:gd name="connsiteY205" fmla="*/ 4579618 h 7004830"/>
              <a:gd name="connsiteX206" fmla="*/ 1122322 w 42198532"/>
              <a:gd name="connsiteY206" fmla="*/ 4233439 h 7004830"/>
              <a:gd name="connsiteX207" fmla="*/ 1484336 w 42198532"/>
              <a:gd name="connsiteY207" fmla="*/ 3952712 h 7004830"/>
              <a:gd name="connsiteX208" fmla="*/ 1484336 w 42198532"/>
              <a:gd name="connsiteY208" fmla="*/ 3966117 h 7004830"/>
              <a:gd name="connsiteX209" fmla="*/ 1497744 w 42198532"/>
              <a:gd name="connsiteY209" fmla="*/ 3955866 h 7004830"/>
              <a:gd name="connsiteX210" fmla="*/ 1497744 w 42198532"/>
              <a:gd name="connsiteY210" fmla="*/ 3936152 h 7004830"/>
              <a:gd name="connsiteX211" fmla="*/ 1136519 w 42198532"/>
              <a:gd name="connsiteY211" fmla="*/ 3661732 h 7004830"/>
              <a:gd name="connsiteX212" fmla="*/ 1125477 w 42198532"/>
              <a:gd name="connsiteY212" fmla="*/ 3669618 h 7004830"/>
              <a:gd name="connsiteX213" fmla="*/ 1135730 w 42198532"/>
              <a:gd name="connsiteY213" fmla="*/ 3660943 h 7004830"/>
              <a:gd name="connsiteX214" fmla="*/ 1119956 w 42198532"/>
              <a:gd name="connsiteY214" fmla="*/ 3649115 h 7004830"/>
              <a:gd name="connsiteX215" fmla="*/ 1119956 w 42198532"/>
              <a:gd name="connsiteY215" fmla="*/ 3637286 h 7004830"/>
              <a:gd name="connsiteX216" fmla="*/ 1106548 w 42198532"/>
              <a:gd name="connsiteY216" fmla="*/ 3637286 h 7004830"/>
              <a:gd name="connsiteX217" fmla="*/ 1106548 w 42198532"/>
              <a:gd name="connsiteY217" fmla="*/ 3649903 h 7004830"/>
              <a:gd name="connsiteX218" fmla="*/ 744534 w 42198532"/>
              <a:gd name="connsiteY218" fmla="*/ 3929843 h 7004830"/>
              <a:gd name="connsiteX219" fmla="*/ 744534 w 42198532"/>
              <a:gd name="connsiteY219" fmla="*/ 3612841 h 7004830"/>
              <a:gd name="connsiteX220" fmla="*/ 744534 w 42198532"/>
              <a:gd name="connsiteY220" fmla="*/ 3584453 h 7004830"/>
              <a:gd name="connsiteX221" fmla="*/ 1106548 w 42198532"/>
              <a:gd name="connsiteY221" fmla="*/ 3303725 h 7004830"/>
              <a:gd name="connsiteX222" fmla="*/ 1106548 w 42198532"/>
              <a:gd name="connsiteY222" fmla="*/ 3617573 h 7004830"/>
              <a:gd name="connsiteX223" fmla="*/ 1106548 w 42198532"/>
              <a:gd name="connsiteY223" fmla="*/ 3636498 h 7004830"/>
              <a:gd name="connsiteX224" fmla="*/ 1119956 w 42198532"/>
              <a:gd name="connsiteY224" fmla="*/ 3636498 h 7004830"/>
              <a:gd name="connsiteX225" fmla="*/ 1119956 w 42198532"/>
              <a:gd name="connsiteY225" fmla="*/ 3298205 h 7004830"/>
              <a:gd name="connsiteX226" fmla="*/ 1392847 w 42198532"/>
              <a:gd name="connsiteY226" fmla="*/ 3086870 h 7004830"/>
              <a:gd name="connsiteX227" fmla="*/ 1483547 w 42198532"/>
              <a:gd name="connsiteY227" fmla="*/ 3016688 h 7004830"/>
              <a:gd name="connsiteX228" fmla="*/ 1862913 w 42198532"/>
              <a:gd name="connsiteY228" fmla="*/ 3304513 h 7004830"/>
              <a:gd name="connsiteX229" fmla="*/ 2243855 w 42198532"/>
              <a:gd name="connsiteY229" fmla="*/ 3008803 h 7004830"/>
              <a:gd name="connsiteX230" fmla="*/ 2243855 w 42198532"/>
              <a:gd name="connsiteY230" fmla="*/ 2891307 h 7004830"/>
              <a:gd name="connsiteX231" fmla="*/ 2231236 w 42198532"/>
              <a:gd name="connsiteY231" fmla="*/ 2896827 h 7004830"/>
              <a:gd name="connsiteX232" fmla="*/ 2231236 w 42198532"/>
              <a:gd name="connsiteY232" fmla="*/ 3002494 h 7004830"/>
              <a:gd name="connsiteX233" fmla="*/ 1869222 w 42198532"/>
              <a:gd name="connsiteY233" fmla="*/ 3283222 h 7004830"/>
              <a:gd name="connsiteX234" fmla="*/ 1869222 w 42198532"/>
              <a:gd name="connsiteY234" fmla="*/ 2937043 h 7004830"/>
              <a:gd name="connsiteX235" fmla="*/ 2231236 w 42198532"/>
              <a:gd name="connsiteY235" fmla="*/ 2656315 h 7004830"/>
              <a:gd name="connsiteX236" fmla="*/ 2231236 w 42198532"/>
              <a:gd name="connsiteY236" fmla="*/ 2896038 h 7004830"/>
              <a:gd name="connsiteX237" fmla="*/ 2243855 w 42198532"/>
              <a:gd name="connsiteY237" fmla="*/ 2890518 h 7004830"/>
              <a:gd name="connsiteX238" fmla="*/ 2243855 w 42198532"/>
              <a:gd name="connsiteY238" fmla="*/ 2639755 h 7004830"/>
              <a:gd name="connsiteX239" fmla="*/ 2113720 w 42198532"/>
              <a:gd name="connsiteY239" fmla="*/ 2540397 h 7004830"/>
              <a:gd name="connsiteX240" fmla="*/ 2100312 w 42198532"/>
              <a:gd name="connsiteY240" fmla="*/ 2546705 h 7004830"/>
              <a:gd name="connsiteX241" fmla="*/ 2226503 w 42198532"/>
              <a:gd name="connsiteY241" fmla="*/ 2642910 h 7004830"/>
              <a:gd name="connsiteX242" fmla="*/ 1862124 w 42198532"/>
              <a:gd name="connsiteY242" fmla="*/ 2925215 h 7004830"/>
              <a:gd name="connsiteX243" fmla="*/ 1496955 w 42198532"/>
              <a:gd name="connsiteY243" fmla="*/ 2647641 h 7004830"/>
              <a:gd name="connsiteX244" fmla="*/ 1861335 w 42198532"/>
              <a:gd name="connsiteY244" fmla="*/ 2365336 h 7004830"/>
              <a:gd name="connsiteX245" fmla="*/ 2099523 w 42198532"/>
              <a:gd name="connsiteY245" fmla="*/ 2545916 h 7004830"/>
              <a:gd name="connsiteX246" fmla="*/ 2112931 w 42198532"/>
              <a:gd name="connsiteY246" fmla="*/ 2539608 h 7004830"/>
              <a:gd name="connsiteX247" fmla="*/ 1870800 w 42198532"/>
              <a:gd name="connsiteY247" fmla="*/ 2355873 h 7004830"/>
              <a:gd name="connsiteX248" fmla="*/ 1870800 w 42198532"/>
              <a:gd name="connsiteY248" fmla="*/ 2176869 h 7004830"/>
              <a:gd name="connsiteX249" fmla="*/ 1857392 w 42198532"/>
              <a:gd name="connsiteY249" fmla="*/ 2178447 h 7004830"/>
              <a:gd name="connsiteX250" fmla="*/ 1857392 w 42198532"/>
              <a:gd name="connsiteY250" fmla="*/ 2350353 h 7004830"/>
              <a:gd name="connsiteX251" fmla="*/ 1496167 w 42198532"/>
              <a:gd name="connsiteY251" fmla="*/ 2631081 h 7004830"/>
              <a:gd name="connsiteX252" fmla="*/ 1496167 w 42198532"/>
              <a:gd name="connsiteY252" fmla="*/ 2284114 h 7004830"/>
              <a:gd name="connsiteX253" fmla="*/ 1666526 w 42198532"/>
              <a:gd name="connsiteY253" fmla="*/ 2152424 h 7004830"/>
              <a:gd name="connsiteX254" fmla="*/ 1658639 w 42198532"/>
              <a:gd name="connsiteY254" fmla="*/ 2141384 h 7004830"/>
              <a:gd name="connsiteX255" fmla="*/ 1666526 w 42198532"/>
              <a:gd name="connsiteY255" fmla="*/ 2151636 h 7004830"/>
              <a:gd name="connsiteX256" fmla="*/ 1857392 w 42198532"/>
              <a:gd name="connsiteY256" fmla="*/ 2003386 h 7004830"/>
              <a:gd name="connsiteX257" fmla="*/ 1857392 w 42198532"/>
              <a:gd name="connsiteY257" fmla="*/ 2177658 h 7004830"/>
              <a:gd name="connsiteX258" fmla="*/ 1870800 w 42198532"/>
              <a:gd name="connsiteY258" fmla="*/ 2176081 h 7004830"/>
              <a:gd name="connsiteX259" fmla="*/ 1870800 w 42198532"/>
              <a:gd name="connsiteY259" fmla="*/ 1998654 h 7004830"/>
              <a:gd name="connsiteX260" fmla="*/ 1886574 w 42198532"/>
              <a:gd name="connsiteY260" fmla="*/ 1986037 h 7004830"/>
              <a:gd name="connsiteX261" fmla="*/ 1886574 w 42198532"/>
              <a:gd name="connsiteY261" fmla="*/ 1969478 h 7004830"/>
              <a:gd name="connsiteX262" fmla="*/ 1869222 w 42198532"/>
              <a:gd name="connsiteY262" fmla="*/ 1982883 h 7004830"/>
              <a:gd name="connsiteX263" fmla="*/ 1869222 w 42198532"/>
              <a:gd name="connsiteY263" fmla="*/ 1636704 h 7004830"/>
              <a:gd name="connsiteX264" fmla="*/ 1886574 w 42198532"/>
              <a:gd name="connsiteY264" fmla="*/ 1623299 h 7004830"/>
              <a:gd name="connsiteX265" fmla="*/ 1886574 w 42198532"/>
              <a:gd name="connsiteY265" fmla="*/ 1606739 h 7004830"/>
              <a:gd name="connsiteX266" fmla="*/ 1862124 w 42198532"/>
              <a:gd name="connsiteY266" fmla="*/ 1625665 h 7004830"/>
              <a:gd name="connsiteX267" fmla="*/ 1496955 w 42198532"/>
              <a:gd name="connsiteY267" fmla="*/ 1348091 h 7004830"/>
              <a:gd name="connsiteX268" fmla="*/ 1861335 w 42198532"/>
              <a:gd name="connsiteY268" fmla="*/ 1064997 h 7004830"/>
              <a:gd name="connsiteX269" fmla="*/ 2226503 w 42198532"/>
              <a:gd name="connsiteY269" fmla="*/ 1342571 h 7004830"/>
              <a:gd name="connsiteX270" fmla="*/ 1887362 w 42198532"/>
              <a:gd name="connsiteY270" fmla="*/ 1605951 h 7004830"/>
              <a:gd name="connsiteX271" fmla="*/ 1887362 w 42198532"/>
              <a:gd name="connsiteY271" fmla="*/ 1622510 h 7004830"/>
              <a:gd name="connsiteX272" fmla="*/ 2231236 w 42198532"/>
              <a:gd name="connsiteY272" fmla="*/ 1355976 h 7004830"/>
              <a:gd name="connsiteX273" fmla="*/ 2231236 w 42198532"/>
              <a:gd name="connsiteY273" fmla="*/ 1702944 h 7004830"/>
              <a:gd name="connsiteX274" fmla="*/ 1887362 w 42198532"/>
              <a:gd name="connsiteY274" fmla="*/ 1968689 h 7004830"/>
              <a:gd name="connsiteX275" fmla="*/ 1887362 w 42198532"/>
              <a:gd name="connsiteY275" fmla="*/ 1985249 h 7004830"/>
              <a:gd name="connsiteX276" fmla="*/ 2243855 w 42198532"/>
              <a:gd name="connsiteY276" fmla="*/ 1709252 h 7004830"/>
              <a:gd name="connsiteX277" fmla="*/ 2243855 w 42198532"/>
              <a:gd name="connsiteY277" fmla="*/ 1339416 h 7004830"/>
              <a:gd name="connsiteX278" fmla="*/ 1870800 w 42198532"/>
              <a:gd name="connsiteY278" fmla="*/ 1056323 h 7004830"/>
              <a:gd name="connsiteX279" fmla="*/ 1870800 w 42198532"/>
              <a:gd name="connsiteY279" fmla="*/ 707778 h 7004830"/>
              <a:gd name="connsiteX280" fmla="*/ 1857392 w 42198532"/>
              <a:gd name="connsiteY280" fmla="*/ 718030 h 7004830"/>
              <a:gd name="connsiteX281" fmla="*/ 1857392 w 42198532"/>
              <a:gd name="connsiteY281" fmla="*/ 1050803 h 7004830"/>
              <a:gd name="connsiteX282" fmla="*/ 1496167 w 42198532"/>
              <a:gd name="connsiteY282" fmla="*/ 1331531 h 7004830"/>
              <a:gd name="connsiteX283" fmla="*/ 1496167 w 42198532"/>
              <a:gd name="connsiteY283" fmla="*/ 985352 h 7004830"/>
              <a:gd name="connsiteX284" fmla="*/ 1857392 w 42198532"/>
              <a:gd name="connsiteY284" fmla="*/ 704624 h 7004830"/>
              <a:gd name="connsiteX285" fmla="*/ 1857392 w 42198532"/>
              <a:gd name="connsiteY285" fmla="*/ 717241 h 7004830"/>
              <a:gd name="connsiteX286" fmla="*/ 1870800 w 42198532"/>
              <a:gd name="connsiteY286" fmla="*/ 706990 h 7004830"/>
              <a:gd name="connsiteX287" fmla="*/ 1870800 w 42198532"/>
              <a:gd name="connsiteY287" fmla="*/ 688064 h 7004830"/>
              <a:gd name="connsiteX288" fmla="*/ 1509574 w 42198532"/>
              <a:gd name="connsiteY288" fmla="*/ 412856 h 7004830"/>
              <a:gd name="connsiteX289" fmla="*/ 1498533 w 42198532"/>
              <a:gd name="connsiteY289" fmla="*/ 421530 h 7004830"/>
              <a:gd name="connsiteX290" fmla="*/ 1508786 w 42198532"/>
              <a:gd name="connsiteY290" fmla="*/ 412856 h 7004830"/>
              <a:gd name="connsiteX291" fmla="*/ 1493012 w 42198532"/>
              <a:gd name="connsiteY291" fmla="*/ 401028 h 7004830"/>
              <a:gd name="connsiteX292" fmla="*/ 1493012 w 42198532"/>
              <a:gd name="connsiteY292" fmla="*/ 119417 h 7004830"/>
              <a:gd name="connsiteX293" fmla="*/ 1493012 w 42198532"/>
              <a:gd name="connsiteY293" fmla="*/ 117464 h 7004830"/>
              <a:gd name="connsiteX294" fmla="*/ 1398859 w 42198532"/>
              <a:gd name="connsiteY294" fmla="*/ 117464 h 7004830"/>
              <a:gd name="connsiteX295" fmla="*/ 1480393 w 42198532"/>
              <a:gd name="connsiteY295" fmla="*/ 117464 h 7004830"/>
              <a:gd name="connsiteX296" fmla="*/ 1480393 w 42198532"/>
              <a:gd name="connsiteY296" fmla="*/ 201868 h 7004830"/>
              <a:gd name="connsiteX297" fmla="*/ 1480393 w 42198532"/>
              <a:gd name="connsiteY297" fmla="*/ 401028 h 7004830"/>
              <a:gd name="connsiteX298" fmla="*/ 1118379 w 42198532"/>
              <a:gd name="connsiteY298" fmla="*/ 681756 h 7004830"/>
              <a:gd name="connsiteX299" fmla="*/ 1118379 w 42198532"/>
              <a:gd name="connsiteY299" fmla="*/ 335577 h 7004830"/>
              <a:gd name="connsiteX300" fmla="*/ 1379242 w 42198532"/>
              <a:gd name="connsiteY300" fmla="*/ 132719 h 7004830"/>
              <a:gd name="connsiteX301" fmla="*/ 1398859 w 42198532"/>
              <a:gd name="connsiteY301" fmla="*/ 117464 h 7004830"/>
              <a:gd name="connsiteX302" fmla="*/ 840168 w 42198532"/>
              <a:gd name="connsiteY302" fmla="*/ 117464 h 7004830"/>
              <a:gd name="connsiteX303" fmla="*/ 1377550 w 42198532"/>
              <a:gd name="connsiteY303" fmla="*/ 117464 h 7004830"/>
              <a:gd name="connsiteX304" fmla="*/ 1301753 w 42198532"/>
              <a:gd name="connsiteY304" fmla="*/ 176360 h 7004830"/>
              <a:gd name="connsiteX305" fmla="*/ 1112069 w 42198532"/>
              <a:gd name="connsiteY305" fmla="*/ 323748 h 7004830"/>
              <a:gd name="connsiteX306" fmla="*/ 857417 w 42198532"/>
              <a:gd name="connsiteY306" fmla="*/ 130551 h 7004830"/>
              <a:gd name="connsiteX307" fmla="*/ 840168 w 42198532"/>
              <a:gd name="connsiteY307" fmla="*/ 117464 h 7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42198532" h="7004830">
                <a:moveTo>
                  <a:pt x="738225" y="6911396"/>
                </a:moveTo>
                <a:lnTo>
                  <a:pt x="814828" y="6969750"/>
                </a:lnTo>
                <a:lnTo>
                  <a:pt x="822329" y="6975464"/>
                </a:lnTo>
                <a:lnTo>
                  <a:pt x="655724" y="6975464"/>
                </a:lnTo>
                <a:lnTo>
                  <a:pt x="656989" y="6974481"/>
                </a:lnTo>
                <a:lnTo>
                  <a:pt x="738225" y="6911396"/>
                </a:lnTo>
                <a:close/>
                <a:moveTo>
                  <a:pt x="733493" y="6551812"/>
                </a:moveTo>
                <a:lnTo>
                  <a:pt x="733493" y="6897991"/>
                </a:lnTo>
                <a:lnTo>
                  <a:pt x="639637" y="6970539"/>
                </a:lnTo>
                <a:cubicBezTo>
                  <a:pt x="645158" y="6972116"/>
                  <a:pt x="650679" y="6972904"/>
                  <a:pt x="656989" y="6974481"/>
                </a:cubicBezTo>
                <a:cubicBezTo>
                  <a:pt x="650679" y="6973693"/>
                  <a:pt x="644369" y="6972116"/>
                  <a:pt x="638848" y="6971327"/>
                </a:cubicBezTo>
                <a:lnTo>
                  <a:pt x="633515" y="6975464"/>
                </a:lnTo>
                <a:lnTo>
                  <a:pt x="371479" y="6975464"/>
                </a:lnTo>
                <a:lnTo>
                  <a:pt x="371479" y="6917056"/>
                </a:lnTo>
                <a:lnTo>
                  <a:pt x="371479" y="6832540"/>
                </a:lnTo>
                <a:lnTo>
                  <a:pt x="733493" y="6551812"/>
                </a:lnTo>
                <a:close/>
                <a:moveTo>
                  <a:pt x="1106548" y="5904403"/>
                </a:moveTo>
                <a:lnTo>
                  <a:pt x="1106548" y="6251370"/>
                </a:lnTo>
                <a:lnTo>
                  <a:pt x="1012693" y="6323918"/>
                </a:lnTo>
                <a:lnTo>
                  <a:pt x="744534" y="6531309"/>
                </a:lnTo>
                <a:lnTo>
                  <a:pt x="744534" y="6185131"/>
                </a:lnTo>
                <a:lnTo>
                  <a:pt x="873093" y="6085772"/>
                </a:lnTo>
                <a:lnTo>
                  <a:pt x="1106548" y="5904403"/>
                </a:lnTo>
                <a:close/>
                <a:moveTo>
                  <a:pt x="1739875" y="5788484"/>
                </a:moveTo>
                <a:lnTo>
                  <a:pt x="1726467" y="5794792"/>
                </a:lnTo>
                <a:lnTo>
                  <a:pt x="1739875" y="5788484"/>
                </a:lnTo>
                <a:close/>
                <a:moveTo>
                  <a:pt x="1488280" y="5613423"/>
                </a:moveTo>
                <a:lnTo>
                  <a:pt x="1726467" y="5794792"/>
                </a:lnTo>
                <a:lnTo>
                  <a:pt x="1853448" y="5890997"/>
                </a:lnTo>
                <a:lnTo>
                  <a:pt x="1489068" y="6174091"/>
                </a:lnTo>
                <a:lnTo>
                  <a:pt x="1123900" y="5896517"/>
                </a:lnTo>
                <a:lnTo>
                  <a:pt x="1488280" y="5613423"/>
                </a:lnTo>
                <a:close/>
                <a:moveTo>
                  <a:pt x="359648" y="4965225"/>
                </a:moveTo>
                <a:lnTo>
                  <a:pt x="724817" y="5242799"/>
                </a:lnTo>
                <a:lnTo>
                  <a:pt x="487418" y="5426534"/>
                </a:lnTo>
                <a:lnTo>
                  <a:pt x="493727" y="5437574"/>
                </a:lnTo>
                <a:lnTo>
                  <a:pt x="733493" y="5252262"/>
                </a:lnTo>
                <a:lnTo>
                  <a:pt x="733493" y="5598440"/>
                </a:lnTo>
                <a:lnTo>
                  <a:pt x="633328" y="5675720"/>
                </a:lnTo>
                <a:lnTo>
                  <a:pt x="641215" y="5688337"/>
                </a:lnTo>
                <a:lnTo>
                  <a:pt x="737436" y="5613423"/>
                </a:lnTo>
                <a:lnTo>
                  <a:pt x="1102605" y="5890997"/>
                </a:lnTo>
                <a:lnTo>
                  <a:pt x="866783" y="6073943"/>
                </a:lnTo>
                <a:lnTo>
                  <a:pt x="873093" y="6085772"/>
                </a:lnTo>
                <a:lnTo>
                  <a:pt x="865994" y="6074732"/>
                </a:lnTo>
                <a:lnTo>
                  <a:pt x="738225" y="6174091"/>
                </a:lnTo>
                <a:lnTo>
                  <a:pt x="373056" y="5896517"/>
                </a:lnTo>
                <a:lnTo>
                  <a:pt x="640426" y="5689125"/>
                </a:lnTo>
                <a:lnTo>
                  <a:pt x="633328" y="5676508"/>
                </a:lnTo>
                <a:lnTo>
                  <a:pt x="371479" y="5879169"/>
                </a:lnTo>
                <a:lnTo>
                  <a:pt x="371479" y="5532990"/>
                </a:lnTo>
                <a:lnTo>
                  <a:pt x="493727" y="5438362"/>
                </a:lnTo>
                <a:lnTo>
                  <a:pt x="486629" y="5426534"/>
                </a:lnTo>
                <a:lnTo>
                  <a:pt x="365169" y="5521161"/>
                </a:lnTo>
                <a:lnTo>
                  <a:pt x="0" y="5243588"/>
                </a:lnTo>
                <a:lnTo>
                  <a:pt x="359648" y="4965225"/>
                </a:lnTo>
                <a:close/>
                <a:moveTo>
                  <a:pt x="1106548" y="4604852"/>
                </a:moveTo>
                <a:lnTo>
                  <a:pt x="1106548" y="4951031"/>
                </a:lnTo>
                <a:lnTo>
                  <a:pt x="1018214" y="5019636"/>
                </a:lnTo>
                <a:lnTo>
                  <a:pt x="1025312" y="5030676"/>
                </a:lnTo>
                <a:lnTo>
                  <a:pt x="1017425" y="5020424"/>
                </a:lnTo>
                <a:lnTo>
                  <a:pt x="744534" y="5231759"/>
                </a:lnTo>
                <a:lnTo>
                  <a:pt x="744534" y="4885580"/>
                </a:lnTo>
                <a:lnTo>
                  <a:pt x="856530" y="4798050"/>
                </a:lnTo>
                <a:lnTo>
                  <a:pt x="849432" y="4787799"/>
                </a:lnTo>
                <a:lnTo>
                  <a:pt x="857319" y="4798050"/>
                </a:lnTo>
                <a:lnTo>
                  <a:pt x="1106548" y="4604852"/>
                </a:lnTo>
                <a:close/>
                <a:moveTo>
                  <a:pt x="737436" y="4313873"/>
                </a:moveTo>
                <a:lnTo>
                  <a:pt x="1102605" y="4591447"/>
                </a:lnTo>
                <a:lnTo>
                  <a:pt x="849432" y="4787799"/>
                </a:lnTo>
                <a:lnTo>
                  <a:pt x="738225" y="4873752"/>
                </a:lnTo>
                <a:lnTo>
                  <a:pt x="373056" y="4596178"/>
                </a:lnTo>
                <a:lnTo>
                  <a:pt x="737436" y="4313873"/>
                </a:lnTo>
                <a:close/>
                <a:moveTo>
                  <a:pt x="1115224" y="3661732"/>
                </a:moveTo>
                <a:lnTo>
                  <a:pt x="1125477" y="3669618"/>
                </a:lnTo>
                <a:lnTo>
                  <a:pt x="1480393" y="3939306"/>
                </a:lnTo>
                <a:lnTo>
                  <a:pt x="1116013" y="4222399"/>
                </a:lnTo>
                <a:lnTo>
                  <a:pt x="750844" y="3944037"/>
                </a:lnTo>
                <a:lnTo>
                  <a:pt x="1115224" y="3661732"/>
                </a:lnTo>
                <a:close/>
                <a:moveTo>
                  <a:pt x="1480393" y="2656315"/>
                </a:moveTo>
                <a:lnTo>
                  <a:pt x="1480393" y="3002494"/>
                </a:lnTo>
                <a:lnTo>
                  <a:pt x="1386537" y="3075042"/>
                </a:lnTo>
                <a:lnTo>
                  <a:pt x="1392847" y="3086870"/>
                </a:lnTo>
                <a:lnTo>
                  <a:pt x="1385748" y="3075830"/>
                </a:lnTo>
                <a:lnTo>
                  <a:pt x="1118379" y="3283222"/>
                </a:lnTo>
                <a:lnTo>
                  <a:pt x="1118379" y="2937043"/>
                </a:lnTo>
                <a:lnTo>
                  <a:pt x="1246148" y="2837685"/>
                </a:lnTo>
                <a:lnTo>
                  <a:pt x="1239839" y="2825856"/>
                </a:lnTo>
                <a:lnTo>
                  <a:pt x="1246937" y="2836896"/>
                </a:lnTo>
                <a:lnTo>
                  <a:pt x="1480393" y="2656315"/>
                </a:lnTo>
                <a:close/>
                <a:moveTo>
                  <a:pt x="732704" y="1716349"/>
                </a:moveTo>
                <a:lnTo>
                  <a:pt x="1097873" y="1993923"/>
                </a:lnTo>
                <a:lnTo>
                  <a:pt x="860473" y="2177658"/>
                </a:lnTo>
                <a:lnTo>
                  <a:pt x="867572" y="2189486"/>
                </a:lnTo>
                <a:lnTo>
                  <a:pt x="1106548" y="2003386"/>
                </a:lnTo>
                <a:lnTo>
                  <a:pt x="1106548" y="2350353"/>
                </a:lnTo>
                <a:lnTo>
                  <a:pt x="1007172" y="2427632"/>
                </a:lnTo>
                <a:lnTo>
                  <a:pt x="1014270" y="2440249"/>
                </a:lnTo>
                <a:lnTo>
                  <a:pt x="1110492" y="2365336"/>
                </a:lnTo>
                <a:lnTo>
                  <a:pt x="1475660" y="2642910"/>
                </a:lnTo>
                <a:lnTo>
                  <a:pt x="1239839" y="2825856"/>
                </a:lnTo>
                <a:lnTo>
                  <a:pt x="1112069" y="2925215"/>
                </a:lnTo>
                <a:lnTo>
                  <a:pt x="746900" y="2647641"/>
                </a:lnTo>
                <a:lnTo>
                  <a:pt x="1013481" y="2440249"/>
                </a:lnTo>
                <a:lnTo>
                  <a:pt x="1006383" y="2427632"/>
                </a:lnTo>
                <a:lnTo>
                  <a:pt x="744534" y="2631081"/>
                </a:lnTo>
                <a:lnTo>
                  <a:pt x="744534" y="2284114"/>
                </a:lnTo>
                <a:lnTo>
                  <a:pt x="866783" y="2189486"/>
                </a:lnTo>
                <a:lnTo>
                  <a:pt x="860473" y="2178447"/>
                </a:lnTo>
                <a:lnTo>
                  <a:pt x="738225" y="2273074"/>
                </a:lnTo>
                <a:lnTo>
                  <a:pt x="373056" y="1995500"/>
                </a:lnTo>
                <a:lnTo>
                  <a:pt x="732704" y="1716349"/>
                </a:lnTo>
                <a:close/>
                <a:moveTo>
                  <a:pt x="1480393" y="1355976"/>
                </a:moveTo>
                <a:lnTo>
                  <a:pt x="1480393" y="1702944"/>
                </a:lnTo>
                <a:lnTo>
                  <a:pt x="1391269" y="1771549"/>
                </a:lnTo>
                <a:lnTo>
                  <a:pt x="1399156" y="1781800"/>
                </a:lnTo>
                <a:lnTo>
                  <a:pt x="1483547" y="1716349"/>
                </a:lnTo>
                <a:lnTo>
                  <a:pt x="1848716" y="1993923"/>
                </a:lnTo>
                <a:lnTo>
                  <a:pt x="1658639" y="2141384"/>
                </a:lnTo>
                <a:lnTo>
                  <a:pt x="1489068" y="2273074"/>
                </a:lnTo>
                <a:lnTo>
                  <a:pt x="1123900" y="1995500"/>
                </a:lnTo>
                <a:lnTo>
                  <a:pt x="1398368" y="1782588"/>
                </a:lnTo>
                <a:lnTo>
                  <a:pt x="1390481" y="1771549"/>
                </a:lnTo>
                <a:lnTo>
                  <a:pt x="1118379" y="1982883"/>
                </a:lnTo>
                <a:lnTo>
                  <a:pt x="1118379" y="1636704"/>
                </a:lnTo>
                <a:lnTo>
                  <a:pt x="1230374" y="1549963"/>
                </a:lnTo>
                <a:lnTo>
                  <a:pt x="1480393" y="1355976"/>
                </a:lnTo>
                <a:close/>
                <a:moveTo>
                  <a:pt x="1110492" y="1064997"/>
                </a:moveTo>
                <a:lnTo>
                  <a:pt x="1475660" y="1342571"/>
                </a:lnTo>
                <a:lnTo>
                  <a:pt x="1223276" y="1538923"/>
                </a:lnTo>
                <a:lnTo>
                  <a:pt x="1230374" y="1549963"/>
                </a:lnTo>
                <a:lnTo>
                  <a:pt x="1222487" y="1539711"/>
                </a:lnTo>
                <a:lnTo>
                  <a:pt x="1112069" y="1625665"/>
                </a:lnTo>
                <a:lnTo>
                  <a:pt x="746900" y="1348091"/>
                </a:lnTo>
                <a:lnTo>
                  <a:pt x="1110492" y="1064997"/>
                </a:lnTo>
                <a:close/>
                <a:moveTo>
                  <a:pt x="1488280" y="413645"/>
                </a:moveTo>
                <a:lnTo>
                  <a:pt x="1498533" y="421530"/>
                </a:lnTo>
                <a:lnTo>
                  <a:pt x="1853448" y="691218"/>
                </a:lnTo>
                <a:lnTo>
                  <a:pt x="1489068" y="973524"/>
                </a:lnTo>
                <a:lnTo>
                  <a:pt x="1123900" y="695950"/>
                </a:lnTo>
                <a:lnTo>
                  <a:pt x="1488280" y="413645"/>
                </a:lnTo>
                <a:close/>
                <a:moveTo>
                  <a:pt x="1493012" y="117464"/>
                </a:moveTo>
                <a:lnTo>
                  <a:pt x="42118086" y="0"/>
                </a:lnTo>
                <a:lnTo>
                  <a:pt x="42198532" y="7004830"/>
                </a:lnTo>
                <a:lnTo>
                  <a:pt x="843615" y="6975464"/>
                </a:lnTo>
                <a:lnTo>
                  <a:pt x="810785" y="6950504"/>
                </a:lnTo>
                <a:lnTo>
                  <a:pt x="746900" y="6901934"/>
                </a:lnTo>
                <a:lnTo>
                  <a:pt x="746900" y="6547081"/>
                </a:lnTo>
                <a:lnTo>
                  <a:pt x="1019002" y="6335746"/>
                </a:lnTo>
                <a:lnTo>
                  <a:pt x="1012693" y="6323918"/>
                </a:lnTo>
                <a:lnTo>
                  <a:pt x="1019791" y="6334957"/>
                </a:lnTo>
                <a:lnTo>
                  <a:pt x="1110492" y="6264775"/>
                </a:lnTo>
                <a:lnTo>
                  <a:pt x="1489068" y="6553389"/>
                </a:lnTo>
                <a:lnTo>
                  <a:pt x="1870800" y="6257678"/>
                </a:lnTo>
                <a:lnTo>
                  <a:pt x="1870800" y="6139394"/>
                </a:lnTo>
                <a:lnTo>
                  <a:pt x="1857392" y="6144914"/>
                </a:lnTo>
                <a:lnTo>
                  <a:pt x="1857392" y="6251370"/>
                </a:lnTo>
                <a:lnTo>
                  <a:pt x="1495378" y="6531309"/>
                </a:lnTo>
                <a:lnTo>
                  <a:pt x="1495378" y="6185131"/>
                </a:lnTo>
                <a:lnTo>
                  <a:pt x="1857392" y="5904403"/>
                </a:lnTo>
                <a:lnTo>
                  <a:pt x="1857392" y="6144125"/>
                </a:lnTo>
                <a:lnTo>
                  <a:pt x="1870800" y="6138605"/>
                </a:lnTo>
                <a:lnTo>
                  <a:pt x="1870800" y="5887843"/>
                </a:lnTo>
                <a:lnTo>
                  <a:pt x="1739875" y="5788484"/>
                </a:lnTo>
                <a:lnTo>
                  <a:pt x="1497744" y="5604749"/>
                </a:lnTo>
                <a:lnTo>
                  <a:pt x="1497744" y="5424957"/>
                </a:lnTo>
                <a:lnTo>
                  <a:pt x="1484336" y="5427322"/>
                </a:lnTo>
                <a:lnTo>
                  <a:pt x="1484336" y="5598440"/>
                </a:lnTo>
                <a:lnTo>
                  <a:pt x="1122322" y="5879169"/>
                </a:lnTo>
                <a:lnTo>
                  <a:pt x="1122322" y="5532990"/>
                </a:lnTo>
                <a:lnTo>
                  <a:pt x="1292682" y="5400511"/>
                </a:lnTo>
                <a:lnTo>
                  <a:pt x="1285583" y="5390260"/>
                </a:lnTo>
                <a:lnTo>
                  <a:pt x="1116013" y="5521161"/>
                </a:lnTo>
                <a:lnTo>
                  <a:pt x="750844" y="5243588"/>
                </a:lnTo>
                <a:lnTo>
                  <a:pt x="1025312" y="5030676"/>
                </a:lnTo>
                <a:lnTo>
                  <a:pt x="1110492" y="4965225"/>
                </a:lnTo>
                <a:lnTo>
                  <a:pt x="1475660" y="5242799"/>
                </a:lnTo>
                <a:lnTo>
                  <a:pt x="1285583" y="5389472"/>
                </a:lnTo>
                <a:lnTo>
                  <a:pt x="1293470" y="5400511"/>
                </a:lnTo>
                <a:lnTo>
                  <a:pt x="1484336" y="5252262"/>
                </a:lnTo>
                <a:lnTo>
                  <a:pt x="1484336" y="5426534"/>
                </a:lnTo>
                <a:lnTo>
                  <a:pt x="1497744" y="5424168"/>
                </a:lnTo>
                <a:lnTo>
                  <a:pt x="1497744" y="5246742"/>
                </a:lnTo>
                <a:lnTo>
                  <a:pt x="1513518" y="5234125"/>
                </a:lnTo>
                <a:lnTo>
                  <a:pt x="1513518" y="5217565"/>
                </a:lnTo>
                <a:lnTo>
                  <a:pt x="1495378" y="5231759"/>
                </a:lnTo>
                <a:lnTo>
                  <a:pt x="1495378" y="4885580"/>
                </a:lnTo>
                <a:lnTo>
                  <a:pt x="1513518" y="4871386"/>
                </a:lnTo>
                <a:lnTo>
                  <a:pt x="1513518" y="4854826"/>
                </a:lnTo>
                <a:lnTo>
                  <a:pt x="1489068" y="4873752"/>
                </a:lnTo>
                <a:lnTo>
                  <a:pt x="1123900" y="4596178"/>
                </a:lnTo>
                <a:lnTo>
                  <a:pt x="1488280" y="4313873"/>
                </a:lnTo>
                <a:lnTo>
                  <a:pt x="1853448" y="4591447"/>
                </a:lnTo>
                <a:lnTo>
                  <a:pt x="1514307" y="4854826"/>
                </a:lnTo>
                <a:lnTo>
                  <a:pt x="1514307" y="4870598"/>
                </a:lnTo>
                <a:lnTo>
                  <a:pt x="1857392" y="4604852"/>
                </a:lnTo>
                <a:lnTo>
                  <a:pt x="1857392" y="4951031"/>
                </a:lnTo>
                <a:lnTo>
                  <a:pt x="1514307" y="5217565"/>
                </a:lnTo>
                <a:lnTo>
                  <a:pt x="1514307" y="5234125"/>
                </a:lnTo>
                <a:lnTo>
                  <a:pt x="1870800" y="4957339"/>
                </a:lnTo>
                <a:lnTo>
                  <a:pt x="1870800" y="4588292"/>
                </a:lnTo>
                <a:lnTo>
                  <a:pt x="1497744" y="4304410"/>
                </a:lnTo>
                <a:lnTo>
                  <a:pt x="1497744" y="3956654"/>
                </a:lnTo>
                <a:lnTo>
                  <a:pt x="1484336" y="3966905"/>
                </a:lnTo>
                <a:lnTo>
                  <a:pt x="1484336" y="4299679"/>
                </a:lnTo>
                <a:lnTo>
                  <a:pt x="1122322" y="4579618"/>
                </a:lnTo>
                <a:lnTo>
                  <a:pt x="1122322" y="4233439"/>
                </a:lnTo>
                <a:lnTo>
                  <a:pt x="1484336" y="3952712"/>
                </a:lnTo>
                <a:lnTo>
                  <a:pt x="1484336" y="3966117"/>
                </a:lnTo>
                <a:lnTo>
                  <a:pt x="1497744" y="3955866"/>
                </a:lnTo>
                <a:lnTo>
                  <a:pt x="1497744" y="3936152"/>
                </a:lnTo>
                <a:lnTo>
                  <a:pt x="1136519" y="3661732"/>
                </a:lnTo>
                <a:lnTo>
                  <a:pt x="1125477" y="3669618"/>
                </a:lnTo>
                <a:lnTo>
                  <a:pt x="1135730" y="3660943"/>
                </a:lnTo>
                <a:lnTo>
                  <a:pt x="1119956" y="3649115"/>
                </a:lnTo>
                <a:lnTo>
                  <a:pt x="1119956" y="3637286"/>
                </a:lnTo>
                <a:lnTo>
                  <a:pt x="1106548" y="3637286"/>
                </a:lnTo>
                <a:lnTo>
                  <a:pt x="1106548" y="3649903"/>
                </a:lnTo>
                <a:lnTo>
                  <a:pt x="744534" y="3929843"/>
                </a:lnTo>
                <a:lnTo>
                  <a:pt x="744534" y="3612841"/>
                </a:lnTo>
                <a:lnTo>
                  <a:pt x="744534" y="3584453"/>
                </a:lnTo>
                <a:lnTo>
                  <a:pt x="1106548" y="3303725"/>
                </a:lnTo>
                <a:lnTo>
                  <a:pt x="1106548" y="3617573"/>
                </a:lnTo>
                <a:lnTo>
                  <a:pt x="1106548" y="3636498"/>
                </a:lnTo>
                <a:lnTo>
                  <a:pt x="1119956" y="3636498"/>
                </a:lnTo>
                <a:lnTo>
                  <a:pt x="1119956" y="3298205"/>
                </a:lnTo>
                <a:lnTo>
                  <a:pt x="1392847" y="3086870"/>
                </a:lnTo>
                <a:lnTo>
                  <a:pt x="1483547" y="3016688"/>
                </a:lnTo>
                <a:lnTo>
                  <a:pt x="1862913" y="3304513"/>
                </a:lnTo>
                <a:lnTo>
                  <a:pt x="2243855" y="3008803"/>
                </a:lnTo>
                <a:lnTo>
                  <a:pt x="2243855" y="2891307"/>
                </a:lnTo>
                <a:lnTo>
                  <a:pt x="2231236" y="2896827"/>
                </a:lnTo>
                <a:lnTo>
                  <a:pt x="2231236" y="3002494"/>
                </a:lnTo>
                <a:lnTo>
                  <a:pt x="1869222" y="3283222"/>
                </a:lnTo>
                <a:lnTo>
                  <a:pt x="1869222" y="2937043"/>
                </a:lnTo>
                <a:lnTo>
                  <a:pt x="2231236" y="2656315"/>
                </a:lnTo>
                <a:lnTo>
                  <a:pt x="2231236" y="2896038"/>
                </a:lnTo>
                <a:lnTo>
                  <a:pt x="2243855" y="2890518"/>
                </a:lnTo>
                <a:lnTo>
                  <a:pt x="2243855" y="2639755"/>
                </a:lnTo>
                <a:lnTo>
                  <a:pt x="2113720" y="2540397"/>
                </a:lnTo>
                <a:lnTo>
                  <a:pt x="2100312" y="2546705"/>
                </a:lnTo>
                <a:lnTo>
                  <a:pt x="2226503" y="2642910"/>
                </a:lnTo>
                <a:lnTo>
                  <a:pt x="1862124" y="2925215"/>
                </a:lnTo>
                <a:lnTo>
                  <a:pt x="1496955" y="2647641"/>
                </a:lnTo>
                <a:lnTo>
                  <a:pt x="1861335" y="2365336"/>
                </a:lnTo>
                <a:lnTo>
                  <a:pt x="2099523" y="2545916"/>
                </a:lnTo>
                <a:lnTo>
                  <a:pt x="2112931" y="2539608"/>
                </a:lnTo>
                <a:lnTo>
                  <a:pt x="1870800" y="2355873"/>
                </a:lnTo>
                <a:lnTo>
                  <a:pt x="1870800" y="2176869"/>
                </a:lnTo>
                <a:lnTo>
                  <a:pt x="1857392" y="2178447"/>
                </a:lnTo>
                <a:lnTo>
                  <a:pt x="1857392" y="2350353"/>
                </a:lnTo>
                <a:lnTo>
                  <a:pt x="1496167" y="2631081"/>
                </a:lnTo>
                <a:lnTo>
                  <a:pt x="1496167" y="2284114"/>
                </a:lnTo>
                <a:lnTo>
                  <a:pt x="1666526" y="2152424"/>
                </a:lnTo>
                <a:lnTo>
                  <a:pt x="1658639" y="2141384"/>
                </a:lnTo>
                <a:lnTo>
                  <a:pt x="1666526" y="2151636"/>
                </a:lnTo>
                <a:lnTo>
                  <a:pt x="1857392" y="2003386"/>
                </a:lnTo>
                <a:lnTo>
                  <a:pt x="1857392" y="2177658"/>
                </a:lnTo>
                <a:lnTo>
                  <a:pt x="1870800" y="2176081"/>
                </a:lnTo>
                <a:lnTo>
                  <a:pt x="1870800" y="1998654"/>
                </a:lnTo>
                <a:lnTo>
                  <a:pt x="1886574" y="1986037"/>
                </a:lnTo>
                <a:lnTo>
                  <a:pt x="1886574" y="1969478"/>
                </a:lnTo>
                <a:lnTo>
                  <a:pt x="1869222" y="1982883"/>
                </a:lnTo>
                <a:lnTo>
                  <a:pt x="1869222" y="1636704"/>
                </a:lnTo>
                <a:lnTo>
                  <a:pt x="1886574" y="1623299"/>
                </a:lnTo>
                <a:lnTo>
                  <a:pt x="1886574" y="1606739"/>
                </a:lnTo>
                <a:lnTo>
                  <a:pt x="1862124" y="1625665"/>
                </a:lnTo>
                <a:lnTo>
                  <a:pt x="1496955" y="1348091"/>
                </a:lnTo>
                <a:lnTo>
                  <a:pt x="1861335" y="1064997"/>
                </a:lnTo>
                <a:lnTo>
                  <a:pt x="2226503" y="1342571"/>
                </a:lnTo>
                <a:lnTo>
                  <a:pt x="1887362" y="1605951"/>
                </a:lnTo>
                <a:lnTo>
                  <a:pt x="1887362" y="1622510"/>
                </a:lnTo>
                <a:lnTo>
                  <a:pt x="2231236" y="1355976"/>
                </a:lnTo>
                <a:lnTo>
                  <a:pt x="2231236" y="1702944"/>
                </a:lnTo>
                <a:lnTo>
                  <a:pt x="1887362" y="1968689"/>
                </a:lnTo>
                <a:lnTo>
                  <a:pt x="1887362" y="1985249"/>
                </a:lnTo>
                <a:lnTo>
                  <a:pt x="2243855" y="1709252"/>
                </a:lnTo>
                <a:lnTo>
                  <a:pt x="2243855" y="1339416"/>
                </a:lnTo>
                <a:lnTo>
                  <a:pt x="1870800" y="1056323"/>
                </a:lnTo>
                <a:lnTo>
                  <a:pt x="1870800" y="707778"/>
                </a:lnTo>
                <a:lnTo>
                  <a:pt x="1857392" y="718030"/>
                </a:lnTo>
                <a:lnTo>
                  <a:pt x="1857392" y="1050803"/>
                </a:lnTo>
                <a:lnTo>
                  <a:pt x="1496167" y="1331531"/>
                </a:lnTo>
                <a:lnTo>
                  <a:pt x="1496167" y="985352"/>
                </a:lnTo>
                <a:lnTo>
                  <a:pt x="1857392" y="704624"/>
                </a:lnTo>
                <a:lnTo>
                  <a:pt x="1857392" y="717241"/>
                </a:lnTo>
                <a:lnTo>
                  <a:pt x="1870800" y="706990"/>
                </a:lnTo>
                <a:lnTo>
                  <a:pt x="1870800" y="688064"/>
                </a:lnTo>
                <a:lnTo>
                  <a:pt x="1509574" y="412856"/>
                </a:lnTo>
                <a:lnTo>
                  <a:pt x="1498533" y="421530"/>
                </a:lnTo>
                <a:lnTo>
                  <a:pt x="1508786" y="412856"/>
                </a:lnTo>
                <a:lnTo>
                  <a:pt x="1493012" y="401028"/>
                </a:lnTo>
                <a:lnTo>
                  <a:pt x="1493012" y="119417"/>
                </a:lnTo>
                <a:lnTo>
                  <a:pt x="1493012" y="117464"/>
                </a:lnTo>
                <a:close/>
                <a:moveTo>
                  <a:pt x="1398859" y="117464"/>
                </a:moveTo>
                <a:lnTo>
                  <a:pt x="1480393" y="117464"/>
                </a:lnTo>
                <a:lnTo>
                  <a:pt x="1480393" y="201868"/>
                </a:lnTo>
                <a:lnTo>
                  <a:pt x="1480393" y="401028"/>
                </a:lnTo>
                <a:lnTo>
                  <a:pt x="1118379" y="681756"/>
                </a:lnTo>
                <a:lnTo>
                  <a:pt x="1118379" y="335577"/>
                </a:lnTo>
                <a:lnTo>
                  <a:pt x="1379242" y="132719"/>
                </a:lnTo>
                <a:lnTo>
                  <a:pt x="1398859" y="117464"/>
                </a:lnTo>
                <a:close/>
                <a:moveTo>
                  <a:pt x="840168" y="117464"/>
                </a:moveTo>
                <a:lnTo>
                  <a:pt x="1377550" y="117464"/>
                </a:lnTo>
                <a:lnTo>
                  <a:pt x="1301753" y="176360"/>
                </a:lnTo>
                <a:lnTo>
                  <a:pt x="1112069" y="323748"/>
                </a:lnTo>
                <a:lnTo>
                  <a:pt x="857417" y="130551"/>
                </a:lnTo>
                <a:lnTo>
                  <a:pt x="840168" y="1174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Visuel  haut + contenu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9BDF78EF-B925-4A77-F088-A8970BDC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381829"/>
            <a:ext cx="10836275" cy="253160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C622DF-824A-7030-FF06-98A537DB20A5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:Après avoir insérez votre image, adaptez si besoin la couleur du texte en fonction de celle-ci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85252E3-9176-AD7B-44E7-02A49D47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9314"/>
            <a:ext cx="10728325" cy="10842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0124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 Bas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Visuel  Bas+ contenu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6CEC976-242A-291F-5C18-817BBE12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46" y="1381125"/>
            <a:ext cx="10744517" cy="207327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462F4B3-C673-4762-4C2C-2CE0330E60F9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:Après avoir insérez votre image, placez celle-ci en arrière plan : Clic droit + « Arrière plan »</a:t>
            </a:r>
          </a:p>
        </p:txBody>
      </p:sp>
      <p:sp>
        <p:nvSpPr>
          <p:cNvPr id="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0197" y="3823855"/>
            <a:ext cx="11765693" cy="2356998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  <a:gd name="connsiteX0" fmla="*/ 738225 w 42118086"/>
              <a:gd name="connsiteY0" fmla="*/ 6911396 h 6975464"/>
              <a:gd name="connsiteX1" fmla="*/ 814828 w 42118086"/>
              <a:gd name="connsiteY1" fmla="*/ 6969750 h 6975464"/>
              <a:gd name="connsiteX2" fmla="*/ 822329 w 42118086"/>
              <a:gd name="connsiteY2" fmla="*/ 6975464 h 6975464"/>
              <a:gd name="connsiteX3" fmla="*/ 655724 w 42118086"/>
              <a:gd name="connsiteY3" fmla="*/ 6975464 h 6975464"/>
              <a:gd name="connsiteX4" fmla="*/ 656989 w 42118086"/>
              <a:gd name="connsiteY4" fmla="*/ 6974481 h 6975464"/>
              <a:gd name="connsiteX5" fmla="*/ 738225 w 42118086"/>
              <a:gd name="connsiteY5" fmla="*/ 6911396 h 6975464"/>
              <a:gd name="connsiteX6" fmla="*/ 733493 w 42118086"/>
              <a:gd name="connsiteY6" fmla="*/ 6551812 h 6975464"/>
              <a:gd name="connsiteX7" fmla="*/ 733493 w 42118086"/>
              <a:gd name="connsiteY7" fmla="*/ 6897991 h 6975464"/>
              <a:gd name="connsiteX8" fmla="*/ 639637 w 42118086"/>
              <a:gd name="connsiteY8" fmla="*/ 6970539 h 6975464"/>
              <a:gd name="connsiteX9" fmla="*/ 656989 w 42118086"/>
              <a:gd name="connsiteY9" fmla="*/ 6974481 h 6975464"/>
              <a:gd name="connsiteX10" fmla="*/ 638848 w 42118086"/>
              <a:gd name="connsiteY10" fmla="*/ 6971327 h 6975464"/>
              <a:gd name="connsiteX11" fmla="*/ 633515 w 42118086"/>
              <a:gd name="connsiteY11" fmla="*/ 6975464 h 6975464"/>
              <a:gd name="connsiteX12" fmla="*/ 371479 w 42118086"/>
              <a:gd name="connsiteY12" fmla="*/ 6975464 h 6975464"/>
              <a:gd name="connsiteX13" fmla="*/ 371479 w 42118086"/>
              <a:gd name="connsiteY13" fmla="*/ 6917056 h 6975464"/>
              <a:gd name="connsiteX14" fmla="*/ 371479 w 42118086"/>
              <a:gd name="connsiteY14" fmla="*/ 6832540 h 6975464"/>
              <a:gd name="connsiteX15" fmla="*/ 733493 w 42118086"/>
              <a:gd name="connsiteY15" fmla="*/ 6551812 h 6975464"/>
              <a:gd name="connsiteX16" fmla="*/ 1106548 w 42118086"/>
              <a:gd name="connsiteY16" fmla="*/ 5904403 h 6975464"/>
              <a:gd name="connsiteX17" fmla="*/ 1106548 w 42118086"/>
              <a:gd name="connsiteY17" fmla="*/ 6251370 h 6975464"/>
              <a:gd name="connsiteX18" fmla="*/ 1012693 w 42118086"/>
              <a:gd name="connsiteY18" fmla="*/ 6323918 h 6975464"/>
              <a:gd name="connsiteX19" fmla="*/ 744534 w 42118086"/>
              <a:gd name="connsiteY19" fmla="*/ 6531309 h 6975464"/>
              <a:gd name="connsiteX20" fmla="*/ 744534 w 42118086"/>
              <a:gd name="connsiteY20" fmla="*/ 6185131 h 6975464"/>
              <a:gd name="connsiteX21" fmla="*/ 873093 w 42118086"/>
              <a:gd name="connsiteY21" fmla="*/ 6085772 h 6975464"/>
              <a:gd name="connsiteX22" fmla="*/ 1106548 w 42118086"/>
              <a:gd name="connsiteY22" fmla="*/ 5904403 h 6975464"/>
              <a:gd name="connsiteX23" fmla="*/ 1739875 w 42118086"/>
              <a:gd name="connsiteY23" fmla="*/ 5788484 h 6975464"/>
              <a:gd name="connsiteX24" fmla="*/ 1726467 w 42118086"/>
              <a:gd name="connsiteY24" fmla="*/ 5794792 h 6975464"/>
              <a:gd name="connsiteX25" fmla="*/ 1739875 w 42118086"/>
              <a:gd name="connsiteY25" fmla="*/ 5788484 h 6975464"/>
              <a:gd name="connsiteX26" fmla="*/ 1488280 w 42118086"/>
              <a:gd name="connsiteY26" fmla="*/ 5613423 h 6975464"/>
              <a:gd name="connsiteX27" fmla="*/ 1726467 w 42118086"/>
              <a:gd name="connsiteY27" fmla="*/ 5794792 h 6975464"/>
              <a:gd name="connsiteX28" fmla="*/ 1853448 w 42118086"/>
              <a:gd name="connsiteY28" fmla="*/ 5890997 h 6975464"/>
              <a:gd name="connsiteX29" fmla="*/ 1489068 w 42118086"/>
              <a:gd name="connsiteY29" fmla="*/ 6174091 h 6975464"/>
              <a:gd name="connsiteX30" fmla="*/ 1123900 w 42118086"/>
              <a:gd name="connsiteY30" fmla="*/ 5896517 h 6975464"/>
              <a:gd name="connsiteX31" fmla="*/ 1488280 w 42118086"/>
              <a:gd name="connsiteY31" fmla="*/ 5613423 h 6975464"/>
              <a:gd name="connsiteX32" fmla="*/ 359648 w 42118086"/>
              <a:gd name="connsiteY32" fmla="*/ 4965225 h 6975464"/>
              <a:gd name="connsiteX33" fmla="*/ 724817 w 42118086"/>
              <a:gd name="connsiteY33" fmla="*/ 5242799 h 6975464"/>
              <a:gd name="connsiteX34" fmla="*/ 487418 w 42118086"/>
              <a:gd name="connsiteY34" fmla="*/ 5426534 h 6975464"/>
              <a:gd name="connsiteX35" fmla="*/ 493727 w 42118086"/>
              <a:gd name="connsiteY35" fmla="*/ 5437574 h 6975464"/>
              <a:gd name="connsiteX36" fmla="*/ 733493 w 42118086"/>
              <a:gd name="connsiteY36" fmla="*/ 5252262 h 6975464"/>
              <a:gd name="connsiteX37" fmla="*/ 733493 w 42118086"/>
              <a:gd name="connsiteY37" fmla="*/ 5598440 h 6975464"/>
              <a:gd name="connsiteX38" fmla="*/ 633328 w 42118086"/>
              <a:gd name="connsiteY38" fmla="*/ 5675720 h 6975464"/>
              <a:gd name="connsiteX39" fmla="*/ 641215 w 42118086"/>
              <a:gd name="connsiteY39" fmla="*/ 5688337 h 6975464"/>
              <a:gd name="connsiteX40" fmla="*/ 737436 w 42118086"/>
              <a:gd name="connsiteY40" fmla="*/ 5613423 h 6975464"/>
              <a:gd name="connsiteX41" fmla="*/ 1102605 w 42118086"/>
              <a:gd name="connsiteY41" fmla="*/ 5890997 h 6975464"/>
              <a:gd name="connsiteX42" fmla="*/ 866783 w 42118086"/>
              <a:gd name="connsiteY42" fmla="*/ 6073943 h 6975464"/>
              <a:gd name="connsiteX43" fmla="*/ 873093 w 42118086"/>
              <a:gd name="connsiteY43" fmla="*/ 6085772 h 6975464"/>
              <a:gd name="connsiteX44" fmla="*/ 865994 w 42118086"/>
              <a:gd name="connsiteY44" fmla="*/ 6074732 h 6975464"/>
              <a:gd name="connsiteX45" fmla="*/ 738225 w 42118086"/>
              <a:gd name="connsiteY45" fmla="*/ 6174091 h 6975464"/>
              <a:gd name="connsiteX46" fmla="*/ 373056 w 42118086"/>
              <a:gd name="connsiteY46" fmla="*/ 5896517 h 6975464"/>
              <a:gd name="connsiteX47" fmla="*/ 640426 w 42118086"/>
              <a:gd name="connsiteY47" fmla="*/ 5689125 h 6975464"/>
              <a:gd name="connsiteX48" fmla="*/ 633328 w 42118086"/>
              <a:gd name="connsiteY48" fmla="*/ 5676508 h 6975464"/>
              <a:gd name="connsiteX49" fmla="*/ 371479 w 42118086"/>
              <a:gd name="connsiteY49" fmla="*/ 5879169 h 6975464"/>
              <a:gd name="connsiteX50" fmla="*/ 371479 w 42118086"/>
              <a:gd name="connsiteY50" fmla="*/ 5532990 h 6975464"/>
              <a:gd name="connsiteX51" fmla="*/ 493727 w 42118086"/>
              <a:gd name="connsiteY51" fmla="*/ 5438362 h 6975464"/>
              <a:gd name="connsiteX52" fmla="*/ 486629 w 42118086"/>
              <a:gd name="connsiteY52" fmla="*/ 5426534 h 6975464"/>
              <a:gd name="connsiteX53" fmla="*/ 365169 w 42118086"/>
              <a:gd name="connsiteY53" fmla="*/ 5521161 h 6975464"/>
              <a:gd name="connsiteX54" fmla="*/ 0 w 42118086"/>
              <a:gd name="connsiteY54" fmla="*/ 5243588 h 6975464"/>
              <a:gd name="connsiteX55" fmla="*/ 359648 w 42118086"/>
              <a:gd name="connsiteY55" fmla="*/ 4965225 h 6975464"/>
              <a:gd name="connsiteX56" fmla="*/ 1106548 w 42118086"/>
              <a:gd name="connsiteY56" fmla="*/ 4604852 h 6975464"/>
              <a:gd name="connsiteX57" fmla="*/ 1106548 w 42118086"/>
              <a:gd name="connsiteY57" fmla="*/ 4951031 h 6975464"/>
              <a:gd name="connsiteX58" fmla="*/ 1018214 w 42118086"/>
              <a:gd name="connsiteY58" fmla="*/ 5019636 h 6975464"/>
              <a:gd name="connsiteX59" fmla="*/ 1025312 w 42118086"/>
              <a:gd name="connsiteY59" fmla="*/ 5030676 h 6975464"/>
              <a:gd name="connsiteX60" fmla="*/ 1017425 w 42118086"/>
              <a:gd name="connsiteY60" fmla="*/ 5020424 h 6975464"/>
              <a:gd name="connsiteX61" fmla="*/ 744534 w 42118086"/>
              <a:gd name="connsiteY61" fmla="*/ 5231759 h 6975464"/>
              <a:gd name="connsiteX62" fmla="*/ 744534 w 42118086"/>
              <a:gd name="connsiteY62" fmla="*/ 4885580 h 6975464"/>
              <a:gd name="connsiteX63" fmla="*/ 856530 w 42118086"/>
              <a:gd name="connsiteY63" fmla="*/ 4798050 h 6975464"/>
              <a:gd name="connsiteX64" fmla="*/ 849432 w 42118086"/>
              <a:gd name="connsiteY64" fmla="*/ 4787799 h 6975464"/>
              <a:gd name="connsiteX65" fmla="*/ 857319 w 42118086"/>
              <a:gd name="connsiteY65" fmla="*/ 4798050 h 6975464"/>
              <a:gd name="connsiteX66" fmla="*/ 1106548 w 42118086"/>
              <a:gd name="connsiteY66" fmla="*/ 4604852 h 6975464"/>
              <a:gd name="connsiteX67" fmla="*/ 737436 w 42118086"/>
              <a:gd name="connsiteY67" fmla="*/ 4313873 h 6975464"/>
              <a:gd name="connsiteX68" fmla="*/ 1102605 w 42118086"/>
              <a:gd name="connsiteY68" fmla="*/ 4591447 h 6975464"/>
              <a:gd name="connsiteX69" fmla="*/ 849432 w 42118086"/>
              <a:gd name="connsiteY69" fmla="*/ 4787799 h 6975464"/>
              <a:gd name="connsiteX70" fmla="*/ 738225 w 42118086"/>
              <a:gd name="connsiteY70" fmla="*/ 4873752 h 6975464"/>
              <a:gd name="connsiteX71" fmla="*/ 373056 w 42118086"/>
              <a:gd name="connsiteY71" fmla="*/ 4596178 h 6975464"/>
              <a:gd name="connsiteX72" fmla="*/ 737436 w 42118086"/>
              <a:gd name="connsiteY72" fmla="*/ 4313873 h 6975464"/>
              <a:gd name="connsiteX73" fmla="*/ 1115224 w 42118086"/>
              <a:gd name="connsiteY73" fmla="*/ 3661732 h 6975464"/>
              <a:gd name="connsiteX74" fmla="*/ 1125477 w 42118086"/>
              <a:gd name="connsiteY74" fmla="*/ 3669618 h 6975464"/>
              <a:gd name="connsiteX75" fmla="*/ 1480393 w 42118086"/>
              <a:gd name="connsiteY75" fmla="*/ 3939306 h 6975464"/>
              <a:gd name="connsiteX76" fmla="*/ 1116013 w 42118086"/>
              <a:gd name="connsiteY76" fmla="*/ 4222399 h 6975464"/>
              <a:gd name="connsiteX77" fmla="*/ 750844 w 42118086"/>
              <a:gd name="connsiteY77" fmla="*/ 3944037 h 6975464"/>
              <a:gd name="connsiteX78" fmla="*/ 1115224 w 42118086"/>
              <a:gd name="connsiteY78" fmla="*/ 3661732 h 6975464"/>
              <a:gd name="connsiteX79" fmla="*/ 1480393 w 42118086"/>
              <a:gd name="connsiteY79" fmla="*/ 2656315 h 6975464"/>
              <a:gd name="connsiteX80" fmla="*/ 1480393 w 42118086"/>
              <a:gd name="connsiteY80" fmla="*/ 3002494 h 6975464"/>
              <a:gd name="connsiteX81" fmla="*/ 1386537 w 42118086"/>
              <a:gd name="connsiteY81" fmla="*/ 3075042 h 6975464"/>
              <a:gd name="connsiteX82" fmla="*/ 1392847 w 42118086"/>
              <a:gd name="connsiteY82" fmla="*/ 3086870 h 6975464"/>
              <a:gd name="connsiteX83" fmla="*/ 1385748 w 42118086"/>
              <a:gd name="connsiteY83" fmla="*/ 3075830 h 6975464"/>
              <a:gd name="connsiteX84" fmla="*/ 1118379 w 42118086"/>
              <a:gd name="connsiteY84" fmla="*/ 3283222 h 6975464"/>
              <a:gd name="connsiteX85" fmla="*/ 1118379 w 42118086"/>
              <a:gd name="connsiteY85" fmla="*/ 2937043 h 6975464"/>
              <a:gd name="connsiteX86" fmla="*/ 1246148 w 42118086"/>
              <a:gd name="connsiteY86" fmla="*/ 2837685 h 6975464"/>
              <a:gd name="connsiteX87" fmla="*/ 1239839 w 42118086"/>
              <a:gd name="connsiteY87" fmla="*/ 2825856 h 6975464"/>
              <a:gd name="connsiteX88" fmla="*/ 1246937 w 42118086"/>
              <a:gd name="connsiteY88" fmla="*/ 2836896 h 6975464"/>
              <a:gd name="connsiteX89" fmla="*/ 1480393 w 42118086"/>
              <a:gd name="connsiteY89" fmla="*/ 2656315 h 6975464"/>
              <a:gd name="connsiteX90" fmla="*/ 732704 w 42118086"/>
              <a:gd name="connsiteY90" fmla="*/ 1716349 h 6975464"/>
              <a:gd name="connsiteX91" fmla="*/ 1097873 w 42118086"/>
              <a:gd name="connsiteY91" fmla="*/ 1993923 h 6975464"/>
              <a:gd name="connsiteX92" fmla="*/ 860473 w 42118086"/>
              <a:gd name="connsiteY92" fmla="*/ 2177658 h 6975464"/>
              <a:gd name="connsiteX93" fmla="*/ 867572 w 42118086"/>
              <a:gd name="connsiteY93" fmla="*/ 2189486 h 6975464"/>
              <a:gd name="connsiteX94" fmla="*/ 1106548 w 42118086"/>
              <a:gd name="connsiteY94" fmla="*/ 2003386 h 6975464"/>
              <a:gd name="connsiteX95" fmla="*/ 1106548 w 42118086"/>
              <a:gd name="connsiteY95" fmla="*/ 2350353 h 6975464"/>
              <a:gd name="connsiteX96" fmla="*/ 1007172 w 42118086"/>
              <a:gd name="connsiteY96" fmla="*/ 2427632 h 6975464"/>
              <a:gd name="connsiteX97" fmla="*/ 1014270 w 42118086"/>
              <a:gd name="connsiteY97" fmla="*/ 2440249 h 6975464"/>
              <a:gd name="connsiteX98" fmla="*/ 1110492 w 42118086"/>
              <a:gd name="connsiteY98" fmla="*/ 2365336 h 6975464"/>
              <a:gd name="connsiteX99" fmla="*/ 1475660 w 42118086"/>
              <a:gd name="connsiteY99" fmla="*/ 2642910 h 6975464"/>
              <a:gd name="connsiteX100" fmla="*/ 1239839 w 42118086"/>
              <a:gd name="connsiteY100" fmla="*/ 2825856 h 6975464"/>
              <a:gd name="connsiteX101" fmla="*/ 1112069 w 42118086"/>
              <a:gd name="connsiteY101" fmla="*/ 2925215 h 6975464"/>
              <a:gd name="connsiteX102" fmla="*/ 746900 w 42118086"/>
              <a:gd name="connsiteY102" fmla="*/ 2647641 h 6975464"/>
              <a:gd name="connsiteX103" fmla="*/ 1013481 w 42118086"/>
              <a:gd name="connsiteY103" fmla="*/ 2440249 h 6975464"/>
              <a:gd name="connsiteX104" fmla="*/ 1006383 w 42118086"/>
              <a:gd name="connsiteY104" fmla="*/ 2427632 h 6975464"/>
              <a:gd name="connsiteX105" fmla="*/ 744534 w 42118086"/>
              <a:gd name="connsiteY105" fmla="*/ 2631081 h 6975464"/>
              <a:gd name="connsiteX106" fmla="*/ 744534 w 42118086"/>
              <a:gd name="connsiteY106" fmla="*/ 2284114 h 6975464"/>
              <a:gd name="connsiteX107" fmla="*/ 866783 w 42118086"/>
              <a:gd name="connsiteY107" fmla="*/ 2189486 h 6975464"/>
              <a:gd name="connsiteX108" fmla="*/ 860473 w 42118086"/>
              <a:gd name="connsiteY108" fmla="*/ 2178447 h 6975464"/>
              <a:gd name="connsiteX109" fmla="*/ 738225 w 42118086"/>
              <a:gd name="connsiteY109" fmla="*/ 2273074 h 6975464"/>
              <a:gd name="connsiteX110" fmla="*/ 373056 w 42118086"/>
              <a:gd name="connsiteY110" fmla="*/ 1995500 h 6975464"/>
              <a:gd name="connsiteX111" fmla="*/ 732704 w 42118086"/>
              <a:gd name="connsiteY111" fmla="*/ 1716349 h 6975464"/>
              <a:gd name="connsiteX112" fmla="*/ 1480393 w 42118086"/>
              <a:gd name="connsiteY112" fmla="*/ 1355976 h 6975464"/>
              <a:gd name="connsiteX113" fmla="*/ 1480393 w 42118086"/>
              <a:gd name="connsiteY113" fmla="*/ 1702944 h 6975464"/>
              <a:gd name="connsiteX114" fmla="*/ 1391269 w 42118086"/>
              <a:gd name="connsiteY114" fmla="*/ 1771549 h 6975464"/>
              <a:gd name="connsiteX115" fmla="*/ 1399156 w 42118086"/>
              <a:gd name="connsiteY115" fmla="*/ 1781800 h 6975464"/>
              <a:gd name="connsiteX116" fmla="*/ 1483547 w 42118086"/>
              <a:gd name="connsiteY116" fmla="*/ 1716349 h 6975464"/>
              <a:gd name="connsiteX117" fmla="*/ 1848716 w 42118086"/>
              <a:gd name="connsiteY117" fmla="*/ 1993923 h 6975464"/>
              <a:gd name="connsiteX118" fmla="*/ 1658639 w 42118086"/>
              <a:gd name="connsiteY118" fmla="*/ 2141384 h 6975464"/>
              <a:gd name="connsiteX119" fmla="*/ 1489068 w 42118086"/>
              <a:gd name="connsiteY119" fmla="*/ 2273074 h 6975464"/>
              <a:gd name="connsiteX120" fmla="*/ 1123900 w 42118086"/>
              <a:gd name="connsiteY120" fmla="*/ 1995500 h 6975464"/>
              <a:gd name="connsiteX121" fmla="*/ 1398368 w 42118086"/>
              <a:gd name="connsiteY121" fmla="*/ 1782588 h 6975464"/>
              <a:gd name="connsiteX122" fmla="*/ 1390481 w 42118086"/>
              <a:gd name="connsiteY122" fmla="*/ 1771549 h 6975464"/>
              <a:gd name="connsiteX123" fmla="*/ 1118379 w 42118086"/>
              <a:gd name="connsiteY123" fmla="*/ 1982883 h 6975464"/>
              <a:gd name="connsiteX124" fmla="*/ 1118379 w 42118086"/>
              <a:gd name="connsiteY124" fmla="*/ 1636704 h 6975464"/>
              <a:gd name="connsiteX125" fmla="*/ 1230374 w 42118086"/>
              <a:gd name="connsiteY125" fmla="*/ 1549963 h 6975464"/>
              <a:gd name="connsiteX126" fmla="*/ 1480393 w 42118086"/>
              <a:gd name="connsiteY126" fmla="*/ 1355976 h 6975464"/>
              <a:gd name="connsiteX127" fmla="*/ 1110492 w 42118086"/>
              <a:gd name="connsiteY127" fmla="*/ 1064997 h 6975464"/>
              <a:gd name="connsiteX128" fmla="*/ 1475660 w 42118086"/>
              <a:gd name="connsiteY128" fmla="*/ 1342571 h 6975464"/>
              <a:gd name="connsiteX129" fmla="*/ 1223276 w 42118086"/>
              <a:gd name="connsiteY129" fmla="*/ 1538923 h 6975464"/>
              <a:gd name="connsiteX130" fmla="*/ 1230374 w 42118086"/>
              <a:gd name="connsiteY130" fmla="*/ 1549963 h 6975464"/>
              <a:gd name="connsiteX131" fmla="*/ 1222487 w 42118086"/>
              <a:gd name="connsiteY131" fmla="*/ 1539711 h 6975464"/>
              <a:gd name="connsiteX132" fmla="*/ 1112069 w 42118086"/>
              <a:gd name="connsiteY132" fmla="*/ 1625665 h 6975464"/>
              <a:gd name="connsiteX133" fmla="*/ 746900 w 42118086"/>
              <a:gd name="connsiteY133" fmla="*/ 1348091 h 6975464"/>
              <a:gd name="connsiteX134" fmla="*/ 1110492 w 42118086"/>
              <a:gd name="connsiteY134" fmla="*/ 1064997 h 6975464"/>
              <a:gd name="connsiteX135" fmla="*/ 1488280 w 42118086"/>
              <a:gd name="connsiteY135" fmla="*/ 413645 h 6975464"/>
              <a:gd name="connsiteX136" fmla="*/ 1498533 w 42118086"/>
              <a:gd name="connsiteY136" fmla="*/ 421530 h 6975464"/>
              <a:gd name="connsiteX137" fmla="*/ 1853448 w 42118086"/>
              <a:gd name="connsiteY137" fmla="*/ 691218 h 6975464"/>
              <a:gd name="connsiteX138" fmla="*/ 1489068 w 42118086"/>
              <a:gd name="connsiteY138" fmla="*/ 973524 h 6975464"/>
              <a:gd name="connsiteX139" fmla="*/ 1123900 w 42118086"/>
              <a:gd name="connsiteY139" fmla="*/ 695950 h 6975464"/>
              <a:gd name="connsiteX140" fmla="*/ 1488280 w 42118086"/>
              <a:gd name="connsiteY140" fmla="*/ 413645 h 6975464"/>
              <a:gd name="connsiteX141" fmla="*/ 1493012 w 42118086"/>
              <a:gd name="connsiteY141" fmla="*/ 117464 h 6975464"/>
              <a:gd name="connsiteX142" fmla="*/ 42118086 w 42118086"/>
              <a:gd name="connsiteY142" fmla="*/ 0 h 6975464"/>
              <a:gd name="connsiteX143" fmla="*/ 5957423 w 42118086"/>
              <a:gd name="connsiteY143" fmla="*/ 6975464 h 6975464"/>
              <a:gd name="connsiteX144" fmla="*/ 843615 w 42118086"/>
              <a:gd name="connsiteY144" fmla="*/ 6975464 h 6975464"/>
              <a:gd name="connsiteX145" fmla="*/ 810785 w 42118086"/>
              <a:gd name="connsiteY145" fmla="*/ 6950504 h 6975464"/>
              <a:gd name="connsiteX146" fmla="*/ 746900 w 42118086"/>
              <a:gd name="connsiteY146" fmla="*/ 6901934 h 6975464"/>
              <a:gd name="connsiteX147" fmla="*/ 746900 w 42118086"/>
              <a:gd name="connsiteY147" fmla="*/ 6547081 h 6975464"/>
              <a:gd name="connsiteX148" fmla="*/ 1019002 w 42118086"/>
              <a:gd name="connsiteY148" fmla="*/ 6335746 h 6975464"/>
              <a:gd name="connsiteX149" fmla="*/ 1012693 w 42118086"/>
              <a:gd name="connsiteY149" fmla="*/ 6323918 h 6975464"/>
              <a:gd name="connsiteX150" fmla="*/ 1019791 w 42118086"/>
              <a:gd name="connsiteY150" fmla="*/ 6334957 h 6975464"/>
              <a:gd name="connsiteX151" fmla="*/ 1110492 w 42118086"/>
              <a:gd name="connsiteY151" fmla="*/ 6264775 h 6975464"/>
              <a:gd name="connsiteX152" fmla="*/ 1489068 w 42118086"/>
              <a:gd name="connsiteY152" fmla="*/ 6553389 h 6975464"/>
              <a:gd name="connsiteX153" fmla="*/ 1870800 w 42118086"/>
              <a:gd name="connsiteY153" fmla="*/ 6257678 h 6975464"/>
              <a:gd name="connsiteX154" fmla="*/ 1870800 w 42118086"/>
              <a:gd name="connsiteY154" fmla="*/ 6139394 h 6975464"/>
              <a:gd name="connsiteX155" fmla="*/ 1857392 w 42118086"/>
              <a:gd name="connsiteY155" fmla="*/ 6144914 h 6975464"/>
              <a:gd name="connsiteX156" fmla="*/ 1857392 w 42118086"/>
              <a:gd name="connsiteY156" fmla="*/ 6251370 h 6975464"/>
              <a:gd name="connsiteX157" fmla="*/ 1495378 w 42118086"/>
              <a:gd name="connsiteY157" fmla="*/ 6531309 h 6975464"/>
              <a:gd name="connsiteX158" fmla="*/ 1495378 w 42118086"/>
              <a:gd name="connsiteY158" fmla="*/ 6185131 h 6975464"/>
              <a:gd name="connsiteX159" fmla="*/ 1857392 w 42118086"/>
              <a:gd name="connsiteY159" fmla="*/ 5904403 h 6975464"/>
              <a:gd name="connsiteX160" fmla="*/ 1857392 w 42118086"/>
              <a:gd name="connsiteY160" fmla="*/ 6144125 h 6975464"/>
              <a:gd name="connsiteX161" fmla="*/ 1870800 w 42118086"/>
              <a:gd name="connsiteY161" fmla="*/ 6138605 h 6975464"/>
              <a:gd name="connsiteX162" fmla="*/ 1870800 w 42118086"/>
              <a:gd name="connsiteY162" fmla="*/ 5887843 h 6975464"/>
              <a:gd name="connsiteX163" fmla="*/ 1739875 w 42118086"/>
              <a:gd name="connsiteY163" fmla="*/ 5788484 h 6975464"/>
              <a:gd name="connsiteX164" fmla="*/ 1497744 w 42118086"/>
              <a:gd name="connsiteY164" fmla="*/ 5604749 h 6975464"/>
              <a:gd name="connsiteX165" fmla="*/ 1497744 w 42118086"/>
              <a:gd name="connsiteY165" fmla="*/ 5424957 h 6975464"/>
              <a:gd name="connsiteX166" fmla="*/ 1484336 w 42118086"/>
              <a:gd name="connsiteY166" fmla="*/ 5427322 h 6975464"/>
              <a:gd name="connsiteX167" fmla="*/ 1484336 w 42118086"/>
              <a:gd name="connsiteY167" fmla="*/ 5598440 h 6975464"/>
              <a:gd name="connsiteX168" fmla="*/ 1122322 w 42118086"/>
              <a:gd name="connsiteY168" fmla="*/ 5879169 h 6975464"/>
              <a:gd name="connsiteX169" fmla="*/ 1122322 w 42118086"/>
              <a:gd name="connsiteY169" fmla="*/ 5532990 h 6975464"/>
              <a:gd name="connsiteX170" fmla="*/ 1292682 w 42118086"/>
              <a:gd name="connsiteY170" fmla="*/ 5400511 h 6975464"/>
              <a:gd name="connsiteX171" fmla="*/ 1285583 w 42118086"/>
              <a:gd name="connsiteY171" fmla="*/ 5390260 h 6975464"/>
              <a:gd name="connsiteX172" fmla="*/ 1116013 w 42118086"/>
              <a:gd name="connsiteY172" fmla="*/ 5521161 h 6975464"/>
              <a:gd name="connsiteX173" fmla="*/ 750844 w 42118086"/>
              <a:gd name="connsiteY173" fmla="*/ 5243588 h 6975464"/>
              <a:gd name="connsiteX174" fmla="*/ 1025312 w 42118086"/>
              <a:gd name="connsiteY174" fmla="*/ 5030676 h 6975464"/>
              <a:gd name="connsiteX175" fmla="*/ 1110492 w 42118086"/>
              <a:gd name="connsiteY175" fmla="*/ 4965225 h 6975464"/>
              <a:gd name="connsiteX176" fmla="*/ 1475660 w 42118086"/>
              <a:gd name="connsiteY176" fmla="*/ 5242799 h 6975464"/>
              <a:gd name="connsiteX177" fmla="*/ 1285583 w 42118086"/>
              <a:gd name="connsiteY177" fmla="*/ 5389472 h 6975464"/>
              <a:gd name="connsiteX178" fmla="*/ 1293470 w 42118086"/>
              <a:gd name="connsiteY178" fmla="*/ 5400511 h 6975464"/>
              <a:gd name="connsiteX179" fmla="*/ 1484336 w 42118086"/>
              <a:gd name="connsiteY179" fmla="*/ 5252262 h 6975464"/>
              <a:gd name="connsiteX180" fmla="*/ 1484336 w 42118086"/>
              <a:gd name="connsiteY180" fmla="*/ 5426534 h 6975464"/>
              <a:gd name="connsiteX181" fmla="*/ 1497744 w 42118086"/>
              <a:gd name="connsiteY181" fmla="*/ 5424168 h 6975464"/>
              <a:gd name="connsiteX182" fmla="*/ 1497744 w 42118086"/>
              <a:gd name="connsiteY182" fmla="*/ 5246742 h 6975464"/>
              <a:gd name="connsiteX183" fmla="*/ 1513518 w 42118086"/>
              <a:gd name="connsiteY183" fmla="*/ 5234125 h 6975464"/>
              <a:gd name="connsiteX184" fmla="*/ 1513518 w 42118086"/>
              <a:gd name="connsiteY184" fmla="*/ 5217565 h 6975464"/>
              <a:gd name="connsiteX185" fmla="*/ 1495378 w 42118086"/>
              <a:gd name="connsiteY185" fmla="*/ 5231759 h 6975464"/>
              <a:gd name="connsiteX186" fmla="*/ 1495378 w 42118086"/>
              <a:gd name="connsiteY186" fmla="*/ 4885580 h 6975464"/>
              <a:gd name="connsiteX187" fmla="*/ 1513518 w 42118086"/>
              <a:gd name="connsiteY187" fmla="*/ 4871386 h 6975464"/>
              <a:gd name="connsiteX188" fmla="*/ 1513518 w 42118086"/>
              <a:gd name="connsiteY188" fmla="*/ 4854826 h 6975464"/>
              <a:gd name="connsiteX189" fmla="*/ 1489068 w 42118086"/>
              <a:gd name="connsiteY189" fmla="*/ 4873752 h 6975464"/>
              <a:gd name="connsiteX190" fmla="*/ 1123900 w 42118086"/>
              <a:gd name="connsiteY190" fmla="*/ 4596178 h 6975464"/>
              <a:gd name="connsiteX191" fmla="*/ 1488280 w 42118086"/>
              <a:gd name="connsiteY191" fmla="*/ 4313873 h 6975464"/>
              <a:gd name="connsiteX192" fmla="*/ 1853448 w 42118086"/>
              <a:gd name="connsiteY192" fmla="*/ 4591447 h 6975464"/>
              <a:gd name="connsiteX193" fmla="*/ 1514307 w 42118086"/>
              <a:gd name="connsiteY193" fmla="*/ 4854826 h 6975464"/>
              <a:gd name="connsiteX194" fmla="*/ 1514307 w 42118086"/>
              <a:gd name="connsiteY194" fmla="*/ 4870598 h 6975464"/>
              <a:gd name="connsiteX195" fmla="*/ 1857392 w 42118086"/>
              <a:gd name="connsiteY195" fmla="*/ 4604852 h 6975464"/>
              <a:gd name="connsiteX196" fmla="*/ 1857392 w 42118086"/>
              <a:gd name="connsiteY196" fmla="*/ 4951031 h 6975464"/>
              <a:gd name="connsiteX197" fmla="*/ 1514307 w 42118086"/>
              <a:gd name="connsiteY197" fmla="*/ 5217565 h 6975464"/>
              <a:gd name="connsiteX198" fmla="*/ 1514307 w 42118086"/>
              <a:gd name="connsiteY198" fmla="*/ 5234125 h 6975464"/>
              <a:gd name="connsiteX199" fmla="*/ 1870800 w 42118086"/>
              <a:gd name="connsiteY199" fmla="*/ 4957339 h 6975464"/>
              <a:gd name="connsiteX200" fmla="*/ 1870800 w 42118086"/>
              <a:gd name="connsiteY200" fmla="*/ 4588292 h 6975464"/>
              <a:gd name="connsiteX201" fmla="*/ 1497744 w 42118086"/>
              <a:gd name="connsiteY201" fmla="*/ 4304410 h 6975464"/>
              <a:gd name="connsiteX202" fmla="*/ 1497744 w 42118086"/>
              <a:gd name="connsiteY202" fmla="*/ 3956654 h 6975464"/>
              <a:gd name="connsiteX203" fmla="*/ 1484336 w 42118086"/>
              <a:gd name="connsiteY203" fmla="*/ 3966905 h 6975464"/>
              <a:gd name="connsiteX204" fmla="*/ 1484336 w 42118086"/>
              <a:gd name="connsiteY204" fmla="*/ 4299679 h 6975464"/>
              <a:gd name="connsiteX205" fmla="*/ 1122322 w 42118086"/>
              <a:gd name="connsiteY205" fmla="*/ 4579618 h 6975464"/>
              <a:gd name="connsiteX206" fmla="*/ 1122322 w 42118086"/>
              <a:gd name="connsiteY206" fmla="*/ 4233439 h 6975464"/>
              <a:gd name="connsiteX207" fmla="*/ 1484336 w 42118086"/>
              <a:gd name="connsiteY207" fmla="*/ 3952712 h 6975464"/>
              <a:gd name="connsiteX208" fmla="*/ 1484336 w 42118086"/>
              <a:gd name="connsiteY208" fmla="*/ 3966117 h 6975464"/>
              <a:gd name="connsiteX209" fmla="*/ 1497744 w 42118086"/>
              <a:gd name="connsiteY209" fmla="*/ 3955866 h 6975464"/>
              <a:gd name="connsiteX210" fmla="*/ 1497744 w 42118086"/>
              <a:gd name="connsiteY210" fmla="*/ 3936152 h 6975464"/>
              <a:gd name="connsiteX211" fmla="*/ 1136519 w 42118086"/>
              <a:gd name="connsiteY211" fmla="*/ 3661732 h 6975464"/>
              <a:gd name="connsiteX212" fmla="*/ 1125477 w 42118086"/>
              <a:gd name="connsiteY212" fmla="*/ 3669618 h 6975464"/>
              <a:gd name="connsiteX213" fmla="*/ 1135730 w 42118086"/>
              <a:gd name="connsiteY213" fmla="*/ 3660943 h 6975464"/>
              <a:gd name="connsiteX214" fmla="*/ 1119956 w 42118086"/>
              <a:gd name="connsiteY214" fmla="*/ 3649115 h 6975464"/>
              <a:gd name="connsiteX215" fmla="*/ 1119956 w 42118086"/>
              <a:gd name="connsiteY215" fmla="*/ 3637286 h 6975464"/>
              <a:gd name="connsiteX216" fmla="*/ 1106548 w 42118086"/>
              <a:gd name="connsiteY216" fmla="*/ 3637286 h 6975464"/>
              <a:gd name="connsiteX217" fmla="*/ 1106548 w 42118086"/>
              <a:gd name="connsiteY217" fmla="*/ 3649903 h 6975464"/>
              <a:gd name="connsiteX218" fmla="*/ 744534 w 42118086"/>
              <a:gd name="connsiteY218" fmla="*/ 3929843 h 6975464"/>
              <a:gd name="connsiteX219" fmla="*/ 744534 w 42118086"/>
              <a:gd name="connsiteY219" fmla="*/ 3612841 h 6975464"/>
              <a:gd name="connsiteX220" fmla="*/ 744534 w 42118086"/>
              <a:gd name="connsiteY220" fmla="*/ 3584453 h 6975464"/>
              <a:gd name="connsiteX221" fmla="*/ 1106548 w 42118086"/>
              <a:gd name="connsiteY221" fmla="*/ 3303725 h 6975464"/>
              <a:gd name="connsiteX222" fmla="*/ 1106548 w 42118086"/>
              <a:gd name="connsiteY222" fmla="*/ 3617573 h 6975464"/>
              <a:gd name="connsiteX223" fmla="*/ 1106548 w 42118086"/>
              <a:gd name="connsiteY223" fmla="*/ 3636498 h 6975464"/>
              <a:gd name="connsiteX224" fmla="*/ 1119956 w 42118086"/>
              <a:gd name="connsiteY224" fmla="*/ 3636498 h 6975464"/>
              <a:gd name="connsiteX225" fmla="*/ 1119956 w 42118086"/>
              <a:gd name="connsiteY225" fmla="*/ 3298205 h 6975464"/>
              <a:gd name="connsiteX226" fmla="*/ 1392847 w 42118086"/>
              <a:gd name="connsiteY226" fmla="*/ 3086870 h 6975464"/>
              <a:gd name="connsiteX227" fmla="*/ 1483547 w 42118086"/>
              <a:gd name="connsiteY227" fmla="*/ 3016688 h 6975464"/>
              <a:gd name="connsiteX228" fmla="*/ 1862913 w 42118086"/>
              <a:gd name="connsiteY228" fmla="*/ 3304513 h 6975464"/>
              <a:gd name="connsiteX229" fmla="*/ 2243855 w 42118086"/>
              <a:gd name="connsiteY229" fmla="*/ 3008803 h 6975464"/>
              <a:gd name="connsiteX230" fmla="*/ 2243855 w 42118086"/>
              <a:gd name="connsiteY230" fmla="*/ 2891307 h 6975464"/>
              <a:gd name="connsiteX231" fmla="*/ 2231236 w 42118086"/>
              <a:gd name="connsiteY231" fmla="*/ 2896827 h 6975464"/>
              <a:gd name="connsiteX232" fmla="*/ 2231236 w 42118086"/>
              <a:gd name="connsiteY232" fmla="*/ 3002494 h 6975464"/>
              <a:gd name="connsiteX233" fmla="*/ 1869222 w 42118086"/>
              <a:gd name="connsiteY233" fmla="*/ 3283222 h 6975464"/>
              <a:gd name="connsiteX234" fmla="*/ 1869222 w 42118086"/>
              <a:gd name="connsiteY234" fmla="*/ 2937043 h 6975464"/>
              <a:gd name="connsiteX235" fmla="*/ 2231236 w 42118086"/>
              <a:gd name="connsiteY235" fmla="*/ 2656315 h 6975464"/>
              <a:gd name="connsiteX236" fmla="*/ 2231236 w 42118086"/>
              <a:gd name="connsiteY236" fmla="*/ 2896038 h 6975464"/>
              <a:gd name="connsiteX237" fmla="*/ 2243855 w 42118086"/>
              <a:gd name="connsiteY237" fmla="*/ 2890518 h 6975464"/>
              <a:gd name="connsiteX238" fmla="*/ 2243855 w 42118086"/>
              <a:gd name="connsiteY238" fmla="*/ 2639755 h 6975464"/>
              <a:gd name="connsiteX239" fmla="*/ 2113720 w 42118086"/>
              <a:gd name="connsiteY239" fmla="*/ 2540397 h 6975464"/>
              <a:gd name="connsiteX240" fmla="*/ 2100312 w 42118086"/>
              <a:gd name="connsiteY240" fmla="*/ 2546705 h 6975464"/>
              <a:gd name="connsiteX241" fmla="*/ 2226503 w 42118086"/>
              <a:gd name="connsiteY241" fmla="*/ 2642910 h 6975464"/>
              <a:gd name="connsiteX242" fmla="*/ 1862124 w 42118086"/>
              <a:gd name="connsiteY242" fmla="*/ 2925215 h 6975464"/>
              <a:gd name="connsiteX243" fmla="*/ 1496955 w 42118086"/>
              <a:gd name="connsiteY243" fmla="*/ 2647641 h 6975464"/>
              <a:gd name="connsiteX244" fmla="*/ 1861335 w 42118086"/>
              <a:gd name="connsiteY244" fmla="*/ 2365336 h 6975464"/>
              <a:gd name="connsiteX245" fmla="*/ 2099523 w 42118086"/>
              <a:gd name="connsiteY245" fmla="*/ 2545916 h 6975464"/>
              <a:gd name="connsiteX246" fmla="*/ 2112931 w 42118086"/>
              <a:gd name="connsiteY246" fmla="*/ 2539608 h 6975464"/>
              <a:gd name="connsiteX247" fmla="*/ 1870800 w 42118086"/>
              <a:gd name="connsiteY247" fmla="*/ 2355873 h 6975464"/>
              <a:gd name="connsiteX248" fmla="*/ 1870800 w 42118086"/>
              <a:gd name="connsiteY248" fmla="*/ 2176869 h 6975464"/>
              <a:gd name="connsiteX249" fmla="*/ 1857392 w 42118086"/>
              <a:gd name="connsiteY249" fmla="*/ 2178447 h 6975464"/>
              <a:gd name="connsiteX250" fmla="*/ 1857392 w 42118086"/>
              <a:gd name="connsiteY250" fmla="*/ 2350353 h 6975464"/>
              <a:gd name="connsiteX251" fmla="*/ 1496167 w 42118086"/>
              <a:gd name="connsiteY251" fmla="*/ 2631081 h 6975464"/>
              <a:gd name="connsiteX252" fmla="*/ 1496167 w 42118086"/>
              <a:gd name="connsiteY252" fmla="*/ 2284114 h 6975464"/>
              <a:gd name="connsiteX253" fmla="*/ 1666526 w 42118086"/>
              <a:gd name="connsiteY253" fmla="*/ 2152424 h 6975464"/>
              <a:gd name="connsiteX254" fmla="*/ 1658639 w 42118086"/>
              <a:gd name="connsiteY254" fmla="*/ 2141384 h 6975464"/>
              <a:gd name="connsiteX255" fmla="*/ 1666526 w 42118086"/>
              <a:gd name="connsiteY255" fmla="*/ 2151636 h 6975464"/>
              <a:gd name="connsiteX256" fmla="*/ 1857392 w 42118086"/>
              <a:gd name="connsiteY256" fmla="*/ 2003386 h 6975464"/>
              <a:gd name="connsiteX257" fmla="*/ 1857392 w 42118086"/>
              <a:gd name="connsiteY257" fmla="*/ 2177658 h 6975464"/>
              <a:gd name="connsiteX258" fmla="*/ 1870800 w 42118086"/>
              <a:gd name="connsiteY258" fmla="*/ 2176081 h 6975464"/>
              <a:gd name="connsiteX259" fmla="*/ 1870800 w 42118086"/>
              <a:gd name="connsiteY259" fmla="*/ 1998654 h 6975464"/>
              <a:gd name="connsiteX260" fmla="*/ 1886574 w 42118086"/>
              <a:gd name="connsiteY260" fmla="*/ 1986037 h 6975464"/>
              <a:gd name="connsiteX261" fmla="*/ 1886574 w 42118086"/>
              <a:gd name="connsiteY261" fmla="*/ 1969478 h 6975464"/>
              <a:gd name="connsiteX262" fmla="*/ 1869222 w 42118086"/>
              <a:gd name="connsiteY262" fmla="*/ 1982883 h 6975464"/>
              <a:gd name="connsiteX263" fmla="*/ 1869222 w 42118086"/>
              <a:gd name="connsiteY263" fmla="*/ 1636704 h 6975464"/>
              <a:gd name="connsiteX264" fmla="*/ 1886574 w 42118086"/>
              <a:gd name="connsiteY264" fmla="*/ 1623299 h 6975464"/>
              <a:gd name="connsiteX265" fmla="*/ 1886574 w 42118086"/>
              <a:gd name="connsiteY265" fmla="*/ 1606739 h 6975464"/>
              <a:gd name="connsiteX266" fmla="*/ 1862124 w 42118086"/>
              <a:gd name="connsiteY266" fmla="*/ 1625665 h 6975464"/>
              <a:gd name="connsiteX267" fmla="*/ 1496955 w 42118086"/>
              <a:gd name="connsiteY267" fmla="*/ 1348091 h 6975464"/>
              <a:gd name="connsiteX268" fmla="*/ 1861335 w 42118086"/>
              <a:gd name="connsiteY268" fmla="*/ 1064997 h 6975464"/>
              <a:gd name="connsiteX269" fmla="*/ 2226503 w 42118086"/>
              <a:gd name="connsiteY269" fmla="*/ 1342571 h 6975464"/>
              <a:gd name="connsiteX270" fmla="*/ 1887362 w 42118086"/>
              <a:gd name="connsiteY270" fmla="*/ 1605951 h 6975464"/>
              <a:gd name="connsiteX271" fmla="*/ 1887362 w 42118086"/>
              <a:gd name="connsiteY271" fmla="*/ 1622510 h 6975464"/>
              <a:gd name="connsiteX272" fmla="*/ 2231236 w 42118086"/>
              <a:gd name="connsiteY272" fmla="*/ 1355976 h 6975464"/>
              <a:gd name="connsiteX273" fmla="*/ 2231236 w 42118086"/>
              <a:gd name="connsiteY273" fmla="*/ 1702944 h 6975464"/>
              <a:gd name="connsiteX274" fmla="*/ 1887362 w 42118086"/>
              <a:gd name="connsiteY274" fmla="*/ 1968689 h 6975464"/>
              <a:gd name="connsiteX275" fmla="*/ 1887362 w 42118086"/>
              <a:gd name="connsiteY275" fmla="*/ 1985249 h 6975464"/>
              <a:gd name="connsiteX276" fmla="*/ 2243855 w 42118086"/>
              <a:gd name="connsiteY276" fmla="*/ 1709252 h 6975464"/>
              <a:gd name="connsiteX277" fmla="*/ 2243855 w 42118086"/>
              <a:gd name="connsiteY277" fmla="*/ 1339416 h 6975464"/>
              <a:gd name="connsiteX278" fmla="*/ 1870800 w 42118086"/>
              <a:gd name="connsiteY278" fmla="*/ 1056323 h 6975464"/>
              <a:gd name="connsiteX279" fmla="*/ 1870800 w 42118086"/>
              <a:gd name="connsiteY279" fmla="*/ 707778 h 6975464"/>
              <a:gd name="connsiteX280" fmla="*/ 1857392 w 42118086"/>
              <a:gd name="connsiteY280" fmla="*/ 718030 h 6975464"/>
              <a:gd name="connsiteX281" fmla="*/ 1857392 w 42118086"/>
              <a:gd name="connsiteY281" fmla="*/ 1050803 h 6975464"/>
              <a:gd name="connsiteX282" fmla="*/ 1496167 w 42118086"/>
              <a:gd name="connsiteY282" fmla="*/ 1331531 h 6975464"/>
              <a:gd name="connsiteX283" fmla="*/ 1496167 w 42118086"/>
              <a:gd name="connsiteY283" fmla="*/ 985352 h 6975464"/>
              <a:gd name="connsiteX284" fmla="*/ 1857392 w 42118086"/>
              <a:gd name="connsiteY284" fmla="*/ 704624 h 6975464"/>
              <a:gd name="connsiteX285" fmla="*/ 1857392 w 42118086"/>
              <a:gd name="connsiteY285" fmla="*/ 717241 h 6975464"/>
              <a:gd name="connsiteX286" fmla="*/ 1870800 w 42118086"/>
              <a:gd name="connsiteY286" fmla="*/ 706990 h 6975464"/>
              <a:gd name="connsiteX287" fmla="*/ 1870800 w 42118086"/>
              <a:gd name="connsiteY287" fmla="*/ 688064 h 6975464"/>
              <a:gd name="connsiteX288" fmla="*/ 1509574 w 42118086"/>
              <a:gd name="connsiteY288" fmla="*/ 412856 h 6975464"/>
              <a:gd name="connsiteX289" fmla="*/ 1498533 w 42118086"/>
              <a:gd name="connsiteY289" fmla="*/ 421530 h 6975464"/>
              <a:gd name="connsiteX290" fmla="*/ 1508786 w 42118086"/>
              <a:gd name="connsiteY290" fmla="*/ 412856 h 6975464"/>
              <a:gd name="connsiteX291" fmla="*/ 1493012 w 42118086"/>
              <a:gd name="connsiteY291" fmla="*/ 401028 h 6975464"/>
              <a:gd name="connsiteX292" fmla="*/ 1493012 w 42118086"/>
              <a:gd name="connsiteY292" fmla="*/ 119417 h 6975464"/>
              <a:gd name="connsiteX293" fmla="*/ 1493012 w 42118086"/>
              <a:gd name="connsiteY293" fmla="*/ 117464 h 6975464"/>
              <a:gd name="connsiteX294" fmla="*/ 1398859 w 42118086"/>
              <a:gd name="connsiteY294" fmla="*/ 117464 h 6975464"/>
              <a:gd name="connsiteX295" fmla="*/ 1480393 w 42118086"/>
              <a:gd name="connsiteY295" fmla="*/ 117464 h 6975464"/>
              <a:gd name="connsiteX296" fmla="*/ 1480393 w 42118086"/>
              <a:gd name="connsiteY296" fmla="*/ 201868 h 6975464"/>
              <a:gd name="connsiteX297" fmla="*/ 1480393 w 42118086"/>
              <a:gd name="connsiteY297" fmla="*/ 401028 h 6975464"/>
              <a:gd name="connsiteX298" fmla="*/ 1118379 w 42118086"/>
              <a:gd name="connsiteY298" fmla="*/ 681756 h 6975464"/>
              <a:gd name="connsiteX299" fmla="*/ 1118379 w 42118086"/>
              <a:gd name="connsiteY299" fmla="*/ 335577 h 6975464"/>
              <a:gd name="connsiteX300" fmla="*/ 1379242 w 42118086"/>
              <a:gd name="connsiteY300" fmla="*/ 132719 h 6975464"/>
              <a:gd name="connsiteX301" fmla="*/ 1398859 w 42118086"/>
              <a:gd name="connsiteY301" fmla="*/ 117464 h 6975464"/>
              <a:gd name="connsiteX302" fmla="*/ 840168 w 42118086"/>
              <a:gd name="connsiteY302" fmla="*/ 117464 h 6975464"/>
              <a:gd name="connsiteX303" fmla="*/ 1377550 w 42118086"/>
              <a:gd name="connsiteY303" fmla="*/ 117464 h 6975464"/>
              <a:gd name="connsiteX304" fmla="*/ 1301753 w 42118086"/>
              <a:gd name="connsiteY304" fmla="*/ 176360 h 6975464"/>
              <a:gd name="connsiteX305" fmla="*/ 1112069 w 42118086"/>
              <a:gd name="connsiteY305" fmla="*/ 323748 h 6975464"/>
              <a:gd name="connsiteX306" fmla="*/ 857417 w 42118086"/>
              <a:gd name="connsiteY306" fmla="*/ 130551 h 6975464"/>
              <a:gd name="connsiteX307" fmla="*/ 840168 w 42118086"/>
              <a:gd name="connsiteY307" fmla="*/ 117464 h 6975464"/>
              <a:gd name="connsiteX0" fmla="*/ 738225 w 42198532"/>
              <a:gd name="connsiteY0" fmla="*/ 6911396 h 6975464"/>
              <a:gd name="connsiteX1" fmla="*/ 814828 w 42198532"/>
              <a:gd name="connsiteY1" fmla="*/ 6969750 h 6975464"/>
              <a:gd name="connsiteX2" fmla="*/ 822329 w 42198532"/>
              <a:gd name="connsiteY2" fmla="*/ 6975464 h 6975464"/>
              <a:gd name="connsiteX3" fmla="*/ 655724 w 42198532"/>
              <a:gd name="connsiteY3" fmla="*/ 6975464 h 6975464"/>
              <a:gd name="connsiteX4" fmla="*/ 656989 w 42198532"/>
              <a:gd name="connsiteY4" fmla="*/ 6974481 h 6975464"/>
              <a:gd name="connsiteX5" fmla="*/ 738225 w 42198532"/>
              <a:gd name="connsiteY5" fmla="*/ 6911396 h 6975464"/>
              <a:gd name="connsiteX6" fmla="*/ 733493 w 42198532"/>
              <a:gd name="connsiteY6" fmla="*/ 6551812 h 6975464"/>
              <a:gd name="connsiteX7" fmla="*/ 733493 w 42198532"/>
              <a:gd name="connsiteY7" fmla="*/ 6897991 h 6975464"/>
              <a:gd name="connsiteX8" fmla="*/ 639637 w 42198532"/>
              <a:gd name="connsiteY8" fmla="*/ 6970539 h 6975464"/>
              <a:gd name="connsiteX9" fmla="*/ 656989 w 42198532"/>
              <a:gd name="connsiteY9" fmla="*/ 6974481 h 6975464"/>
              <a:gd name="connsiteX10" fmla="*/ 638848 w 42198532"/>
              <a:gd name="connsiteY10" fmla="*/ 6971327 h 6975464"/>
              <a:gd name="connsiteX11" fmla="*/ 633515 w 42198532"/>
              <a:gd name="connsiteY11" fmla="*/ 6975464 h 6975464"/>
              <a:gd name="connsiteX12" fmla="*/ 371479 w 42198532"/>
              <a:gd name="connsiteY12" fmla="*/ 6975464 h 6975464"/>
              <a:gd name="connsiteX13" fmla="*/ 371479 w 42198532"/>
              <a:gd name="connsiteY13" fmla="*/ 6917056 h 6975464"/>
              <a:gd name="connsiteX14" fmla="*/ 371479 w 42198532"/>
              <a:gd name="connsiteY14" fmla="*/ 6832540 h 6975464"/>
              <a:gd name="connsiteX15" fmla="*/ 733493 w 42198532"/>
              <a:gd name="connsiteY15" fmla="*/ 6551812 h 6975464"/>
              <a:gd name="connsiteX16" fmla="*/ 1106548 w 42198532"/>
              <a:gd name="connsiteY16" fmla="*/ 5904403 h 6975464"/>
              <a:gd name="connsiteX17" fmla="*/ 1106548 w 42198532"/>
              <a:gd name="connsiteY17" fmla="*/ 6251370 h 6975464"/>
              <a:gd name="connsiteX18" fmla="*/ 1012693 w 42198532"/>
              <a:gd name="connsiteY18" fmla="*/ 6323918 h 6975464"/>
              <a:gd name="connsiteX19" fmla="*/ 744534 w 42198532"/>
              <a:gd name="connsiteY19" fmla="*/ 6531309 h 6975464"/>
              <a:gd name="connsiteX20" fmla="*/ 744534 w 42198532"/>
              <a:gd name="connsiteY20" fmla="*/ 6185131 h 6975464"/>
              <a:gd name="connsiteX21" fmla="*/ 873093 w 42198532"/>
              <a:gd name="connsiteY21" fmla="*/ 6085772 h 6975464"/>
              <a:gd name="connsiteX22" fmla="*/ 1106548 w 42198532"/>
              <a:gd name="connsiteY22" fmla="*/ 5904403 h 6975464"/>
              <a:gd name="connsiteX23" fmla="*/ 1739875 w 42198532"/>
              <a:gd name="connsiteY23" fmla="*/ 5788484 h 6975464"/>
              <a:gd name="connsiteX24" fmla="*/ 1726467 w 42198532"/>
              <a:gd name="connsiteY24" fmla="*/ 5794792 h 6975464"/>
              <a:gd name="connsiteX25" fmla="*/ 1739875 w 42198532"/>
              <a:gd name="connsiteY25" fmla="*/ 5788484 h 6975464"/>
              <a:gd name="connsiteX26" fmla="*/ 1488280 w 42198532"/>
              <a:gd name="connsiteY26" fmla="*/ 5613423 h 6975464"/>
              <a:gd name="connsiteX27" fmla="*/ 1726467 w 42198532"/>
              <a:gd name="connsiteY27" fmla="*/ 5794792 h 6975464"/>
              <a:gd name="connsiteX28" fmla="*/ 1853448 w 42198532"/>
              <a:gd name="connsiteY28" fmla="*/ 5890997 h 6975464"/>
              <a:gd name="connsiteX29" fmla="*/ 1489068 w 42198532"/>
              <a:gd name="connsiteY29" fmla="*/ 6174091 h 6975464"/>
              <a:gd name="connsiteX30" fmla="*/ 1123900 w 42198532"/>
              <a:gd name="connsiteY30" fmla="*/ 5896517 h 6975464"/>
              <a:gd name="connsiteX31" fmla="*/ 1488280 w 42198532"/>
              <a:gd name="connsiteY31" fmla="*/ 5613423 h 6975464"/>
              <a:gd name="connsiteX32" fmla="*/ 359648 w 42198532"/>
              <a:gd name="connsiteY32" fmla="*/ 4965225 h 6975464"/>
              <a:gd name="connsiteX33" fmla="*/ 724817 w 42198532"/>
              <a:gd name="connsiteY33" fmla="*/ 5242799 h 6975464"/>
              <a:gd name="connsiteX34" fmla="*/ 487418 w 42198532"/>
              <a:gd name="connsiteY34" fmla="*/ 5426534 h 6975464"/>
              <a:gd name="connsiteX35" fmla="*/ 493727 w 42198532"/>
              <a:gd name="connsiteY35" fmla="*/ 5437574 h 6975464"/>
              <a:gd name="connsiteX36" fmla="*/ 733493 w 42198532"/>
              <a:gd name="connsiteY36" fmla="*/ 5252262 h 6975464"/>
              <a:gd name="connsiteX37" fmla="*/ 733493 w 42198532"/>
              <a:gd name="connsiteY37" fmla="*/ 5598440 h 6975464"/>
              <a:gd name="connsiteX38" fmla="*/ 633328 w 42198532"/>
              <a:gd name="connsiteY38" fmla="*/ 5675720 h 6975464"/>
              <a:gd name="connsiteX39" fmla="*/ 641215 w 42198532"/>
              <a:gd name="connsiteY39" fmla="*/ 5688337 h 6975464"/>
              <a:gd name="connsiteX40" fmla="*/ 737436 w 42198532"/>
              <a:gd name="connsiteY40" fmla="*/ 5613423 h 6975464"/>
              <a:gd name="connsiteX41" fmla="*/ 1102605 w 42198532"/>
              <a:gd name="connsiteY41" fmla="*/ 5890997 h 6975464"/>
              <a:gd name="connsiteX42" fmla="*/ 866783 w 42198532"/>
              <a:gd name="connsiteY42" fmla="*/ 6073943 h 6975464"/>
              <a:gd name="connsiteX43" fmla="*/ 873093 w 42198532"/>
              <a:gd name="connsiteY43" fmla="*/ 6085772 h 6975464"/>
              <a:gd name="connsiteX44" fmla="*/ 865994 w 42198532"/>
              <a:gd name="connsiteY44" fmla="*/ 6074732 h 6975464"/>
              <a:gd name="connsiteX45" fmla="*/ 738225 w 42198532"/>
              <a:gd name="connsiteY45" fmla="*/ 6174091 h 6975464"/>
              <a:gd name="connsiteX46" fmla="*/ 373056 w 42198532"/>
              <a:gd name="connsiteY46" fmla="*/ 5896517 h 6975464"/>
              <a:gd name="connsiteX47" fmla="*/ 640426 w 42198532"/>
              <a:gd name="connsiteY47" fmla="*/ 5689125 h 6975464"/>
              <a:gd name="connsiteX48" fmla="*/ 633328 w 42198532"/>
              <a:gd name="connsiteY48" fmla="*/ 5676508 h 6975464"/>
              <a:gd name="connsiteX49" fmla="*/ 371479 w 42198532"/>
              <a:gd name="connsiteY49" fmla="*/ 5879169 h 6975464"/>
              <a:gd name="connsiteX50" fmla="*/ 371479 w 42198532"/>
              <a:gd name="connsiteY50" fmla="*/ 5532990 h 6975464"/>
              <a:gd name="connsiteX51" fmla="*/ 493727 w 42198532"/>
              <a:gd name="connsiteY51" fmla="*/ 5438362 h 6975464"/>
              <a:gd name="connsiteX52" fmla="*/ 486629 w 42198532"/>
              <a:gd name="connsiteY52" fmla="*/ 5426534 h 6975464"/>
              <a:gd name="connsiteX53" fmla="*/ 365169 w 42198532"/>
              <a:gd name="connsiteY53" fmla="*/ 5521161 h 6975464"/>
              <a:gd name="connsiteX54" fmla="*/ 0 w 42198532"/>
              <a:gd name="connsiteY54" fmla="*/ 5243588 h 6975464"/>
              <a:gd name="connsiteX55" fmla="*/ 359648 w 42198532"/>
              <a:gd name="connsiteY55" fmla="*/ 4965225 h 6975464"/>
              <a:gd name="connsiteX56" fmla="*/ 1106548 w 42198532"/>
              <a:gd name="connsiteY56" fmla="*/ 4604852 h 6975464"/>
              <a:gd name="connsiteX57" fmla="*/ 1106548 w 42198532"/>
              <a:gd name="connsiteY57" fmla="*/ 4951031 h 6975464"/>
              <a:gd name="connsiteX58" fmla="*/ 1018214 w 42198532"/>
              <a:gd name="connsiteY58" fmla="*/ 5019636 h 6975464"/>
              <a:gd name="connsiteX59" fmla="*/ 1025312 w 42198532"/>
              <a:gd name="connsiteY59" fmla="*/ 5030676 h 6975464"/>
              <a:gd name="connsiteX60" fmla="*/ 1017425 w 42198532"/>
              <a:gd name="connsiteY60" fmla="*/ 5020424 h 6975464"/>
              <a:gd name="connsiteX61" fmla="*/ 744534 w 42198532"/>
              <a:gd name="connsiteY61" fmla="*/ 5231759 h 6975464"/>
              <a:gd name="connsiteX62" fmla="*/ 744534 w 42198532"/>
              <a:gd name="connsiteY62" fmla="*/ 4885580 h 6975464"/>
              <a:gd name="connsiteX63" fmla="*/ 856530 w 42198532"/>
              <a:gd name="connsiteY63" fmla="*/ 4798050 h 6975464"/>
              <a:gd name="connsiteX64" fmla="*/ 849432 w 42198532"/>
              <a:gd name="connsiteY64" fmla="*/ 4787799 h 6975464"/>
              <a:gd name="connsiteX65" fmla="*/ 857319 w 42198532"/>
              <a:gd name="connsiteY65" fmla="*/ 4798050 h 6975464"/>
              <a:gd name="connsiteX66" fmla="*/ 1106548 w 42198532"/>
              <a:gd name="connsiteY66" fmla="*/ 4604852 h 6975464"/>
              <a:gd name="connsiteX67" fmla="*/ 737436 w 42198532"/>
              <a:gd name="connsiteY67" fmla="*/ 4313873 h 6975464"/>
              <a:gd name="connsiteX68" fmla="*/ 1102605 w 42198532"/>
              <a:gd name="connsiteY68" fmla="*/ 4591447 h 6975464"/>
              <a:gd name="connsiteX69" fmla="*/ 849432 w 42198532"/>
              <a:gd name="connsiteY69" fmla="*/ 4787799 h 6975464"/>
              <a:gd name="connsiteX70" fmla="*/ 738225 w 42198532"/>
              <a:gd name="connsiteY70" fmla="*/ 4873752 h 6975464"/>
              <a:gd name="connsiteX71" fmla="*/ 373056 w 42198532"/>
              <a:gd name="connsiteY71" fmla="*/ 4596178 h 6975464"/>
              <a:gd name="connsiteX72" fmla="*/ 737436 w 42198532"/>
              <a:gd name="connsiteY72" fmla="*/ 4313873 h 6975464"/>
              <a:gd name="connsiteX73" fmla="*/ 1115224 w 42198532"/>
              <a:gd name="connsiteY73" fmla="*/ 3661732 h 6975464"/>
              <a:gd name="connsiteX74" fmla="*/ 1125477 w 42198532"/>
              <a:gd name="connsiteY74" fmla="*/ 3669618 h 6975464"/>
              <a:gd name="connsiteX75" fmla="*/ 1480393 w 42198532"/>
              <a:gd name="connsiteY75" fmla="*/ 3939306 h 6975464"/>
              <a:gd name="connsiteX76" fmla="*/ 1116013 w 42198532"/>
              <a:gd name="connsiteY76" fmla="*/ 4222399 h 6975464"/>
              <a:gd name="connsiteX77" fmla="*/ 750844 w 42198532"/>
              <a:gd name="connsiteY77" fmla="*/ 3944037 h 6975464"/>
              <a:gd name="connsiteX78" fmla="*/ 1115224 w 42198532"/>
              <a:gd name="connsiteY78" fmla="*/ 3661732 h 6975464"/>
              <a:gd name="connsiteX79" fmla="*/ 1480393 w 42198532"/>
              <a:gd name="connsiteY79" fmla="*/ 2656315 h 6975464"/>
              <a:gd name="connsiteX80" fmla="*/ 1480393 w 42198532"/>
              <a:gd name="connsiteY80" fmla="*/ 3002494 h 6975464"/>
              <a:gd name="connsiteX81" fmla="*/ 1386537 w 42198532"/>
              <a:gd name="connsiteY81" fmla="*/ 3075042 h 6975464"/>
              <a:gd name="connsiteX82" fmla="*/ 1392847 w 42198532"/>
              <a:gd name="connsiteY82" fmla="*/ 3086870 h 6975464"/>
              <a:gd name="connsiteX83" fmla="*/ 1385748 w 42198532"/>
              <a:gd name="connsiteY83" fmla="*/ 3075830 h 6975464"/>
              <a:gd name="connsiteX84" fmla="*/ 1118379 w 42198532"/>
              <a:gd name="connsiteY84" fmla="*/ 3283222 h 6975464"/>
              <a:gd name="connsiteX85" fmla="*/ 1118379 w 42198532"/>
              <a:gd name="connsiteY85" fmla="*/ 2937043 h 6975464"/>
              <a:gd name="connsiteX86" fmla="*/ 1246148 w 42198532"/>
              <a:gd name="connsiteY86" fmla="*/ 2837685 h 6975464"/>
              <a:gd name="connsiteX87" fmla="*/ 1239839 w 42198532"/>
              <a:gd name="connsiteY87" fmla="*/ 2825856 h 6975464"/>
              <a:gd name="connsiteX88" fmla="*/ 1246937 w 42198532"/>
              <a:gd name="connsiteY88" fmla="*/ 2836896 h 6975464"/>
              <a:gd name="connsiteX89" fmla="*/ 1480393 w 42198532"/>
              <a:gd name="connsiteY89" fmla="*/ 2656315 h 6975464"/>
              <a:gd name="connsiteX90" fmla="*/ 732704 w 42198532"/>
              <a:gd name="connsiteY90" fmla="*/ 1716349 h 6975464"/>
              <a:gd name="connsiteX91" fmla="*/ 1097873 w 42198532"/>
              <a:gd name="connsiteY91" fmla="*/ 1993923 h 6975464"/>
              <a:gd name="connsiteX92" fmla="*/ 860473 w 42198532"/>
              <a:gd name="connsiteY92" fmla="*/ 2177658 h 6975464"/>
              <a:gd name="connsiteX93" fmla="*/ 867572 w 42198532"/>
              <a:gd name="connsiteY93" fmla="*/ 2189486 h 6975464"/>
              <a:gd name="connsiteX94" fmla="*/ 1106548 w 42198532"/>
              <a:gd name="connsiteY94" fmla="*/ 2003386 h 6975464"/>
              <a:gd name="connsiteX95" fmla="*/ 1106548 w 42198532"/>
              <a:gd name="connsiteY95" fmla="*/ 2350353 h 6975464"/>
              <a:gd name="connsiteX96" fmla="*/ 1007172 w 42198532"/>
              <a:gd name="connsiteY96" fmla="*/ 2427632 h 6975464"/>
              <a:gd name="connsiteX97" fmla="*/ 1014270 w 42198532"/>
              <a:gd name="connsiteY97" fmla="*/ 2440249 h 6975464"/>
              <a:gd name="connsiteX98" fmla="*/ 1110492 w 42198532"/>
              <a:gd name="connsiteY98" fmla="*/ 2365336 h 6975464"/>
              <a:gd name="connsiteX99" fmla="*/ 1475660 w 42198532"/>
              <a:gd name="connsiteY99" fmla="*/ 2642910 h 6975464"/>
              <a:gd name="connsiteX100" fmla="*/ 1239839 w 42198532"/>
              <a:gd name="connsiteY100" fmla="*/ 2825856 h 6975464"/>
              <a:gd name="connsiteX101" fmla="*/ 1112069 w 42198532"/>
              <a:gd name="connsiteY101" fmla="*/ 2925215 h 6975464"/>
              <a:gd name="connsiteX102" fmla="*/ 746900 w 42198532"/>
              <a:gd name="connsiteY102" fmla="*/ 2647641 h 6975464"/>
              <a:gd name="connsiteX103" fmla="*/ 1013481 w 42198532"/>
              <a:gd name="connsiteY103" fmla="*/ 2440249 h 6975464"/>
              <a:gd name="connsiteX104" fmla="*/ 1006383 w 42198532"/>
              <a:gd name="connsiteY104" fmla="*/ 2427632 h 6975464"/>
              <a:gd name="connsiteX105" fmla="*/ 744534 w 42198532"/>
              <a:gd name="connsiteY105" fmla="*/ 2631081 h 6975464"/>
              <a:gd name="connsiteX106" fmla="*/ 744534 w 42198532"/>
              <a:gd name="connsiteY106" fmla="*/ 2284114 h 6975464"/>
              <a:gd name="connsiteX107" fmla="*/ 866783 w 42198532"/>
              <a:gd name="connsiteY107" fmla="*/ 2189486 h 6975464"/>
              <a:gd name="connsiteX108" fmla="*/ 860473 w 42198532"/>
              <a:gd name="connsiteY108" fmla="*/ 2178447 h 6975464"/>
              <a:gd name="connsiteX109" fmla="*/ 738225 w 42198532"/>
              <a:gd name="connsiteY109" fmla="*/ 2273074 h 6975464"/>
              <a:gd name="connsiteX110" fmla="*/ 373056 w 42198532"/>
              <a:gd name="connsiteY110" fmla="*/ 1995500 h 6975464"/>
              <a:gd name="connsiteX111" fmla="*/ 732704 w 42198532"/>
              <a:gd name="connsiteY111" fmla="*/ 1716349 h 6975464"/>
              <a:gd name="connsiteX112" fmla="*/ 1480393 w 42198532"/>
              <a:gd name="connsiteY112" fmla="*/ 1355976 h 6975464"/>
              <a:gd name="connsiteX113" fmla="*/ 1480393 w 42198532"/>
              <a:gd name="connsiteY113" fmla="*/ 1702944 h 6975464"/>
              <a:gd name="connsiteX114" fmla="*/ 1391269 w 42198532"/>
              <a:gd name="connsiteY114" fmla="*/ 1771549 h 6975464"/>
              <a:gd name="connsiteX115" fmla="*/ 1399156 w 42198532"/>
              <a:gd name="connsiteY115" fmla="*/ 1781800 h 6975464"/>
              <a:gd name="connsiteX116" fmla="*/ 1483547 w 42198532"/>
              <a:gd name="connsiteY116" fmla="*/ 1716349 h 6975464"/>
              <a:gd name="connsiteX117" fmla="*/ 1848716 w 42198532"/>
              <a:gd name="connsiteY117" fmla="*/ 1993923 h 6975464"/>
              <a:gd name="connsiteX118" fmla="*/ 1658639 w 42198532"/>
              <a:gd name="connsiteY118" fmla="*/ 2141384 h 6975464"/>
              <a:gd name="connsiteX119" fmla="*/ 1489068 w 42198532"/>
              <a:gd name="connsiteY119" fmla="*/ 2273074 h 6975464"/>
              <a:gd name="connsiteX120" fmla="*/ 1123900 w 42198532"/>
              <a:gd name="connsiteY120" fmla="*/ 1995500 h 6975464"/>
              <a:gd name="connsiteX121" fmla="*/ 1398368 w 42198532"/>
              <a:gd name="connsiteY121" fmla="*/ 1782588 h 6975464"/>
              <a:gd name="connsiteX122" fmla="*/ 1390481 w 42198532"/>
              <a:gd name="connsiteY122" fmla="*/ 1771549 h 6975464"/>
              <a:gd name="connsiteX123" fmla="*/ 1118379 w 42198532"/>
              <a:gd name="connsiteY123" fmla="*/ 1982883 h 6975464"/>
              <a:gd name="connsiteX124" fmla="*/ 1118379 w 42198532"/>
              <a:gd name="connsiteY124" fmla="*/ 1636704 h 6975464"/>
              <a:gd name="connsiteX125" fmla="*/ 1230374 w 42198532"/>
              <a:gd name="connsiteY125" fmla="*/ 1549963 h 6975464"/>
              <a:gd name="connsiteX126" fmla="*/ 1480393 w 42198532"/>
              <a:gd name="connsiteY126" fmla="*/ 1355976 h 6975464"/>
              <a:gd name="connsiteX127" fmla="*/ 1110492 w 42198532"/>
              <a:gd name="connsiteY127" fmla="*/ 1064997 h 6975464"/>
              <a:gd name="connsiteX128" fmla="*/ 1475660 w 42198532"/>
              <a:gd name="connsiteY128" fmla="*/ 1342571 h 6975464"/>
              <a:gd name="connsiteX129" fmla="*/ 1223276 w 42198532"/>
              <a:gd name="connsiteY129" fmla="*/ 1538923 h 6975464"/>
              <a:gd name="connsiteX130" fmla="*/ 1230374 w 42198532"/>
              <a:gd name="connsiteY130" fmla="*/ 1549963 h 6975464"/>
              <a:gd name="connsiteX131" fmla="*/ 1222487 w 42198532"/>
              <a:gd name="connsiteY131" fmla="*/ 1539711 h 6975464"/>
              <a:gd name="connsiteX132" fmla="*/ 1112069 w 42198532"/>
              <a:gd name="connsiteY132" fmla="*/ 1625665 h 6975464"/>
              <a:gd name="connsiteX133" fmla="*/ 746900 w 42198532"/>
              <a:gd name="connsiteY133" fmla="*/ 1348091 h 6975464"/>
              <a:gd name="connsiteX134" fmla="*/ 1110492 w 42198532"/>
              <a:gd name="connsiteY134" fmla="*/ 1064997 h 6975464"/>
              <a:gd name="connsiteX135" fmla="*/ 1488280 w 42198532"/>
              <a:gd name="connsiteY135" fmla="*/ 413645 h 6975464"/>
              <a:gd name="connsiteX136" fmla="*/ 1498533 w 42198532"/>
              <a:gd name="connsiteY136" fmla="*/ 421530 h 6975464"/>
              <a:gd name="connsiteX137" fmla="*/ 1853448 w 42198532"/>
              <a:gd name="connsiteY137" fmla="*/ 691218 h 6975464"/>
              <a:gd name="connsiteX138" fmla="*/ 1489068 w 42198532"/>
              <a:gd name="connsiteY138" fmla="*/ 973524 h 6975464"/>
              <a:gd name="connsiteX139" fmla="*/ 1123900 w 42198532"/>
              <a:gd name="connsiteY139" fmla="*/ 695950 h 6975464"/>
              <a:gd name="connsiteX140" fmla="*/ 1488280 w 42198532"/>
              <a:gd name="connsiteY140" fmla="*/ 413645 h 6975464"/>
              <a:gd name="connsiteX141" fmla="*/ 1493012 w 42198532"/>
              <a:gd name="connsiteY141" fmla="*/ 117464 h 6975464"/>
              <a:gd name="connsiteX142" fmla="*/ 42118086 w 42198532"/>
              <a:gd name="connsiteY142" fmla="*/ 0 h 6975464"/>
              <a:gd name="connsiteX143" fmla="*/ 42198532 w 42198532"/>
              <a:gd name="connsiteY143" fmla="*/ 6799268 h 6975464"/>
              <a:gd name="connsiteX144" fmla="*/ 843615 w 42198532"/>
              <a:gd name="connsiteY144" fmla="*/ 6975464 h 6975464"/>
              <a:gd name="connsiteX145" fmla="*/ 810785 w 42198532"/>
              <a:gd name="connsiteY145" fmla="*/ 6950504 h 6975464"/>
              <a:gd name="connsiteX146" fmla="*/ 746900 w 42198532"/>
              <a:gd name="connsiteY146" fmla="*/ 6901934 h 6975464"/>
              <a:gd name="connsiteX147" fmla="*/ 746900 w 42198532"/>
              <a:gd name="connsiteY147" fmla="*/ 6547081 h 6975464"/>
              <a:gd name="connsiteX148" fmla="*/ 1019002 w 42198532"/>
              <a:gd name="connsiteY148" fmla="*/ 6335746 h 6975464"/>
              <a:gd name="connsiteX149" fmla="*/ 1012693 w 42198532"/>
              <a:gd name="connsiteY149" fmla="*/ 6323918 h 6975464"/>
              <a:gd name="connsiteX150" fmla="*/ 1019791 w 42198532"/>
              <a:gd name="connsiteY150" fmla="*/ 6334957 h 6975464"/>
              <a:gd name="connsiteX151" fmla="*/ 1110492 w 42198532"/>
              <a:gd name="connsiteY151" fmla="*/ 6264775 h 6975464"/>
              <a:gd name="connsiteX152" fmla="*/ 1489068 w 42198532"/>
              <a:gd name="connsiteY152" fmla="*/ 6553389 h 6975464"/>
              <a:gd name="connsiteX153" fmla="*/ 1870800 w 42198532"/>
              <a:gd name="connsiteY153" fmla="*/ 6257678 h 6975464"/>
              <a:gd name="connsiteX154" fmla="*/ 1870800 w 42198532"/>
              <a:gd name="connsiteY154" fmla="*/ 6139394 h 6975464"/>
              <a:gd name="connsiteX155" fmla="*/ 1857392 w 42198532"/>
              <a:gd name="connsiteY155" fmla="*/ 6144914 h 6975464"/>
              <a:gd name="connsiteX156" fmla="*/ 1857392 w 42198532"/>
              <a:gd name="connsiteY156" fmla="*/ 6251370 h 6975464"/>
              <a:gd name="connsiteX157" fmla="*/ 1495378 w 42198532"/>
              <a:gd name="connsiteY157" fmla="*/ 6531309 h 6975464"/>
              <a:gd name="connsiteX158" fmla="*/ 1495378 w 42198532"/>
              <a:gd name="connsiteY158" fmla="*/ 6185131 h 6975464"/>
              <a:gd name="connsiteX159" fmla="*/ 1857392 w 42198532"/>
              <a:gd name="connsiteY159" fmla="*/ 5904403 h 6975464"/>
              <a:gd name="connsiteX160" fmla="*/ 1857392 w 42198532"/>
              <a:gd name="connsiteY160" fmla="*/ 6144125 h 6975464"/>
              <a:gd name="connsiteX161" fmla="*/ 1870800 w 42198532"/>
              <a:gd name="connsiteY161" fmla="*/ 6138605 h 6975464"/>
              <a:gd name="connsiteX162" fmla="*/ 1870800 w 42198532"/>
              <a:gd name="connsiteY162" fmla="*/ 5887843 h 6975464"/>
              <a:gd name="connsiteX163" fmla="*/ 1739875 w 42198532"/>
              <a:gd name="connsiteY163" fmla="*/ 5788484 h 6975464"/>
              <a:gd name="connsiteX164" fmla="*/ 1497744 w 42198532"/>
              <a:gd name="connsiteY164" fmla="*/ 5604749 h 6975464"/>
              <a:gd name="connsiteX165" fmla="*/ 1497744 w 42198532"/>
              <a:gd name="connsiteY165" fmla="*/ 5424957 h 6975464"/>
              <a:gd name="connsiteX166" fmla="*/ 1484336 w 42198532"/>
              <a:gd name="connsiteY166" fmla="*/ 5427322 h 6975464"/>
              <a:gd name="connsiteX167" fmla="*/ 1484336 w 42198532"/>
              <a:gd name="connsiteY167" fmla="*/ 5598440 h 6975464"/>
              <a:gd name="connsiteX168" fmla="*/ 1122322 w 42198532"/>
              <a:gd name="connsiteY168" fmla="*/ 5879169 h 6975464"/>
              <a:gd name="connsiteX169" fmla="*/ 1122322 w 42198532"/>
              <a:gd name="connsiteY169" fmla="*/ 5532990 h 6975464"/>
              <a:gd name="connsiteX170" fmla="*/ 1292682 w 42198532"/>
              <a:gd name="connsiteY170" fmla="*/ 5400511 h 6975464"/>
              <a:gd name="connsiteX171" fmla="*/ 1285583 w 42198532"/>
              <a:gd name="connsiteY171" fmla="*/ 5390260 h 6975464"/>
              <a:gd name="connsiteX172" fmla="*/ 1116013 w 42198532"/>
              <a:gd name="connsiteY172" fmla="*/ 5521161 h 6975464"/>
              <a:gd name="connsiteX173" fmla="*/ 750844 w 42198532"/>
              <a:gd name="connsiteY173" fmla="*/ 5243588 h 6975464"/>
              <a:gd name="connsiteX174" fmla="*/ 1025312 w 42198532"/>
              <a:gd name="connsiteY174" fmla="*/ 5030676 h 6975464"/>
              <a:gd name="connsiteX175" fmla="*/ 1110492 w 42198532"/>
              <a:gd name="connsiteY175" fmla="*/ 4965225 h 6975464"/>
              <a:gd name="connsiteX176" fmla="*/ 1475660 w 42198532"/>
              <a:gd name="connsiteY176" fmla="*/ 5242799 h 6975464"/>
              <a:gd name="connsiteX177" fmla="*/ 1285583 w 42198532"/>
              <a:gd name="connsiteY177" fmla="*/ 5389472 h 6975464"/>
              <a:gd name="connsiteX178" fmla="*/ 1293470 w 42198532"/>
              <a:gd name="connsiteY178" fmla="*/ 5400511 h 6975464"/>
              <a:gd name="connsiteX179" fmla="*/ 1484336 w 42198532"/>
              <a:gd name="connsiteY179" fmla="*/ 5252262 h 6975464"/>
              <a:gd name="connsiteX180" fmla="*/ 1484336 w 42198532"/>
              <a:gd name="connsiteY180" fmla="*/ 5426534 h 6975464"/>
              <a:gd name="connsiteX181" fmla="*/ 1497744 w 42198532"/>
              <a:gd name="connsiteY181" fmla="*/ 5424168 h 6975464"/>
              <a:gd name="connsiteX182" fmla="*/ 1497744 w 42198532"/>
              <a:gd name="connsiteY182" fmla="*/ 5246742 h 6975464"/>
              <a:gd name="connsiteX183" fmla="*/ 1513518 w 42198532"/>
              <a:gd name="connsiteY183" fmla="*/ 5234125 h 6975464"/>
              <a:gd name="connsiteX184" fmla="*/ 1513518 w 42198532"/>
              <a:gd name="connsiteY184" fmla="*/ 5217565 h 6975464"/>
              <a:gd name="connsiteX185" fmla="*/ 1495378 w 42198532"/>
              <a:gd name="connsiteY185" fmla="*/ 5231759 h 6975464"/>
              <a:gd name="connsiteX186" fmla="*/ 1495378 w 42198532"/>
              <a:gd name="connsiteY186" fmla="*/ 4885580 h 6975464"/>
              <a:gd name="connsiteX187" fmla="*/ 1513518 w 42198532"/>
              <a:gd name="connsiteY187" fmla="*/ 4871386 h 6975464"/>
              <a:gd name="connsiteX188" fmla="*/ 1513518 w 42198532"/>
              <a:gd name="connsiteY188" fmla="*/ 4854826 h 6975464"/>
              <a:gd name="connsiteX189" fmla="*/ 1489068 w 42198532"/>
              <a:gd name="connsiteY189" fmla="*/ 4873752 h 6975464"/>
              <a:gd name="connsiteX190" fmla="*/ 1123900 w 42198532"/>
              <a:gd name="connsiteY190" fmla="*/ 4596178 h 6975464"/>
              <a:gd name="connsiteX191" fmla="*/ 1488280 w 42198532"/>
              <a:gd name="connsiteY191" fmla="*/ 4313873 h 6975464"/>
              <a:gd name="connsiteX192" fmla="*/ 1853448 w 42198532"/>
              <a:gd name="connsiteY192" fmla="*/ 4591447 h 6975464"/>
              <a:gd name="connsiteX193" fmla="*/ 1514307 w 42198532"/>
              <a:gd name="connsiteY193" fmla="*/ 4854826 h 6975464"/>
              <a:gd name="connsiteX194" fmla="*/ 1514307 w 42198532"/>
              <a:gd name="connsiteY194" fmla="*/ 4870598 h 6975464"/>
              <a:gd name="connsiteX195" fmla="*/ 1857392 w 42198532"/>
              <a:gd name="connsiteY195" fmla="*/ 4604852 h 6975464"/>
              <a:gd name="connsiteX196" fmla="*/ 1857392 w 42198532"/>
              <a:gd name="connsiteY196" fmla="*/ 4951031 h 6975464"/>
              <a:gd name="connsiteX197" fmla="*/ 1514307 w 42198532"/>
              <a:gd name="connsiteY197" fmla="*/ 5217565 h 6975464"/>
              <a:gd name="connsiteX198" fmla="*/ 1514307 w 42198532"/>
              <a:gd name="connsiteY198" fmla="*/ 5234125 h 6975464"/>
              <a:gd name="connsiteX199" fmla="*/ 1870800 w 42198532"/>
              <a:gd name="connsiteY199" fmla="*/ 4957339 h 6975464"/>
              <a:gd name="connsiteX200" fmla="*/ 1870800 w 42198532"/>
              <a:gd name="connsiteY200" fmla="*/ 4588292 h 6975464"/>
              <a:gd name="connsiteX201" fmla="*/ 1497744 w 42198532"/>
              <a:gd name="connsiteY201" fmla="*/ 4304410 h 6975464"/>
              <a:gd name="connsiteX202" fmla="*/ 1497744 w 42198532"/>
              <a:gd name="connsiteY202" fmla="*/ 3956654 h 6975464"/>
              <a:gd name="connsiteX203" fmla="*/ 1484336 w 42198532"/>
              <a:gd name="connsiteY203" fmla="*/ 3966905 h 6975464"/>
              <a:gd name="connsiteX204" fmla="*/ 1484336 w 42198532"/>
              <a:gd name="connsiteY204" fmla="*/ 4299679 h 6975464"/>
              <a:gd name="connsiteX205" fmla="*/ 1122322 w 42198532"/>
              <a:gd name="connsiteY205" fmla="*/ 4579618 h 6975464"/>
              <a:gd name="connsiteX206" fmla="*/ 1122322 w 42198532"/>
              <a:gd name="connsiteY206" fmla="*/ 4233439 h 6975464"/>
              <a:gd name="connsiteX207" fmla="*/ 1484336 w 42198532"/>
              <a:gd name="connsiteY207" fmla="*/ 3952712 h 6975464"/>
              <a:gd name="connsiteX208" fmla="*/ 1484336 w 42198532"/>
              <a:gd name="connsiteY208" fmla="*/ 3966117 h 6975464"/>
              <a:gd name="connsiteX209" fmla="*/ 1497744 w 42198532"/>
              <a:gd name="connsiteY209" fmla="*/ 3955866 h 6975464"/>
              <a:gd name="connsiteX210" fmla="*/ 1497744 w 42198532"/>
              <a:gd name="connsiteY210" fmla="*/ 3936152 h 6975464"/>
              <a:gd name="connsiteX211" fmla="*/ 1136519 w 42198532"/>
              <a:gd name="connsiteY211" fmla="*/ 3661732 h 6975464"/>
              <a:gd name="connsiteX212" fmla="*/ 1125477 w 42198532"/>
              <a:gd name="connsiteY212" fmla="*/ 3669618 h 6975464"/>
              <a:gd name="connsiteX213" fmla="*/ 1135730 w 42198532"/>
              <a:gd name="connsiteY213" fmla="*/ 3660943 h 6975464"/>
              <a:gd name="connsiteX214" fmla="*/ 1119956 w 42198532"/>
              <a:gd name="connsiteY214" fmla="*/ 3649115 h 6975464"/>
              <a:gd name="connsiteX215" fmla="*/ 1119956 w 42198532"/>
              <a:gd name="connsiteY215" fmla="*/ 3637286 h 6975464"/>
              <a:gd name="connsiteX216" fmla="*/ 1106548 w 42198532"/>
              <a:gd name="connsiteY216" fmla="*/ 3637286 h 6975464"/>
              <a:gd name="connsiteX217" fmla="*/ 1106548 w 42198532"/>
              <a:gd name="connsiteY217" fmla="*/ 3649903 h 6975464"/>
              <a:gd name="connsiteX218" fmla="*/ 744534 w 42198532"/>
              <a:gd name="connsiteY218" fmla="*/ 3929843 h 6975464"/>
              <a:gd name="connsiteX219" fmla="*/ 744534 w 42198532"/>
              <a:gd name="connsiteY219" fmla="*/ 3612841 h 6975464"/>
              <a:gd name="connsiteX220" fmla="*/ 744534 w 42198532"/>
              <a:gd name="connsiteY220" fmla="*/ 3584453 h 6975464"/>
              <a:gd name="connsiteX221" fmla="*/ 1106548 w 42198532"/>
              <a:gd name="connsiteY221" fmla="*/ 3303725 h 6975464"/>
              <a:gd name="connsiteX222" fmla="*/ 1106548 w 42198532"/>
              <a:gd name="connsiteY222" fmla="*/ 3617573 h 6975464"/>
              <a:gd name="connsiteX223" fmla="*/ 1106548 w 42198532"/>
              <a:gd name="connsiteY223" fmla="*/ 3636498 h 6975464"/>
              <a:gd name="connsiteX224" fmla="*/ 1119956 w 42198532"/>
              <a:gd name="connsiteY224" fmla="*/ 3636498 h 6975464"/>
              <a:gd name="connsiteX225" fmla="*/ 1119956 w 42198532"/>
              <a:gd name="connsiteY225" fmla="*/ 3298205 h 6975464"/>
              <a:gd name="connsiteX226" fmla="*/ 1392847 w 42198532"/>
              <a:gd name="connsiteY226" fmla="*/ 3086870 h 6975464"/>
              <a:gd name="connsiteX227" fmla="*/ 1483547 w 42198532"/>
              <a:gd name="connsiteY227" fmla="*/ 3016688 h 6975464"/>
              <a:gd name="connsiteX228" fmla="*/ 1862913 w 42198532"/>
              <a:gd name="connsiteY228" fmla="*/ 3304513 h 6975464"/>
              <a:gd name="connsiteX229" fmla="*/ 2243855 w 42198532"/>
              <a:gd name="connsiteY229" fmla="*/ 3008803 h 6975464"/>
              <a:gd name="connsiteX230" fmla="*/ 2243855 w 42198532"/>
              <a:gd name="connsiteY230" fmla="*/ 2891307 h 6975464"/>
              <a:gd name="connsiteX231" fmla="*/ 2231236 w 42198532"/>
              <a:gd name="connsiteY231" fmla="*/ 2896827 h 6975464"/>
              <a:gd name="connsiteX232" fmla="*/ 2231236 w 42198532"/>
              <a:gd name="connsiteY232" fmla="*/ 3002494 h 6975464"/>
              <a:gd name="connsiteX233" fmla="*/ 1869222 w 42198532"/>
              <a:gd name="connsiteY233" fmla="*/ 3283222 h 6975464"/>
              <a:gd name="connsiteX234" fmla="*/ 1869222 w 42198532"/>
              <a:gd name="connsiteY234" fmla="*/ 2937043 h 6975464"/>
              <a:gd name="connsiteX235" fmla="*/ 2231236 w 42198532"/>
              <a:gd name="connsiteY235" fmla="*/ 2656315 h 6975464"/>
              <a:gd name="connsiteX236" fmla="*/ 2231236 w 42198532"/>
              <a:gd name="connsiteY236" fmla="*/ 2896038 h 6975464"/>
              <a:gd name="connsiteX237" fmla="*/ 2243855 w 42198532"/>
              <a:gd name="connsiteY237" fmla="*/ 2890518 h 6975464"/>
              <a:gd name="connsiteX238" fmla="*/ 2243855 w 42198532"/>
              <a:gd name="connsiteY238" fmla="*/ 2639755 h 6975464"/>
              <a:gd name="connsiteX239" fmla="*/ 2113720 w 42198532"/>
              <a:gd name="connsiteY239" fmla="*/ 2540397 h 6975464"/>
              <a:gd name="connsiteX240" fmla="*/ 2100312 w 42198532"/>
              <a:gd name="connsiteY240" fmla="*/ 2546705 h 6975464"/>
              <a:gd name="connsiteX241" fmla="*/ 2226503 w 42198532"/>
              <a:gd name="connsiteY241" fmla="*/ 2642910 h 6975464"/>
              <a:gd name="connsiteX242" fmla="*/ 1862124 w 42198532"/>
              <a:gd name="connsiteY242" fmla="*/ 2925215 h 6975464"/>
              <a:gd name="connsiteX243" fmla="*/ 1496955 w 42198532"/>
              <a:gd name="connsiteY243" fmla="*/ 2647641 h 6975464"/>
              <a:gd name="connsiteX244" fmla="*/ 1861335 w 42198532"/>
              <a:gd name="connsiteY244" fmla="*/ 2365336 h 6975464"/>
              <a:gd name="connsiteX245" fmla="*/ 2099523 w 42198532"/>
              <a:gd name="connsiteY245" fmla="*/ 2545916 h 6975464"/>
              <a:gd name="connsiteX246" fmla="*/ 2112931 w 42198532"/>
              <a:gd name="connsiteY246" fmla="*/ 2539608 h 6975464"/>
              <a:gd name="connsiteX247" fmla="*/ 1870800 w 42198532"/>
              <a:gd name="connsiteY247" fmla="*/ 2355873 h 6975464"/>
              <a:gd name="connsiteX248" fmla="*/ 1870800 w 42198532"/>
              <a:gd name="connsiteY248" fmla="*/ 2176869 h 6975464"/>
              <a:gd name="connsiteX249" fmla="*/ 1857392 w 42198532"/>
              <a:gd name="connsiteY249" fmla="*/ 2178447 h 6975464"/>
              <a:gd name="connsiteX250" fmla="*/ 1857392 w 42198532"/>
              <a:gd name="connsiteY250" fmla="*/ 2350353 h 6975464"/>
              <a:gd name="connsiteX251" fmla="*/ 1496167 w 42198532"/>
              <a:gd name="connsiteY251" fmla="*/ 2631081 h 6975464"/>
              <a:gd name="connsiteX252" fmla="*/ 1496167 w 42198532"/>
              <a:gd name="connsiteY252" fmla="*/ 2284114 h 6975464"/>
              <a:gd name="connsiteX253" fmla="*/ 1666526 w 42198532"/>
              <a:gd name="connsiteY253" fmla="*/ 2152424 h 6975464"/>
              <a:gd name="connsiteX254" fmla="*/ 1658639 w 42198532"/>
              <a:gd name="connsiteY254" fmla="*/ 2141384 h 6975464"/>
              <a:gd name="connsiteX255" fmla="*/ 1666526 w 42198532"/>
              <a:gd name="connsiteY255" fmla="*/ 2151636 h 6975464"/>
              <a:gd name="connsiteX256" fmla="*/ 1857392 w 42198532"/>
              <a:gd name="connsiteY256" fmla="*/ 2003386 h 6975464"/>
              <a:gd name="connsiteX257" fmla="*/ 1857392 w 42198532"/>
              <a:gd name="connsiteY257" fmla="*/ 2177658 h 6975464"/>
              <a:gd name="connsiteX258" fmla="*/ 1870800 w 42198532"/>
              <a:gd name="connsiteY258" fmla="*/ 2176081 h 6975464"/>
              <a:gd name="connsiteX259" fmla="*/ 1870800 w 42198532"/>
              <a:gd name="connsiteY259" fmla="*/ 1998654 h 6975464"/>
              <a:gd name="connsiteX260" fmla="*/ 1886574 w 42198532"/>
              <a:gd name="connsiteY260" fmla="*/ 1986037 h 6975464"/>
              <a:gd name="connsiteX261" fmla="*/ 1886574 w 42198532"/>
              <a:gd name="connsiteY261" fmla="*/ 1969478 h 6975464"/>
              <a:gd name="connsiteX262" fmla="*/ 1869222 w 42198532"/>
              <a:gd name="connsiteY262" fmla="*/ 1982883 h 6975464"/>
              <a:gd name="connsiteX263" fmla="*/ 1869222 w 42198532"/>
              <a:gd name="connsiteY263" fmla="*/ 1636704 h 6975464"/>
              <a:gd name="connsiteX264" fmla="*/ 1886574 w 42198532"/>
              <a:gd name="connsiteY264" fmla="*/ 1623299 h 6975464"/>
              <a:gd name="connsiteX265" fmla="*/ 1886574 w 42198532"/>
              <a:gd name="connsiteY265" fmla="*/ 1606739 h 6975464"/>
              <a:gd name="connsiteX266" fmla="*/ 1862124 w 42198532"/>
              <a:gd name="connsiteY266" fmla="*/ 1625665 h 6975464"/>
              <a:gd name="connsiteX267" fmla="*/ 1496955 w 42198532"/>
              <a:gd name="connsiteY267" fmla="*/ 1348091 h 6975464"/>
              <a:gd name="connsiteX268" fmla="*/ 1861335 w 42198532"/>
              <a:gd name="connsiteY268" fmla="*/ 1064997 h 6975464"/>
              <a:gd name="connsiteX269" fmla="*/ 2226503 w 42198532"/>
              <a:gd name="connsiteY269" fmla="*/ 1342571 h 6975464"/>
              <a:gd name="connsiteX270" fmla="*/ 1887362 w 42198532"/>
              <a:gd name="connsiteY270" fmla="*/ 1605951 h 6975464"/>
              <a:gd name="connsiteX271" fmla="*/ 1887362 w 42198532"/>
              <a:gd name="connsiteY271" fmla="*/ 1622510 h 6975464"/>
              <a:gd name="connsiteX272" fmla="*/ 2231236 w 42198532"/>
              <a:gd name="connsiteY272" fmla="*/ 1355976 h 6975464"/>
              <a:gd name="connsiteX273" fmla="*/ 2231236 w 42198532"/>
              <a:gd name="connsiteY273" fmla="*/ 1702944 h 6975464"/>
              <a:gd name="connsiteX274" fmla="*/ 1887362 w 42198532"/>
              <a:gd name="connsiteY274" fmla="*/ 1968689 h 6975464"/>
              <a:gd name="connsiteX275" fmla="*/ 1887362 w 42198532"/>
              <a:gd name="connsiteY275" fmla="*/ 1985249 h 6975464"/>
              <a:gd name="connsiteX276" fmla="*/ 2243855 w 42198532"/>
              <a:gd name="connsiteY276" fmla="*/ 1709252 h 6975464"/>
              <a:gd name="connsiteX277" fmla="*/ 2243855 w 42198532"/>
              <a:gd name="connsiteY277" fmla="*/ 1339416 h 6975464"/>
              <a:gd name="connsiteX278" fmla="*/ 1870800 w 42198532"/>
              <a:gd name="connsiteY278" fmla="*/ 1056323 h 6975464"/>
              <a:gd name="connsiteX279" fmla="*/ 1870800 w 42198532"/>
              <a:gd name="connsiteY279" fmla="*/ 707778 h 6975464"/>
              <a:gd name="connsiteX280" fmla="*/ 1857392 w 42198532"/>
              <a:gd name="connsiteY280" fmla="*/ 718030 h 6975464"/>
              <a:gd name="connsiteX281" fmla="*/ 1857392 w 42198532"/>
              <a:gd name="connsiteY281" fmla="*/ 1050803 h 6975464"/>
              <a:gd name="connsiteX282" fmla="*/ 1496167 w 42198532"/>
              <a:gd name="connsiteY282" fmla="*/ 1331531 h 6975464"/>
              <a:gd name="connsiteX283" fmla="*/ 1496167 w 42198532"/>
              <a:gd name="connsiteY283" fmla="*/ 985352 h 6975464"/>
              <a:gd name="connsiteX284" fmla="*/ 1857392 w 42198532"/>
              <a:gd name="connsiteY284" fmla="*/ 704624 h 6975464"/>
              <a:gd name="connsiteX285" fmla="*/ 1857392 w 42198532"/>
              <a:gd name="connsiteY285" fmla="*/ 717241 h 6975464"/>
              <a:gd name="connsiteX286" fmla="*/ 1870800 w 42198532"/>
              <a:gd name="connsiteY286" fmla="*/ 706990 h 6975464"/>
              <a:gd name="connsiteX287" fmla="*/ 1870800 w 42198532"/>
              <a:gd name="connsiteY287" fmla="*/ 688064 h 6975464"/>
              <a:gd name="connsiteX288" fmla="*/ 1509574 w 42198532"/>
              <a:gd name="connsiteY288" fmla="*/ 412856 h 6975464"/>
              <a:gd name="connsiteX289" fmla="*/ 1498533 w 42198532"/>
              <a:gd name="connsiteY289" fmla="*/ 421530 h 6975464"/>
              <a:gd name="connsiteX290" fmla="*/ 1508786 w 42198532"/>
              <a:gd name="connsiteY290" fmla="*/ 412856 h 6975464"/>
              <a:gd name="connsiteX291" fmla="*/ 1493012 w 42198532"/>
              <a:gd name="connsiteY291" fmla="*/ 401028 h 6975464"/>
              <a:gd name="connsiteX292" fmla="*/ 1493012 w 42198532"/>
              <a:gd name="connsiteY292" fmla="*/ 119417 h 6975464"/>
              <a:gd name="connsiteX293" fmla="*/ 1493012 w 42198532"/>
              <a:gd name="connsiteY293" fmla="*/ 117464 h 6975464"/>
              <a:gd name="connsiteX294" fmla="*/ 1398859 w 42198532"/>
              <a:gd name="connsiteY294" fmla="*/ 117464 h 6975464"/>
              <a:gd name="connsiteX295" fmla="*/ 1480393 w 42198532"/>
              <a:gd name="connsiteY295" fmla="*/ 117464 h 6975464"/>
              <a:gd name="connsiteX296" fmla="*/ 1480393 w 42198532"/>
              <a:gd name="connsiteY296" fmla="*/ 201868 h 6975464"/>
              <a:gd name="connsiteX297" fmla="*/ 1480393 w 42198532"/>
              <a:gd name="connsiteY297" fmla="*/ 401028 h 6975464"/>
              <a:gd name="connsiteX298" fmla="*/ 1118379 w 42198532"/>
              <a:gd name="connsiteY298" fmla="*/ 681756 h 6975464"/>
              <a:gd name="connsiteX299" fmla="*/ 1118379 w 42198532"/>
              <a:gd name="connsiteY299" fmla="*/ 335577 h 6975464"/>
              <a:gd name="connsiteX300" fmla="*/ 1379242 w 42198532"/>
              <a:gd name="connsiteY300" fmla="*/ 132719 h 6975464"/>
              <a:gd name="connsiteX301" fmla="*/ 1398859 w 42198532"/>
              <a:gd name="connsiteY301" fmla="*/ 117464 h 6975464"/>
              <a:gd name="connsiteX302" fmla="*/ 840168 w 42198532"/>
              <a:gd name="connsiteY302" fmla="*/ 117464 h 6975464"/>
              <a:gd name="connsiteX303" fmla="*/ 1377550 w 42198532"/>
              <a:gd name="connsiteY303" fmla="*/ 117464 h 6975464"/>
              <a:gd name="connsiteX304" fmla="*/ 1301753 w 42198532"/>
              <a:gd name="connsiteY304" fmla="*/ 176360 h 6975464"/>
              <a:gd name="connsiteX305" fmla="*/ 1112069 w 42198532"/>
              <a:gd name="connsiteY305" fmla="*/ 323748 h 6975464"/>
              <a:gd name="connsiteX306" fmla="*/ 857417 w 42198532"/>
              <a:gd name="connsiteY306" fmla="*/ 130551 h 6975464"/>
              <a:gd name="connsiteX307" fmla="*/ 840168 w 42198532"/>
              <a:gd name="connsiteY307" fmla="*/ 117464 h 6975464"/>
              <a:gd name="connsiteX0" fmla="*/ 738225 w 42198532"/>
              <a:gd name="connsiteY0" fmla="*/ 6911396 h 7004830"/>
              <a:gd name="connsiteX1" fmla="*/ 814828 w 42198532"/>
              <a:gd name="connsiteY1" fmla="*/ 6969750 h 7004830"/>
              <a:gd name="connsiteX2" fmla="*/ 822329 w 42198532"/>
              <a:gd name="connsiteY2" fmla="*/ 6975464 h 7004830"/>
              <a:gd name="connsiteX3" fmla="*/ 655724 w 42198532"/>
              <a:gd name="connsiteY3" fmla="*/ 6975464 h 7004830"/>
              <a:gd name="connsiteX4" fmla="*/ 656989 w 42198532"/>
              <a:gd name="connsiteY4" fmla="*/ 6974481 h 7004830"/>
              <a:gd name="connsiteX5" fmla="*/ 738225 w 42198532"/>
              <a:gd name="connsiteY5" fmla="*/ 6911396 h 7004830"/>
              <a:gd name="connsiteX6" fmla="*/ 733493 w 42198532"/>
              <a:gd name="connsiteY6" fmla="*/ 6551812 h 7004830"/>
              <a:gd name="connsiteX7" fmla="*/ 733493 w 42198532"/>
              <a:gd name="connsiteY7" fmla="*/ 6897991 h 7004830"/>
              <a:gd name="connsiteX8" fmla="*/ 639637 w 42198532"/>
              <a:gd name="connsiteY8" fmla="*/ 6970539 h 7004830"/>
              <a:gd name="connsiteX9" fmla="*/ 656989 w 42198532"/>
              <a:gd name="connsiteY9" fmla="*/ 6974481 h 7004830"/>
              <a:gd name="connsiteX10" fmla="*/ 638848 w 42198532"/>
              <a:gd name="connsiteY10" fmla="*/ 6971327 h 7004830"/>
              <a:gd name="connsiteX11" fmla="*/ 633515 w 42198532"/>
              <a:gd name="connsiteY11" fmla="*/ 6975464 h 7004830"/>
              <a:gd name="connsiteX12" fmla="*/ 371479 w 42198532"/>
              <a:gd name="connsiteY12" fmla="*/ 6975464 h 7004830"/>
              <a:gd name="connsiteX13" fmla="*/ 371479 w 42198532"/>
              <a:gd name="connsiteY13" fmla="*/ 6917056 h 7004830"/>
              <a:gd name="connsiteX14" fmla="*/ 371479 w 42198532"/>
              <a:gd name="connsiteY14" fmla="*/ 6832540 h 7004830"/>
              <a:gd name="connsiteX15" fmla="*/ 733493 w 42198532"/>
              <a:gd name="connsiteY15" fmla="*/ 6551812 h 7004830"/>
              <a:gd name="connsiteX16" fmla="*/ 1106548 w 42198532"/>
              <a:gd name="connsiteY16" fmla="*/ 5904403 h 7004830"/>
              <a:gd name="connsiteX17" fmla="*/ 1106548 w 42198532"/>
              <a:gd name="connsiteY17" fmla="*/ 6251370 h 7004830"/>
              <a:gd name="connsiteX18" fmla="*/ 1012693 w 42198532"/>
              <a:gd name="connsiteY18" fmla="*/ 6323918 h 7004830"/>
              <a:gd name="connsiteX19" fmla="*/ 744534 w 42198532"/>
              <a:gd name="connsiteY19" fmla="*/ 6531309 h 7004830"/>
              <a:gd name="connsiteX20" fmla="*/ 744534 w 42198532"/>
              <a:gd name="connsiteY20" fmla="*/ 6185131 h 7004830"/>
              <a:gd name="connsiteX21" fmla="*/ 873093 w 42198532"/>
              <a:gd name="connsiteY21" fmla="*/ 6085772 h 7004830"/>
              <a:gd name="connsiteX22" fmla="*/ 1106548 w 42198532"/>
              <a:gd name="connsiteY22" fmla="*/ 5904403 h 7004830"/>
              <a:gd name="connsiteX23" fmla="*/ 1739875 w 42198532"/>
              <a:gd name="connsiteY23" fmla="*/ 5788484 h 7004830"/>
              <a:gd name="connsiteX24" fmla="*/ 1726467 w 42198532"/>
              <a:gd name="connsiteY24" fmla="*/ 5794792 h 7004830"/>
              <a:gd name="connsiteX25" fmla="*/ 1739875 w 42198532"/>
              <a:gd name="connsiteY25" fmla="*/ 5788484 h 7004830"/>
              <a:gd name="connsiteX26" fmla="*/ 1488280 w 42198532"/>
              <a:gd name="connsiteY26" fmla="*/ 5613423 h 7004830"/>
              <a:gd name="connsiteX27" fmla="*/ 1726467 w 42198532"/>
              <a:gd name="connsiteY27" fmla="*/ 5794792 h 7004830"/>
              <a:gd name="connsiteX28" fmla="*/ 1853448 w 42198532"/>
              <a:gd name="connsiteY28" fmla="*/ 5890997 h 7004830"/>
              <a:gd name="connsiteX29" fmla="*/ 1489068 w 42198532"/>
              <a:gd name="connsiteY29" fmla="*/ 6174091 h 7004830"/>
              <a:gd name="connsiteX30" fmla="*/ 1123900 w 42198532"/>
              <a:gd name="connsiteY30" fmla="*/ 5896517 h 7004830"/>
              <a:gd name="connsiteX31" fmla="*/ 1488280 w 42198532"/>
              <a:gd name="connsiteY31" fmla="*/ 5613423 h 7004830"/>
              <a:gd name="connsiteX32" fmla="*/ 359648 w 42198532"/>
              <a:gd name="connsiteY32" fmla="*/ 4965225 h 7004830"/>
              <a:gd name="connsiteX33" fmla="*/ 724817 w 42198532"/>
              <a:gd name="connsiteY33" fmla="*/ 5242799 h 7004830"/>
              <a:gd name="connsiteX34" fmla="*/ 487418 w 42198532"/>
              <a:gd name="connsiteY34" fmla="*/ 5426534 h 7004830"/>
              <a:gd name="connsiteX35" fmla="*/ 493727 w 42198532"/>
              <a:gd name="connsiteY35" fmla="*/ 5437574 h 7004830"/>
              <a:gd name="connsiteX36" fmla="*/ 733493 w 42198532"/>
              <a:gd name="connsiteY36" fmla="*/ 5252262 h 7004830"/>
              <a:gd name="connsiteX37" fmla="*/ 733493 w 42198532"/>
              <a:gd name="connsiteY37" fmla="*/ 5598440 h 7004830"/>
              <a:gd name="connsiteX38" fmla="*/ 633328 w 42198532"/>
              <a:gd name="connsiteY38" fmla="*/ 5675720 h 7004830"/>
              <a:gd name="connsiteX39" fmla="*/ 641215 w 42198532"/>
              <a:gd name="connsiteY39" fmla="*/ 5688337 h 7004830"/>
              <a:gd name="connsiteX40" fmla="*/ 737436 w 42198532"/>
              <a:gd name="connsiteY40" fmla="*/ 5613423 h 7004830"/>
              <a:gd name="connsiteX41" fmla="*/ 1102605 w 42198532"/>
              <a:gd name="connsiteY41" fmla="*/ 5890997 h 7004830"/>
              <a:gd name="connsiteX42" fmla="*/ 866783 w 42198532"/>
              <a:gd name="connsiteY42" fmla="*/ 6073943 h 7004830"/>
              <a:gd name="connsiteX43" fmla="*/ 873093 w 42198532"/>
              <a:gd name="connsiteY43" fmla="*/ 6085772 h 7004830"/>
              <a:gd name="connsiteX44" fmla="*/ 865994 w 42198532"/>
              <a:gd name="connsiteY44" fmla="*/ 6074732 h 7004830"/>
              <a:gd name="connsiteX45" fmla="*/ 738225 w 42198532"/>
              <a:gd name="connsiteY45" fmla="*/ 6174091 h 7004830"/>
              <a:gd name="connsiteX46" fmla="*/ 373056 w 42198532"/>
              <a:gd name="connsiteY46" fmla="*/ 5896517 h 7004830"/>
              <a:gd name="connsiteX47" fmla="*/ 640426 w 42198532"/>
              <a:gd name="connsiteY47" fmla="*/ 5689125 h 7004830"/>
              <a:gd name="connsiteX48" fmla="*/ 633328 w 42198532"/>
              <a:gd name="connsiteY48" fmla="*/ 5676508 h 7004830"/>
              <a:gd name="connsiteX49" fmla="*/ 371479 w 42198532"/>
              <a:gd name="connsiteY49" fmla="*/ 5879169 h 7004830"/>
              <a:gd name="connsiteX50" fmla="*/ 371479 w 42198532"/>
              <a:gd name="connsiteY50" fmla="*/ 5532990 h 7004830"/>
              <a:gd name="connsiteX51" fmla="*/ 493727 w 42198532"/>
              <a:gd name="connsiteY51" fmla="*/ 5438362 h 7004830"/>
              <a:gd name="connsiteX52" fmla="*/ 486629 w 42198532"/>
              <a:gd name="connsiteY52" fmla="*/ 5426534 h 7004830"/>
              <a:gd name="connsiteX53" fmla="*/ 365169 w 42198532"/>
              <a:gd name="connsiteY53" fmla="*/ 5521161 h 7004830"/>
              <a:gd name="connsiteX54" fmla="*/ 0 w 42198532"/>
              <a:gd name="connsiteY54" fmla="*/ 5243588 h 7004830"/>
              <a:gd name="connsiteX55" fmla="*/ 359648 w 42198532"/>
              <a:gd name="connsiteY55" fmla="*/ 4965225 h 7004830"/>
              <a:gd name="connsiteX56" fmla="*/ 1106548 w 42198532"/>
              <a:gd name="connsiteY56" fmla="*/ 4604852 h 7004830"/>
              <a:gd name="connsiteX57" fmla="*/ 1106548 w 42198532"/>
              <a:gd name="connsiteY57" fmla="*/ 4951031 h 7004830"/>
              <a:gd name="connsiteX58" fmla="*/ 1018214 w 42198532"/>
              <a:gd name="connsiteY58" fmla="*/ 5019636 h 7004830"/>
              <a:gd name="connsiteX59" fmla="*/ 1025312 w 42198532"/>
              <a:gd name="connsiteY59" fmla="*/ 5030676 h 7004830"/>
              <a:gd name="connsiteX60" fmla="*/ 1017425 w 42198532"/>
              <a:gd name="connsiteY60" fmla="*/ 5020424 h 7004830"/>
              <a:gd name="connsiteX61" fmla="*/ 744534 w 42198532"/>
              <a:gd name="connsiteY61" fmla="*/ 5231759 h 7004830"/>
              <a:gd name="connsiteX62" fmla="*/ 744534 w 42198532"/>
              <a:gd name="connsiteY62" fmla="*/ 4885580 h 7004830"/>
              <a:gd name="connsiteX63" fmla="*/ 856530 w 42198532"/>
              <a:gd name="connsiteY63" fmla="*/ 4798050 h 7004830"/>
              <a:gd name="connsiteX64" fmla="*/ 849432 w 42198532"/>
              <a:gd name="connsiteY64" fmla="*/ 4787799 h 7004830"/>
              <a:gd name="connsiteX65" fmla="*/ 857319 w 42198532"/>
              <a:gd name="connsiteY65" fmla="*/ 4798050 h 7004830"/>
              <a:gd name="connsiteX66" fmla="*/ 1106548 w 42198532"/>
              <a:gd name="connsiteY66" fmla="*/ 4604852 h 7004830"/>
              <a:gd name="connsiteX67" fmla="*/ 737436 w 42198532"/>
              <a:gd name="connsiteY67" fmla="*/ 4313873 h 7004830"/>
              <a:gd name="connsiteX68" fmla="*/ 1102605 w 42198532"/>
              <a:gd name="connsiteY68" fmla="*/ 4591447 h 7004830"/>
              <a:gd name="connsiteX69" fmla="*/ 849432 w 42198532"/>
              <a:gd name="connsiteY69" fmla="*/ 4787799 h 7004830"/>
              <a:gd name="connsiteX70" fmla="*/ 738225 w 42198532"/>
              <a:gd name="connsiteY70" fmla="*/ 4873752 h 7004830"/>
              <a:gd name="connsiteX71" fmla="*/ 373056 w 42198532"/>
              <a:gd name="connsiteY71" fmla="*/ 4596178 h 7004830"/>
              <a:gd name="connsiteX72" fmla="*/ 737436 w 42198532"/>
              <a:gd name="connsiteY72" fmla="*/ 4313873 h 7004830"/>
              <a:gd name="connsiteX73" fmla="*/ 1115224 w 42198532"/>
              <a:gd name="connsiteY73" fmla="*/ 3661732 h 7004830"/>
              <a:gd name="connsiteX74" fmla="*/ 1125477 w 42198532"/>
              <a:gd name="connsiteY74" fmla="*/ 3669618 h 7004830"/>
              <a:gd name="connsiteX75" fmla="*/ 1480393 w 42198532"/>
              <a:gd name="connsiteY75" fmla="*/ 3939306 h 7004830"/>
              <a:gd name="connsiteX76" fmla="*/ 1116013 w 42198532"/>
              <a:gd name="connsiteY76" fmla="*/ 4222399 h 7004830"/>
              <a:gd name="connsiteX77" fmla="*/ 750844 w 42198532"/>
              <a:gd name="connsiteY77" fmla="*/ 3944037 h 7004830"/>
              <a:gd name="connsiteX78" fmla="*/ 1115224 w 42198532"/>
              <a:gd name="connsiteY78" fmla="*/ 3661732 h 7004830"/>
              <a:gd name="connsiteX79" fmla="*/ 1480393 w 42198532"/>
              <a:gd name="connsiteY79" fmla="*/ 2656315 h 7004830"/>
              <a:gd name="connsiteX80" fmla="*/ 1480393 w 42198532"/>
              <a:gd name="connsiteY80" fmla="*/ 3002494 h 7004830"/>
              <a:gd name="connsiteX81" fmla="*/ 1386537 w 42198532"/>
              <a:gd name="connsiteY81" fmla="*/ 3075042 h 7004830"/>
              <a:gd name="connsiteX82" fmla="*/ 1392847 w 42198532"/>
              <a:gd name="connsiteY82" fmla="*/ 3086870 h 7004830"/>
              <a:gd name="connsiteX83" fmla="*/ 1385748 w 42198532"/>
              <a:gd name="connsiteY83" fmla="*/ 3075830 h 7004830"/>
              <a:gd name="connsiteX84" fmla="*/ 1118379 w 42198532"/>
              <a:gd name="connsiteY84" fmla="*/ 3283222 h 7004830"/>
              <a:gd name="connsiteX85" fmla="*/ 1118379 w 42198532"/>
              <a:gd name="connsiteY85" fmla="*/ 2937043 h 7004830"/>
              <a:gd name="connsiteX86" fmla="*/ 1246148 w 42198532"/>
              <a:gd name="connsiteY86" fmla="*/ 2837685 h 7004830"/>
              <a:gd name="connsiteX87" fmla="*/ 1239839 w 42198532"/>
              <a:gd name="connsiteY87" fmla="*/ 2825856 h 7004830"/>
              <a:gd name="connsiteX88" fmla="*/ 1246937 w 42198532"/>
              <a:gd name="connsiteY88" fmla="*/ 2836896 h 7004830"/>
              <a:gd name="connsiteX89" fmla="*/ 1480393 w 42198532"/>
              <a:gd name="connsiteY89" fmla="*/ 2656315 h 7004830"/>
              <a:gd name="connsiteX90" fmla="*/ 732704 w 42198532"/>
              <a:gd name="connsiteY90" fmla="*/ 1716349 h 7004830"/>
              <a:gd name="connsiteX91" fmla="*/ 1097873 w 42198532"/>
              <a:gd name="connsiteY91" fmla="*/ 1993923 h 7004830"/>
              <a:gd name="connsiteX92" fmla="*/ 860473 w 42198532"/>
              <a:gd name="connsiteY92" fmla="*/ 2177658 h 7004830"/>
              <a:gd name="connsiteX93" fmla="*/ 867572 w 42198532"/>
              <a:gd name="connsiteY93" fmla="*/ 2189486 h 7004830"/>
              <a:gd name="connsiteX94" fmla="*/ 1106548 w 42198532"/>
              <a:gd name="connsiteY94" fmla="*/ 2003386 h 7004830"/>
              <a:gd name="connsiteX95" fmla="*/ 1106548 w 42198532"/>
              <a:gd name="connsiteY95" fmla="*/ 2350353 h 7004830"/>
              <a:gd name="connsiteX96" fmla="*/ 1007172 w 42198532"/>
              <a:gd name="connsiteY96" fmla="*/ 2427632 h 7004830"/>
              <a:gd name="connsiteX97" fmla="*/ 1014270 w 42198532"/>
              <a:gd name="connsiteY97" fmla="*/ 2440249 h 7004830"/>
              <a:gd name="connsiteX98" fmla="*/ 1110492 w 42198532"/>
              <a:gd name="connsiteY98" fmla="*/ 2365336 h 7004830"/>
              <a:gd name="connsiteX99" fmla="*/ 1475660 w 42198532"/>
              <a:gd name="connsiteY99" fmla="*/ 2642910 h 7004830"/>
              <a:gd name="connsiteX100" fmla="*/ 1239839 w 42198532"/>
              <a:gd name="connsiteY100" fmla="*/ 2825856 h 7004830"/>
              <a:gd name="connsiteX101" fmla="*/ 1112069 w 42198532"/>
              <a:gd name="connsiteY101" fmla="*/ 2925215 h 7004830"/>
              <a:gd name="connsiteX102" fmla="*/ 746900 w 42198532"/>
              <a:gd name="connsiteY102" fmla="*/ 2647641 h 7004830"/>
              <a:gd name="connsiteX103" fmla="*/ 1013481 w 42198532"/>
              <a:gd name="connsiteY103" fmla="*/ 2440249 h 7004830"/>
              <a:gd name="connsiteX104" fmla="*/ 1006383 w 42198532"/>
              <a:gd name="connsiteY104" fmla="*/ 2427632 h 7004830"/>
              <a:gd name="connsiteX105" fmla="*/ 744534 w 42198532"/>
              <a:gd name="connsiteY105" fmla="*/ 2631081 h 7004830"/>
              <a:gd name="connsiteX106" fmla="*/ 744534 w 42198532"/>
              <a:gd name="connsiteY106" fmla="*/ 2284114 h 7004830"/>
              <a:gd name="connsiteX107" fmla="*/ 866783 w 42198532"/>
              <a:gd name="connsiteY107" fmla="*/ 2189486 h 7004830"/>
              <a:gd name="connsiteX108" fmla="*/ 860473 w 42198532"/>
              <a:gd name="connsiteY108" fmla="*/ 2178447 h 7004830"/>
              <a:gd name="connsiteX109" fmla="*/ 738225 w 42198532"/>
              <a:gd name="connsiteY109" fmla="*/ 2273074 h 7004830"/>
              <a:gd name="connsiteX110" fmla="*/ 373056 w 42198532"/>
              <a:gd name="connsiteY110" fmla="*/ 1995500 h 7004830"/>
              <a:gd name="connsiteX111" fmla="*/ 732704 w 42198532"/>
              <a:gd name="connsiteY111" fmla="*/ 1716349 h 7004830"/>
              <a:gd name="connsiteX112" fmla="*/ 1480393 w 42198532"/>
              <a:gd name="connsiteY112" fmla="*/ 1355976 h 7004830"/>
              <a:gd name="connsiteX113" fmla="*/ 1480393 w 42198532"/>
              <a:gd name="connsiteY113" fmla="*/ 1702944 h 7004830"/>
              <a:gd name="connsiteX114" fmla="*/ 1391269 w 42198532"/>
              <a:gd name="connsiteY114" fmla="*/ 1771549 h 7004830"/>
              <a:gd name="connsiteX115" fmla="*/ 1399156 w 42198532"/>
              <a:gd name="connsiteY115" fmla="*/ 1781800 h 7004830"/>
              <a:gd name="connsiteX116" fmla="*/ 1483547 w 42198532"/>
              <a:gd name="connsiteY116" fmla="*/ 1716349 h 7004830"/>
              <a:gd name="connsiteX117" fmla="*/ 1848716 w 42198532"/>
              <a:gd name="connsiteY117" fmla="*/ 1993923 h 7004830"/>
              <a:gd name="connsiteX118" fmla="*/ 1658639 w 42198532"/>
              <a:gd name="connsiteY118" fmla="*/ 2141384 h 7004830"/>
              <a:gd name="connsiteX119" fmla="*/ 1489068 w 42198532"/>
              <a:gd name="connsiteY119" fmla="*/ 2273074 h 7004830"/>
              <a:gd name="connsiteX120" fmla="*/ 1123900 w 42198532"/>
              <a:gd name="connsiteY120" fmla="*/ 1995500 h 7004830"/>
              <a:gd name="connsiteX121" fmla="*/ 1398368 w 42198532"/>
              <a:gd name="connsiteY121" fmla="*/ 1782588 h 7004830"/>
              <a:gd name="connsiteX122" fmla="*/ 1390481 w 42198532"/>
              <a:gd name="connsiteY122" fmla="*/ 1771549 h 7004830"/>
              <a:gd name="connsiteX123" fmla="*/ 1118379 w 42198532"/>
              <a:gd name="connsiteY123" fmla="*/ 1982883 h 7004830"/>
              <a:gd name="connsiteX124" fmla="*/ 1118379 w 42198532"/>
              <a:gd name="connsiteY124" fmla="*/ 1636704 h 7004830"/>
              <a:gd name="connsiteX125" fmla="*/ 1230374 w 42198532"/>
              <a:gd name="connsiteY125" fmla="*/ 1549963 h 7004830"/>
              <a:gd name="connsiteX126" fmla="*/ 1480393 w 42198532"/>
              <a:gd name="connsiteY126" fmla="*/ 1355976 h 7004830"/>
              <a:gd name="connsiteX127" fmla="*/ 1110492 w 42198532"/>
              <a:gd name="connsiteY127" fmla="*/ 1064997 h 7004830"/>
              <a:gd name="connsiteX128" fmla="*/ 1475660 w 42198532"/>
              <a:gd name="connsiteY128" fmla="*/ 1342571 h 7004830"/>
              <a:gd name="connsiteX129" fmla="*/ 1223276 w 42198532"/>
              <a:gd name="connsiteY129" fmla="*/ 1538923 h 7004830"/>
              <a:gd name="connsiteX130" fmla="*/ 1230374 w 42198532"/>
              <a:gd name="connsiteY130" fmla="*/ 1549963 h 7004830"/>
              <a:gd name="connsiteX131" fmla="*/ 1222487 w 42198532"/>
              <a:gd name="connsiteY131" fmla="*/ 1539711 h 7004830"/>
              <a:gd name="connsiteX132" fmla="*/ 1112069 w 42198532"/>
              <a:gd name="connsiteY132" fmla="*/ 1625665 h 7004830"/>
              <a:gd name="connsiteX133" fmla="*/ 746900 w 42198532"/>
              <a:gd name="connsiteY133" fmla="*/ 1348091 h 7004830"/>
              <a:gd name="connsiteX134" fmla="*/ 1110492 w 42198532"/>
              <a:gd name="connsiteY134" fmla="*/ 1064997 h 7004830"/>
              <a:gd name="connsiteX135" fmla="*/ 1488280 w 42198532"/>
              <a:gd name="connsiteY135" fmla="*/ 413645 h 7004830"/>
              <a:gd name="connsiteX136" fmla="*/ 1498533 w 42198532"/>
              <a:gd name="connsiteY136" fmla="*/ 421530 h 7004830"/>
              <a:gd name="connsiteX137" fmla="*/ 1853448 w 42198532"/>
              <a:gd name="connsiteY137" fmla="*/ 691218 h 7004830"/>
              <a:gd name="connsiteX138" fmla="*/ 1489068 w 42198532"/>
              <a:gd name="connsiteY138" fmla="*/ 973524 h 7004830"/>
              <a:gd name="connsiteX139" fmla="*/ 1123900 w 42198532"/>
              <a:gd name="connsiteY139" fmla="*/ 695950 h 7004830"/>
              <a:gd name="connsiteX140" fmla="*/ 1488280 w 42198532"/>
              <a:gd name="connsiteY140" fmla="*/ 413645 h 7004830"/>
              <a:gd name="connsiteX141" fmla="*/ 1493012 w 42198532"/>
              <a:gd name="connsiteY141" fmla="*/ 117464 h 7004830"/>
              <a:gd name="connsiteX142" fmla="*/ 42118086 w 42198532"/>
              <a:gd name="connsiteY142" fmla="*/ 0 h 7004830"/>
              <a:gd name="connsiteX143" fmla="*/ 42198532 w 42198532"/>
              <a:gd name="connsiteY143" fmla="*/ 7004830 h 7004830"/>
              <a:gd name="connsiteX144" fmla="*/ 843615 w 42198532"/>
              <a:gd name="connsiteY144" fmla="*/ 6975464 h 7004830"/>
              <a:gd name="connsiteX145" fmla="*/ 810785 w 42198532"/>
              <a:gd name="connsiteY145" fmla="*/ 6950504 h 7004830"/>
              <a:gd name="connsiteX146" fmla="*/ 746900 w 42198532"/>
              <a:gd name="connsiteY146" fmla="*/ 6901934 h 7004830"/>
              <a:gd name="connsiteX147" fmla="*/ 746900 w 42198532"/>
              <a:gd name="connsiteY147" fmla="*/ 6547081 h 7004830"/>
              <a:gd name="connsiteX148" fmla="*/ 1019002 w 42198532"/>
              <a:gd name="connsiteY148" fmla="*/ 6335746 h 7004830"/>
              <a:gd name="connsiteX149" fmla="*/ 1012693 w 42198532"/>
              <a:gd name="connsiteY149" fmla="*/ 6323918 h 7004830"/>
              <a:gd name="connsiteX150" fmla="*/ 1019791 w 42198532"/>
              <a:gd name="connsiteY150" fmla="*/ 6334957 h 7004830"/>
              <a:gd name="connsiteX151" fmla="*/ 1110492 w 42198532"/>
              <a:gd name="connsiteY151" fmla="*/ 6264775 h 7004830"/>
              <a:gd name="connsiteX152" fmla="*/ 1489068 w 42198532"/>
              <a:gd name="connsiteY152" fmla="*/ 6553389 h 7004830"/>
              <a:gd name="connsiteX153" fmla="*/ 1870800 w 42198532"/>
              <a:gd name="connsiteY153" fmla="*/ 6257678 h 7004830"/>
              <a:gd name="connsiteX154" fmla="*/ 1870800 w 42198532"/>
              <a:gd name="connsiteY154" fmla="*/ 6139394 h 7004830"/>
              <a:gd name="connsiteX155" fmla="*/ 1857392 w 42198532"/>
              <a:gd name="connsiteY155" fmla="*/ 6144914 h 7004830"/>
              <a:gd name="connsiteX156" fmla="*/ 1857392 w 42198532"/>
              <a:gd name="connsiteY156" fmla="*/ 6251370 h 7004830"/>
              <a:gd name="connsiteX157" fmla="*/ 1495378 w 42198532"/>
              <a:gd name="connsiteY157" fmla="*/ 6531309 h 7004830"/>
              <a:gd name="connsiteX158" fmla="*/ 1495378 w 42198532"/>
              <a:gd name="connsiteY158" fmla="*/ 6185131 h 7004830"/>
              <a:gd name="connsiteX159" fmla="*/ 1857392 w 42198532"/>
              <a:gd name="connsiteY159" fmla="*/ 5904403 h 7004830"/>
              <a:gd name="connsiteX160" fmla="*/ 1857392 w 42198532"/>
              <a:gd name="connsiteY160" fmla="*/ 6144125 h 7004830"/>
              <a:gd name="connsiteX161" fmla="*/ 1870800 w 42198532"/>
              <a:gd name="connsiteY161" fmla="*/ 6138605 h 7004830"/>
              <a:gd name="connsiteX162" fmla="*/ 1870800 w 42198532"/>
              <a:gd name="connsiteY162" fmla="*/ 5887843 h 7004830"/>
              <a:gd name="connsiteX163" fmla="*/ 1739875 w 42198532"/>
              <a:gd name="connsiteY163" fmla="*/ 5788484 h 7004830"/>
              <a:gd name="connsiteX164" fmla="*/ 1497744 w 42198532"/>
              <a:gd name="connsiteY164" fmla="*/ 5604749 h 7004830"/>
              <a:gd name="connsiteX165" fmla="*/ 1497744 w 42198532"/>
              <a:gd name="connsiteY165" fmla="*/ 5424957 h 7004830"/>
              <a:gd name="connsiteX166" fmla="*/ 1484336 w 42198532"/>
              <a:gd name="connsiteY166" fmla="*/ 5427322 h 7004830"/>
              <a:gd name="connsiteX167" fmla="*/ 1484336 w 42198532"/>
              <a:gd name="connsiteY167" fmla="*/ 5598440 h 7004830"/>
              <a:gd name="connsiteX168" fmla="*/ 1122322 w 42198532"/>
              <a:gd name="connsiteY168" fmla="*/ 5879169 h 7004830"/>
              <a:gd name="connsiteX169" fmla="*/ 1122322 w 42198532"/>
              <a:gd name="connsiteY169" fmla="*/ 5532990 h 7004830"/>
              <a:gd name="connsiteX170" fmla="*/ 1292682 w 42198532"/>
              <a:gd name="connsiteY170" fmla="*/ 5400511 h 7004830"/>
              <a:gd name="connsiteX171" fmla="*/ 1285583 w 42198532"/>
              <a:gd name="connsiteY171" fmla="*/ 5390260 h 7004830"/>
              <a:gd name="connsiteX172" fmla="*/ 1116013 w 42198532"/>
              <a:gd name="connsiteY172" fmla="*/ 5521161 h 7004830"/>
              <a:gd name="connsiteX173" fmla="*/ 750844 w 42198532"/>
              <a:gd name="connsiteY173" fmla="*/ 5243588 h 7004830"/>
              <a:gd name="connsiteX174" fmla="*/ 1025312 w 42198532"/>
              <a:gd name="connsiteY174" fmla="*/ 5030676 h 7004830"/>
              <a:gd name="connsiteX175" fmla="*/ 1110492 w 42198532"/>
              <a:gd name="connsiteY175" fmla="*/ 4965225 h 7004830"/>
              <a:gd name="connsiteX176" fmla="*/ 1475660 w 42198532"/>
              <a:gd name="connsiteY176" fmla="*/ 5242799 h 7004830"/>
              <a:gd name="connsiteX177" fmla="*/ 1285583 w 42198532"/>
              <a:gd name="connsiteY177" fmla="*/ 5389472 h 7004830"/>
              <a:gd name="connsiteX178" fmla="*/ 1293470 w 42198532"/>
              <a:gd name="connsiteY178" fmla="*/ 5400511 h 7004830"/>
              <a:gd name="connsiteX179" fmla="*/ 1484336 w 42198532"/>
              <a:gd name="connsiteY179" fmla="*/ 5252262 h 7004830"/>
              <a:gd name="connsiteX180" fmla="*/ 1484336 w 42198532"/>
              <a:gd name="connsiteY180" fmla="*/ 5426534 h 7004830"/>
              <a:gd name="connsiteX181" fmla="*/ 1497744 w 42198532"/>
              <a:gd name="connsiteY181" fmla="*/ 5424168 h 7004830"/>
              <a:gd name="connsiteX182" fmla="*/ 1497744 w 42198532"/>
              <a:gd name="connsiteY182" fmla="*/ 5246742 h 7004830"/>
              <a:gd name="connsiteX183" fmla="*/ 1513518 w 42198532"/>
              <a:gd name="connsiteY183" fmla="*/ 5234125 h 7004830"/>
              <a:gd name="connsiteX184" fmla="*/ 1513518 w 42198532"/>
              <a:gd name="connsiteY184" fmla="*/ 5217565 h 7004830"/>
              <a:gd name="connsiteX185" fmla="*/ 1495378 w 42198532"/>
              <a:gd name="connsiteY185" fmla="*/ 5231759 h 7004830"/>
              <a:gd name="connsiteX186" fmla="*/ 1495378 w 42198532"/>
              <a:gd name="connsiteY186" fmla="*/ 4885580 h 7004830"/>
              <a:gd name="connsiteX187" fmla="*/ 1513518 w 42198532"/>
              <a:gd name="connsiteY187" fmla="*/ 4871386 h 7004830"/>
              <a:gd name="connsiteX188" fmla="*/ 1513518 w 42198532"/>
              <a:gd name="connsiteY188" fmla="*/ 4854826 h 7004830"/>
              <a:gd name="connsiteX189" fmla="*/ 1489068 w 42198532"/>
              <a:gd name="connsiteY189" fmla="*/ 4873752 h 7004830"/>
              <a:gd name="connsiteX190" fmla="*/ 1123900 w 42198532"/>
              <a:gd name="connsiteY190" fmla="*/ 4596178 h 7004830"/>
              <a:gd name="connsiteX191" fmla="*/ 1488280 w 42198532"/>
              <a:gd name="connsiteY191" fmla="*/ 4313873 h 7004830"/>
              <a:gd name="connsiteX192" fmla="*/ 1853448 w 42198532"/>
              <a:gd name="connsiteY192" fmla="*/ 4591447 h 7004830"/>
              <a:gd name="connsiteX193" fmla="*/ 1514307 w 42198532"/>
              <a:gd name="connsiteY193" fmla="*/ 4854826 h 7004830"/>
              <a:gd name="connsiteX194" fmla="*/ 1514307 w 42198532"/>
              <a:gd name="connsiteY194" fmla="*/ 4870598 h 7004830"/>
              <a:gd name="connsiteX195" fmla="*/ 1857392 w 42198532"/>
              <a:gd name="connsiteY195" fmla="*/ 4604852 h 7004830"/>
              <a:gd name="connsiteX196" fmla="*/ 1857392 w 42198532"/>
              <a:gd name="connsiteY196" fmla="*/ 4951031 h 7004830"/>
              <a:gd name="connsiteX197" fmla="*/ 1514307 w 42198532"/>
              <a:gd name="connsiteY197" fmla="*/ 5217565 h 7004830"/>
              <a:gd name="connsiteX198" fmla="*/ 1514307 w 42198532"/>
              <a:gd name="connsiteY198" fmla="*/ 5234125 h 7004830"/>
              <a:gd name="connsiteX199" fmla="*/ 1870800 w 42198532"/>
              <a:gd name="connsiteY199" fmla="*/ 4957339 h 7004830"/>
              <a:gd name="connsiteX200" fmla="*/ 1870800 w 42198532"/>
              <a:gd name="connsiteY200" fmla="*/ 4588292 h 7004830"/>
              <a:gd name="connsiteX201" fmla="*/ 1497744 w 42198532"/>
              <a:gd name="connsiteY201" fmla="*/ 4304410 h 7004830"/>
              <a:gd name="connsiteX202" fmla="*/ 1497744 w 42198532"/>
              <a:gd name="connsiteY202" fmla="*/ 3956654 h 7004830"/>
              <a:gd name="connsiteX203" fmla="*/ 1484336 w 42198532"/>
              <a:gd name="connsiteY203" fmla="*/ 3966905 h 7004830"/>
              <a:gd name="connsiteX204" fmla="*/ 1484336 w 42198532"/>
              <a:gd name="connsiteY204" fmla="*/ 4299679 h 7004830"/>
              <a:gd name="connsiteX205" fmla="*/ 1122322 w 42198532"/>
              <a:gd name="connsiteY205" fmla="*/ 4579618 h 7004830"/>
              <a:gd name="connsiteX206" fmla="*/ 1122322 w 42198532"/>
              <a:gd name="connsiteY206" fmla="*/ 4233439 h 7004830"/>
              <a:gd name="connsiteX207" fmla="*/ 1484336 w 42198532"/>
              <a:gd name="connsiteY207" fmla="*/ 3952712 h 7004830"/>
              <a:gd name="connsiteX208" fmla="*/ 1484336 w 42198532"/>
              <a:gd name="connsiteY208" fmla="*/ 3966117 h 7004830"/>
              <a:gd name="connsiteX209" fmla="*/ 1497744 w 42198532"/>
              <a:gd name="connsiteY209" fmla="*/ 3955866 h 7004830"/>
              <a:gd name="connsiteX210" fmla="*/ 1497744 w 42198532"/>
              <a:gd name="connsiteY210" fmla="*/ 3936152 h 7004830"/>
              <a:gd name="connsiteX211" fmla="*/ 1136519 w 42198532"/>
              <a:gd name="connsiteY211" fmla="*/ 3661732 h 7004830"/>
              <a:gd name="connsiteX212" fmla="*/ 1125477 w 42198532"/>
              <a:gd name="connsiteY212" fmla="*/ 3669618 h 7004830"/>
              <a:gd name="connsiteX213" fmla="*/ 1135730 w 42198532"/>
              <a:gd name="connsiteY213" fmla="*/ 3660943 h 7004830"/>
              <a:gd name="connsiteX214" fmla="*/ 1119956 w 42198532"/>
              <a:gd name="connsiteY214" fmla="*/ 3649115 h 7004830"/>
              <a:gd name="connsiteX215" fmla="*/ 1119956 w 42198532"/>
              <a:gd name="connsiteY215" fmla="*/ 3637286 h 7004830"/>
              <a:gd name="connsiteX216" fmla="*/ 1106548 w 42198532"/>
              <a:gd name="connsiteY216" fmla="*/ 3637286 h 7004830"/>
              <a:gd name="connsiteX217" fmla="*/ 1106548 w 42198532"/>
              <a:gd name="connsiteY217" fmla="*/ 3649903 h 7004830"/>
              <a:gd name="connsiteX218" fmla="*/ 744534 w 42198532"/>
              <a:gd name="connsiteY218" fmla="*/ 3929843 h 7004830"/>
              <a:gd name="connsiteX219" fmla="*/ 744534 w 42198532"/>
              <a:gd name="connsiteY219" fmla="*/ 3612841 h 7004830"/>
              <a:gd name="connsiteX220" fmla="*/ 744534 w 42198532"/>
              <a:gd name="connsiteY220" fmla="*/ 3584453 h 7004830"/>
              <a:gd name="connsiteX221" fmla="*/ 1106548 w 42198532"/>
              <a:gd name="connsiteY221" fmla="*/ 3303725 h 7004830"/>
              <a:gd name="connsiteX222" fmla="*/ 1106548 w 42198532"/>
              <a:gd name="connsiteY222" fmla="*/ 3617573 h 7004830"/>
              <a:gd name="connsiteX223" fmla="*/ 1106548 w 42198532"/>
              <a:gd name="connsiteY223" fmla="*/ 3636498 h 7004830"/>
              <a:gd name="connsiteX224" fmla="*/ 1119956 w 42198532"/>
              <a:gd name="connsiteY224" fmla="*/ 3636498 h 7004830"/>
              <a:gd name="connsiteX225" fmla="*/ 1119956 w 42198532"/>
              <a:gd name="connsiteY225" fmla="*/ 3298205 h 7004830"/>
              <a:gd name="connsiteX226" fmla="*/ 1392847 w 42198532"/>
              <a:gd name="connsiteY226" fmla="*/ 3086870 h 7004830"/>
              <a:gd name="connsiteX227" fmla="*/ 1483547 w 42198532"/>
              <a:gd name="connsiteY227" fmla="*/ 3016688 h 7004830"/>
              <a:gd name="connsiteX228" fmla="*/ 1862913 w 42198532"/>
              <a:gd name="connsiteY228" fmla="*/ 3304513 h 7004830"/>
              <a:gd name="connsiteX229" fmla="*/ 2243855 w 42198532"/>
              <a:gd name="connsiteY229" fmla="*/ 3008803 h 7004830"/>
              <a:gd name="connsiteX230" fmla="*/ 2243855 w 42198532"/>
              <a:gd name="connsiteY230" fmla="*/ 2891307 h 7004830"/>
              <a:gd name="connsiteX231" fmla="*/ 2231236 w 42198532"/>
              <a:gd name="connsiteY231" fmla="*/ 2896827 h 7004830"/>
              <a:gd name="connsiteX232" fmla="*/ 2231236 w 42198532"/>
              <a:gd name="connsiteY232" fmla="*/ 3002494 h 7004830"/>
              <a:gd name="connsiteX233" fmla="*/ 1869222 w 42198532"/>
              <a:gd name="connsiteY233" fmla="*/ 3283222 h 7004830"/>
              <a:gd name="connsiteX234" fmla="*/ 1869222 w 42198532"/>
              <a:gd name="connsiteY234" fmla="*/ 2937043 h 7004830"/>
              <a:gd name="connsiteX235" fmla="*/ 2231236 w 42198532"/>
              <a:gd name="connsiteY235" fmla="*/ 2656315 h 7004830"/>
              <a:gd name="connsiteX236" fmla="*/ 2231236 w 42198532"/>
              <a:gd name="connsiteY236" fmla="*/ 2896038 h 7004830"/>
              <a:gd name="connsiteX237" fmla="*/ 2243855 w 42198532"/>
              <a:gd name="connsiteY237" fmla="*/ 2890518 h 7004830"/>
              <a:gd name="connsiteX238" fmla="*/ 2243855 w 42198532"/>
              <a:gd name="connsiteY238" fmla="*/ 2639755 h 7004830"/>
              <a:gd name="connsiteX239" fmla="*/ 2113720 w 42198532"/>
              <a:gd name="connsiteY239" fmla="*/ 2540397 h 7004830"/>
              <a:gd name="connsiteX240" fmla="*/ 2100312 w 42198532"/>
              <a:gd name="connsiteY240" fmla="*/ 2546705 h 7004830"/>
              <a:gd name="connsiteX241" fmla="*/ 2226503 w 42198532"/>
              <a:gd name="connsiteY241" fmla="*/ 2642910 h 7004830"/>
              <a:gd name="connsiteX242" fmla="*/ 1862124 w 42198532"/>
              <a:gd name="connsiteY242" fmla="*/ 2925215 h 7004830"/>
              <a:gd name="connsiteX243" fmla="*/ 1496955 w 42198532"/>
              <a:gd name="connsiteY243" fmla="*/ 2647641 h 7004830"/>
              <a:gd name="connsiteX244" fmla="*/ 1861335 w 42198532"/>
              <a:gd name="connsiteY244" fmla="*/ 2365336 h 7004830"/>
              <a:gd name="connsiteX245" fmla="*/ 2099523 w 42198532"/>
              <a:gd name="connsiteY245" fmla="*/ 2545916 h 7004830"/>
              <a:gd name="connsiteX246" fmla="*/ 2112931 w 42198532"/>
              <a:gd name="connsiteY246" fmla="*/ 2539608 h 7004830"/>
              <a:gd name="connsiteX247" fmla="*/ 1870800 w 42198532"/>
              <a:gd name="connsiteY247" fmla="*/ 2355873 h 7004830"/>
              <a:gd name="connsiteX248" fmla="*/ 1870800 w 42198532"/>
              <a:gd name="connsiteY248" fmla="*/ 2176869 h 7004830"/>
              <a:gd name="connsiteX249" fmla="*/ 1857392 w 42198532"/>
              <a:gd name="connsiteY249" fmla="*/ 2178447 h 7004830"/>
              <a:gd name="connsiteX250" fmla="*/ 1857392 w 42198532"/>
              <a:gd name="connsiteY250" fmla="*/ 2350353 h 7004830"/>
              <a:gd name="connsiteX251" fmla="*/ 1496167 w 42198532"/>
              <a:gd name="connsiteY251" fmla="*/ 2631081 h 7004830"/>
              <a:gd name="connsiteX252" fmla="*/ 1496167 w 42198532"/>
              <a:gd name="connsiteY252" fmla="*/ 2284114 h 7004830"/>
              <a:gd name="connsiteX253" fmla="*/ 1666526 w 42198532"/>
              <a:gd name="connsiteY253" fmla="*/ 2152424 h 7004830"/>
              <a:gd name="connsiteX254" fmla="*/ 1658639 w 42198532"/>
              <a:gd name="connsiteY254" fmla="*/ 2141384 h 7004830"/>
              <a:gd name="connsiteX255" fmla="*/ 1666526 w 42198532"/>
              <a:gd name="connsiteY255" fmla="*/ 2151636 h 7004830"/>
              <a:gd name="connsiteX256" fmla="*/ 1857392 w 42198532"/>
              <a:gd name="connsiteY256" fmla="*/ 2003386 h 7004830"/>
              <a:gd name="connsiteX257" fmla="*/ 1857392 w 42198532"/>
              <a:gd name="connsiteY257" fmla="*/ 2177658 h 7004830"/>
              <a:gd name="connsiteX258" fmla="*/ 1870800 w 42198532"/>
              <a:gd name="connsiteY258" fmla="*/ 2176081 h 7004830"/>
              <a:gd name="connsiteX259" fmla="*/ 1870800 w 42198532"/>
              <a:gd name="connsiteY259" fmla="*/ 1998654 h 7004830"/>
              <a:gd name="connsiteX260" fmla="*/ 1886574 w 42198532"/>
              <a:gd name="connsiteY260" fmla="*/ 1986037 h 7004830"/>
              <a:gd name="connsiteX261" fmla="*/ 1886574 w 42198532"/>
              <a:gd name="connsiteY261" fmla="*/ 1969478 h 7004830"/>
              <a:gd name="connsiteX262" fmla="*/ 1869222 w 42198532"/>
              <a:gd name="connsiteY262" fmla="*/ 1982883 h 7004830"/>
              <a:gd name="connsiteX263" fmla="*/ 1869222 w 42198532"/>
              <a:gd name="connsiteY263" fmla="*/ 1636704 h 7004830"/>
              <a:gd name="connsiteX264" fmla="*/ 1886574 w 42198532"/>
              <a:gd name="connsiteY264" fmla="*/ 1623299 h 7004830"/>
              <a:gd name="connsiteX265" fmla="*/ 1886574 w 42198532"/>
              <a:gd name="connsiteY265" fmla="*/ 1606739 h 7004830"/>
              <a:gd name="connsiteX266" fmla="*/ 1862124 w 42198532"/>
              <a:gd name="connsiteY266" fmla="*/ 1625665 h 7004830"/>
              <a:gd name="connsiteX267" fmla="*/ 1496955 w 42198532"/>
              <a:gd name="connsiteY267" fmla="*/ 1348091 h 7004830"/>
              <a:gd name="connsiteX268" fmla="*/ 1861335 w 42198532"/>
              <a:gd name="connsiteY268" fmla="*/ 1064997 h 7004830"/>
              <a:gd name="connsiteX269" fmla="*/ 2226503 w 42198532"/>
              <a:gd name="connsiteY269" fmla="*/ 1342571 h 7004830"/>
              <a:gd name="connsiteX270" fmla="*/ 1887362 w 42198532"/>
              <a:gd name="connsiteY270" fmla="*/ 1605951 h 7004830"/>
              <a:gd name="connsiteX271" fmla="*/ 1887362 w 42198532"/>
              <a:gd name="connsiteY271" fmla="*/ 1622510 h 7004830"/>
              <a:gd name="connsiteX272" fmla="*/ 2231236 w 42198532"/>
              <a:gd name="connsiteY272" fmla="*/ 1355976 h 7004830"/>
              <a:gd name="connsiteX273" fmla="*/ 2231236 w 42198532"/>
              <a:gd name="connsiteY273" fmla="*/ 1702944 h 7004830"/>
              <a:gd name="connsiteX274" fmla="*/ 1887362 w 42198532"/>
              <a:gd name="connsiteY274" fmla="*/ 1968689 h 7004830"/>
              <a:gd name="connsiteX275" fmla="*/ 1887362 w 42198532"/>
              <a:gd name="connsiteY275" fmla="*/ 1985249 h 7004830"/>
              <a:gd name="connsiteX276" fmla="*/ 2243855 w 42198532"/>
              <a:gd name="connsiteY276" fmla="*/ 1709252 h 7004830"/>
              <a:gd name="connsiteX277" fmla="*/ 2243855 w 42198532"/>
              <a:gd name="connsiteY277" fmla="*/ 1339416 h 7004830"/>
              <a:gd name="connsiteX278" fmla="*/ 1870800 w 42198532"/>
              <a:gd name="connsiteY278" fmla="*/ 1056323 h 7004830"/>
              <a:gd name="connsiteX279" fmla="*/ 1870800 w 42198532"/>
              <a:gd name="connsiteY279" fmla="*/ 707778 h 7004830"/>
              <a:gd name="connsiteX280" fmla="*/ 1857392 w 42198532"/>
              <a:gd name="connsiteY280" fmla="*/ 718030 h 7004830"/>
              <a:gd name="connsiteX281" fmla="*/ 1857392 w 42198532"/>
              <a:gd name="connsiteY281" fmla="*/ 1050803 h 7004830"/>
              <a:gd name="connsiteX282" fmla="*/ 1496167 w 42198532"/>
              <a:gd name="connsiteY282" fmla="*/ 1331531 h 7004830"/>
              <a:gd name="connsiteX283" fmla="*/ 1496167 w 42198532"/>
              <a:gd name="connsiteY283" fmla="*/ 985352 h 7004830"/>
              <a:gd name="connsiteX284" fmla="*/ 1857392 w 42198532"/>
              <a:gd name="connsiteY284" fmla="*/ 704624 h 7004830"/>
              <a:gd name="connsiteX285" fmla="*/ 1857392 w 42198532"/>
              <a:gd name="connsiteY285" fmla="*/ 717241 h 7004830"/>
              <a:gd name="connsiteX286" fmla="*/ 1870800 w 42198532"/>
              <a:gd name="connsiteY286" fmla="*/ 706990 h 7004830"/>
              <a:gd name="connsiteX287" fmla="*/ 1870800 w 42198532"/>
              <a:gd name="connsiteY287" fmla="*/ 688064 h 7004830"/>
              <a:gd name="connsiteX288" fmla="*/ 1509574 w 42198532"/>
              <a:gd name="connsiteY288" fmla="*/ 412856 h 7004830"/>
              <a:gd name="connsiteX289" fmla="*/ 1498533 w 42198532"/>
              <a:gd name="connsiteY289" fmla="*/ 421530 h 7004830"/>
              <a:gd name="connsiteX290" fmla="*/ 1508786 w 42198532"/>
              <a:gd name="connsiteY290" fmla="*/ 412856 h 7004830"/>
              <a:gd name="connsiteX291" fmla="*/ 1493012 w 42198532"/>
              <a:gd name="connsiteY291" fmla="*/ 401028 h 7004830"/>
              <a:gd name="connsiteX292" fmla="*/ 1493012 w 42198532"/>
              <a:gd name="connsiteY292" fmla="*/ 119417 h 7004830"/>
              <a:gd name="connsiteX293" fmla="*/ 1493012 w 42198532"/>
              <a:gd name="connsiteY293" fmla="*/ 117464 h 7004830"/>
              <a:gd name="connsiteX294" fmla="*/ 1398859 w 42198532"/>
              <a:gd name="connsiteY294" fmla="*/ 117464 h 7004830"/>
              <a:gd name="connsiteX295" fmla="*/ 1480393 w 42198532"/>
              <a:gd name="connsiteY295" fmla="*/ 117464 h 7004830"/>
              <a:gd name="connsiteX296" fmla="*/ 1480393 w 42198532"/>
              <a:gd name="connsiteY296" fmla="*/ 201868 h 7004830"/>
              <a:gd name="connsiteX297" fmla="*/ 1480393 w 42198532"/>
              <a:gd name="connsiteY297" fmla="*/ 401028 h 7004830"/>
              <a:gd name="connsiteX298" fmla="*/ 1118379 w 42198532"/>
              <a:gd name="connsiteY298" fmla="*/ 681756 h 7004830"/>
              <a:gd name="connsiteX299" fmla="*/ 1118379 w 42198532"/>
              <a:gd name="connsiteY299" fmla="*/ 335577 h 7004830"/>
              <a:gd name="connsiteX300" fmla="*/ 1379242 w 42198532"/>
              <a:gd name="connsiteY300" fmla="*/ 132719 h 7004830"/>
              <a:gd name="connsiteX301" fmla="*/ 1398859 w 42198532"/>
              <a:gd name="connsiteY301" fmla="*/ 117464 h 7004830"/>
              <a:gd name="connsiteX302" fmla="*/ 840168 w 42198532"/>
              <a:gd name="connsiteY302" fmla="*/ 117464 h 7004830"/>
              <a:gd name="connsiteX303" fmla="*/ 1377550 w 42198532"/>
              <a:gd name="connsiteY303" fmla="*/ 117464 h 7004830"/>
              <a:gd name="connsiteX304" fmla="*/ 1301753 w 42198532"/>
              <a:gd name="connsiteY304" fmla="*/ 176360 h 7004830"/>
              <a:gd name="connsiteX305" fmla="*/ 1112069 w 42198532"/>
              <a:gd name="connsiteY305" fmla="*/ 323748 h 7004830"/>
              <a:gd name="connsiteX306" fmla="*/ 857417 w 42198532"/>
              <a:gd name="connsiteY306" fmla="*/ 130551 h 7004830"/>
              <a:gd name="connsiteX307" fmla="*/ 840168 w 42198532"/>
              <a:gd name="connsiteY307" fmla="*/ 117464 h 7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42198532" h="7004830">
                <a:moveTo>
                  <a:pt x="738225" y="6911396"/>
                </a:moveTo>
                <a:lnTo>
                  <a:pt x="814828" y="6969750"/>
                </a:lnTo>
                <a:lnTo>
                  <a:pt x="822329" y="6975464"/>
                </a:lnTo>
                <a:lnTo>
                  <a:pt x="655724" y="6975464"/>
                </a:lnTo>
                <a:lnTo>
                  <a:pt x="656989" y="6974481"/>
                </a:lnTo>
                <a:lnTo>
                  <a:pt x="738225" y="6911396"/>
                </a:lnTo>
                <a:close/>
                <a:moveTo>
                  <a:pt x="733493" y="6551812"/>
                </a:moveTo>
                <a:lnTo>
                  <a:pt x="733493" y="6897991"/>
                </a:lnTo>
                <a:lnTo>
                  <a:pt x="639637" y="6970539"/>
                </a:lnTo>
                <a:cubicBezTo>
                  <a:pt x="645158" y="6972116"/>
                  <a:pt x="650679" y="6972904"/>
                  <a:pt x="656989" y="6974481"/>
                </a:cubicBezTo>
                <a:cubicBezTo>
                  <a:pt x="650679" y="6973693"/>
                  <a:pt x="644369" y="6972116"/>
                  <a:pt x="638848" y="6971327"/>
                </a:cubicBezTo>
                <a:lnTo>
                  <a:pt x="633515" y="6975464"/>
                </a:lnTo>
                <a:lnTo>
                  <a:pt x="371479" y="6975464"/>
                </a:lnTo>
                <a:lnTo>
                  <a:pt x="371479" y="6917056"/>
                </a:lnTo>
                <a:lnTo>
                  <a:pt x="371479" y="6832540"/>
                </a:lnTo>
                <a:lnTo>
                  <a:pt x="733493" y="6551812"/>
                </a:lnTo>
                <a:close/>
                <a:moveTo>
                  <a:pt x="1106548" y="5904403"/>
                </a:moveTo>
                <a:lnTo>
                  <a:pt x="1106548" y="6251370"/>
                </a:lnTo>
                <a:lnTo>
                  <a:pt x="1012693" y="6323918"/>
                </a:lnTo>
                <a:lnTo>
                  <a:pt x="744534" y="6531309"/>
                </a:lnTo>
                <a:lnTo>
                  <a:pt x="744534" y="6185131"/>
                </a:lnTo>
                <a:lnTo>
                  <a:pt x="873093" y="6085772"/>
                </a:lnTo>
                <a:lnTo>
                  <a:pt x="1106548" y="5904403"/>
                </a:lnTo>
                <a:close/>
                <a:moveTo>
                  <a:pt x="1739875" y="5788484"/>
                </a:moveTo>
                <a:lnTo>
                  <a:pt x="1726467" y="5794792"/>
                </a:lnTo>
                <a:lnTo>
                  <a:pt x="1739875" y="5788484"/>
                </a:lnTo>
                <a:close/>
                <a:moveTo>
                  <a:pt x="1488280" y="5613423"/>
                </a:moveTo>
                <a:lnTo>
                  <a:pt x="1726467" y="5794792"/>
                </a:lnTo>
                <a:lnTo>
                  <a:pt x="1853448" y="5890997"/>
                </a:lnTo>
                <a:lnTo>
                  <a:pt x="1489068" y="6174091"/>
                </a:lnTo>
                <a:lnTo>
                  <a:pt x="1123900" y="5896517"/>
                </a:lnTo>
                <a:lnTo>
                  <a:pt x="1488280" y="5613423"/>
                </a:lnTo>
                <a:close/>
                <a:moveTo>
                  <a:pt x="359648" y="4965225"/>
                </a:moveTo>
                <a:lnTo>
                  <a:pt x="724817" y="5242799"/>
                </a:lnTo>
                <a:lnTo>
                  <a:pt x="487418" y="5426534"/>
                </a:lnTo>
                <a:lnTo>
                  <a:pt x="493727" y="5437574"/>
                </a:lnTo>
                <a:lnTo>
                  <a:pt x="733493" y="5252262"/>
                </a:lnTo>
                <a:lnTo>
                  <a:pt x="733493" y="5598440"/>
                </a:lnTo>
                <a:lnTo>
                  <a:pt x="633328" y="5675720"/>
                </a:lnTo>
                <a:lnTo>
                  <a:pt x="641215" y="5688337"/>
                </a:lnTo>
                <a:lnTo>
                  <a:pt x="737436" y="5613423"/>
                </a:lnTo>
                <a:lnTo>
                  <a:pt x="1102605" y="5890997"/>
                </a:lnTo>
                <a:lnTo>
                  <a:pt x="866783" y="6073943"/>
                </a:lnTo>
                <a:lnTo>
                  <a:pt x="873093" y="6085772"/>
                </a:lnTo>
                <a:lnTo>
                  <a:pt x="865994" y="6074732"/>
                </a:lnTo>
                <a:lnTo>
                  <a:pt x="738225" y="6174091"/>
                </a:lnTo>
                <a:lnTo>
                  <a:pt x="373056" y="5896517"/>
                </a:lnTo>
                <a:lnTo>
                  <a:pt x="640426" y="5689125"/>
                </a:lnTo>
                <a:lnTo>
                  <a:pt x="633328" y="5676508"/>
                </a:lnTo>
                <a:lnTo>
                  <a:pt x="371479" y="5879169"/>
                </a:lnTo>
                <a:lnTo>
                  <a:pt x="371479" y="5532990"/>
                </a:lnTo>
                <a:lnTo>
                  <a:pt x="493727" y="5438362"/>
                </a:lnTo>
                <a:lnTo>
                  <a:pt x="486629" y="5426534"/>
                </a:lnTo>
                <a:lnTo>
                  <a:pt x="365169" y="5521161"/>
                </a:lnTo>
                <a:lnTo>
                  <a:pt x="0" y="5243588"/>
                </a:lnTo>
                <a:lnTo>
                  <a:pt x="359648" y="4965225"/>
                </a:lnTo>
                <a:close/>
                <a:moveTo>
                  <a:pt x="1106548" y="4604852"/>
                </a:moveTo>
                <a:lnTo>
                  <a:pt x="1106548" y="4951031"/>
                </a:lnTo>
                <a:lnTo>
                  <a:pt x="1018214" y="5019636"/>
                </a:lnTo>
                <a:lnTo>
                  <a:pt x="1025312" y="5030676"/>
                </a:lnTo>
                <a:lnTo>
                  <a:pt x="1017425" y="5020424"/>
                </a:lnTo>
                <a:lnTo>
                  <a:pt x="744534" y="5231759"/>
                </a:lnTo>
                <a:lnTo>
                  <a:pt x="744534" y="4885580"/>
                </a:lnTo>
                <a:lnTo>
                  <a:pt x="856530" y="4798050"/>
                </a:lnTo>
                <a:lnTo>
                  <a:pt x="849432" y="4787799"/>
                </a:lnTo>
                <a:lnTo>
                  <a:pt x="857319" y="4798050"/>
                </a:lnTo>
                <a:lnTo>
                  <a:pt x="1106548" y="4604852"/>
                </a:lnTo>
                <a:close/>
                <a:moveTo>
                  <a:pt x="737436" y="4313873"/>
                </a:moveTo>
                <a:lnTo>
                  <a:pt x="1102605" y="4591447"/>
                </a:lnTo>
                <a:lnTo>
                  <a:pt x="849432" y="4787799"/>
                </a:lnTo>
                <a:lnTo>
                  <a:pt x="738225" y="4873752"/>
                </a:lnTo>
                <a:lnTo>
                  <a:pt x="373056" y="4596178"/>
                </a:lnTo>
                <a:lnTo>
                  <a:pt x="737436" y="4313873"/>
                </a:lnTo>
                <a:close/>
                <a:moveTo>
                  <a:pt x="1115224" y="3661732"/>
                </a:moveTo>
                <a:lnTo>
                  <a:pt x="1125477" y="3669618"/>
                </a:lnTo>
                <a:lnTo>
                  <a:pt x="1480393" y="3939306"/>
                </a:lnTo>
                <a:lnTo>
                  <a:pt x="1116013" y="4222399"/>
                </a:lnTo>
                <a:lnTo>
                  <a:pt x="750844" y="3944037"/>
                </a:lnTo>
                <a:lnTo>
                  <a:pt x="1115224" y="3661732"/>
                </a:lnTo>
                <a:close/>
                <a:moveTo>
                  <a:pt x="1480393" y="2656315"/>
                </a:moveTo>
                <a:lnTo>
                  <a:pt x="1480393" y="3002494"/>
                </a:lnTo>
                <a:lnTo>
                  <a:pt x="1386537" y="3075042"/>
                </a:lnTo>
                <a:lnTo>
                  <a:pt x="1392847" y="3086870"/>
                </a:lnTo>
                <a:lnTo>
                  <a:pt x="1385748" y="3075830"/>
                </a:lnTo>
                <a:lnTo>
                  <a:pt x="1118379" y="3283222"/>
                </a:lnTo>
                <a:lnTo>
                  <a:pt x="1118379" y="2937043"/>
                </a:lnTo>
                <a:lnTo>
                  <a:pt x="1246148" y="2837685"/>
                </a:lnTo>
                <a:lnTo>
                  <a:pt x="1239839" y="2825856"/>
                </a:lnTo>
                <a:lnTo>
                  <a:pt x="1246937" y="2836896"/>
                </a:lnTo>
                <a:lnTo>
                  <a:pt x="1480393" y="2656315"/>
                </a:lnTo>
                <a:close/>
                <a:moveTo>
                  <a:pt x="732704" y="1716349"/>
                </a:moveTo>
                <a:lnTo>
                  <a:pt x="1097873" y="1993923"/>
                </a:lnTo>
                <a:lnTo>
                  <a:pt x="860473" y="2177658"/>
                </a:lnTo>
                <a:lnTo>
                  <a:pt x="867572" y="2189486"/>
                </a:lnTo>
                <a:lnTo>
                  <a:pt x="1106548" y="2003386"/>
                </a:lnTo>
                <a:lnTo>
                  <a:pt x="1106548" y="2350353"/>
                </a:lnTo>
                <a:lnTo>
                  <a:pt x="1007172" y="2427632"/>
                </a:lnTo>
                <a:lnTo>
                  <a:pt x="1014270" y="2440249"/>
                </a:lnTo>
                <a:lnTo>
                  <a:pt x="1110492" y="2365336"/>
                </a:lnTo>
                <a:lnTo>
                  <a:pt x="1475660" y="2642910"/>
                </a:lnTo>
                <a:lnTo>
                  <a:pt x="1239839" y="2825856"/>
                </a:lnTo>
                <a:lnTo>
                  <a:pt x="1112069" y="2925215"/>
                </a:lnTo>
                <a:lnTo>
                  <a:pt x="746900" y="2647641"/>
                </a:lnTo>
                <a:lnTo>
                  <a:pt x="1013481" y="2440249"/>
                </a:lnTo>
                <a:lnTo>
                  <a:pt x="1006383" y="2427632"/>
                </a:lnTo>
                <a:lnTo>
                  <a:pt x="744534" y="2631081"/>
                </a:lnTo>
                <a:lnTo>
                  <a:pt x="744534" y="2284114"/>
                </a:lnTo>
                <a:lnTo>
                  <a:pt x="866783" y="2189486"/>
                </a:lnTo>
                <a:lnTo>
                  <a:pt x="860473" y="2178447"/>
                </a:lnTo>
                <a:lnTo>
                  <a:pt x="738225" y="2273074"/>
                </a:lnTo>
                <a:lnTo>
                  <a:pt x="373056" y="1995500"/>
                </a:lnTo>
                <a:lnTo>
                  <a:pt x="732704" y="1716349"/>
                </a:lnTo>
                <a:close/>
                <a:moveTo>
                  <a:pt x="1480393" y="1355976"/>
                </a:moveTo>
                <a:lnTo>
                  <a:pt x="1480393" y="1702944"/>
                </a:lnTo>
                <a:lnTo>
                  <a:pt x="1391269" y="1771549"/>
                </a:lnTo>
                <a:lnTo>
                  <a:pt x="1399156" y="1781800"/>
                </a:lnTo>
                <a:lnTo>
                  <a:pt x="1483547" y="1716349"/>
                </a:lnTo>
                <a:lnTo>
                  <a:pt x="1848716" y="1993923"/>
                </a:lnTo>
                <a:lnTo>
                  <a:pt x="1658639" y="2141384"/>
                </a:lnTo>
                <a:lnTo>
                  <a:pt x="1489068" y="2273074"/>
                </a:lnTo>
                <a:lnTo>
                  <a:pt x="1123900" y="1995500"/>
                </a:lnTo>
                <a:lnTo>
                  <a:pt x="1398368" y="1782588"/>
                </a:lnTo>
                <a:lnTo>
                  <a:pt x="1390481" y="1771549"/>
                </a:lnTo>
                <a:lnTo>
                  <a:pt x="1118379" y="1982883"/>
                </a:lnTo>
                <a:lnTo>
                  <a:pt x="1118379" y="1636704"/>
                </a:lnTo>
                <a:lnTo>
                  <a:pt x="1230374" y="1549963"/>
                </a:lnTo>
                <a:lnTo>
                  <a:pt x="1480393" y="1355976"/>
                </a:lnTo>
                <a:close/>
                <a:moveTo>
                  <a:pt x="1110492" y="1064997"/>
                </a:moveTo>
                <a:lnTo>
                  <a:pt x="1475660" y="1342571"/>
                </a:lnTo>
                <a:lnTo>
                  <a:pt x="1223276" y="1538923"/>
                </a:lnTo>
                <a:lnTo>
                  <a:pt x="1230374" y="1549963"/>
                </a:lnTo>
                <a:lnTo>
                  <a:pt x="1222487" y="1539711"/>
                </a:lnTo>
                <a:lnTo>
                  <a:pt x="1112069" y="1625665"/>
                </a:lnTo>
                <a:lnTo>
                  <a:pt x="746900" y="1348091"/>
                </a:lnTo>
                <a:lnTo>
                  <a:pt x="1110492" y="1064997"/>
                </a:lnTo>
                <a:close/>
                <a:moveTo>
                  <a:pt x="1488280" y="413645"/>
                </a:moveTo>
                <a:lnTo>
                  <a:pt x="1498533" y="421530"/>
                </a:lnTo>
                <a:lnTo>
                  <a:pt x="1853448" y="691218"/>
                </a:lnTo>
                <a:lnTo>
                  <a:pt x="1489068" y="973524"/>
                </a:lnTo>
                <a:lnTo>
                  <a:pt x="1123900" y="695950"/>
                </a:lnTo>
                <a:lnTo>
                  <a:pt x="1488280" y="413645"/>
                </a:lnTo>
                <a:close/>
                <a:moveTo>
                  <a:pt x="1493012" y="117464"/>
                </a:moveTo>
                <a:lnTo>
                  <a:pt x="42118086" y="0"/>
                </a:lnTo>
                <a:lnTo>
                  <a:pt x="42198532" y="7004830"/>
                </a:lnTo>
                <a:lnTo>
                  <a:pt x="843615" y="6975464"/>
                </a:lnTo>
                <a:lnTo>
                  <a:pt x="810785" y="6950504"/>
                </a:lnTo>
                <a:lnTo>
                  <a:pt x="746900" y="6901934"/>
                </a:lnTo>
                <a:lnTo>
                  <a:pt x="746900" y="6547081"/>
                </a:lnTo>
                <a:lnTo>
                  <a:pt x="1019002" y="6335746"/>
                </a:lnTo>
                <a:lnTo>
                  <a:pt x="1012693" y="6323918"/>
                </a:lnTo>
                <a:lnTo>
                  <a:pt x="1019791" y="6334957"/>
                </a:lnTo>
                <a:lnTo>
                  <a:pt x="1110492" y="6264775"/>
                </a:lnTo>
                <a:lnTo>
                  <a:pt x="1489068" y="6553389"/>
                </a:lnTo>
                <a:lnTo>
                  <a:pt x="1870800" y="6257678"/>
                </a:lnTo>
                <a:lnTo>
                  <a:pt x="1870800" y="6139394"/>
                </a:lnTo>
                <a:lnTo>
                  <a:pt x="1857392" y="6144914"/>
                </a:lnTo>
                <a:lnTo>
                  <a:pt x="1857392" y="6251370"/>
                </a:lnTo>
                <a:lnTo>
                  <a:pt x="1495378" y="6531309"/>
                </a:lnTo>
                <a:lnTo>
                  <a:pt x="1495378" y="6185131"/>
                </a:lnTo>
                <a:lnTo>
                  <a:pt x="1857392" y="5904403"/>
                </a:lnTo>
                <a:lnTo>
                  <a:pt x="1857392" y="6144125"/>
                </a:lnTo>
                <a:lnTo>
                  <a:pt x="1870800" y="6138605"/>
                </a:lnTo>
                <a:lnTo>
                  <a:pt x="1870800" y="5887843"/>
                </a:lnTo>
                <a:lnTo>
                  <a:pt x="1739875" y="5788484"/>
                </a:lnTo>
                <a:lnTo>
                  <a:pt x="1497744" y="5604749"/>
                </a:lnTo>
                <a:lnTo>
                  <a:pt x="1497744" y="5424957"/>
                </a:lnTo>
                <a:lnTo>
                  <a:pt x="1484336" y="5427322"/>
                </a:lnTo>
                <a:lnTo>
                  <a:pt x="1484336" y="5598440"/>
                </a:lnTo>
                <a:lnTo>
                  <a:pt x="1122322" y="5879169"/>
                </a:lnTo>
                <a:lnTo>
                  <a:pt x="1122322" y="5532990"/>
                </a:lnTo>
                <a:lnTo>
                  <a:pt x="1292682" y="5400511"/>
                </a:lnTo>
                <a:lnTo>
                  <a:pt x="1285583" y="5390260"/>
                </a:lnTo>
                <a:lnTo>
                  <a:pt x="1116013" y="5521161"/>
                </a:lnTo>
                <a:lnTo>
                  <a:pt x="750844" y="5243588"/>
                </a:lnTo>
                <a:lnTo>
                  <a:pt x="1025312" y="5030676"/>
                </a:lnTo>
                <a:lnTo>
                  <a:pt x="1110492" y="4965225"/>
                </a:lnTo>
                <a:lnTo>
                  <a:pt x="1475660" y="5242799"/>
                </a:lnTo>
                <a:lnTo>
                  <a:pt x="1285583" y="5389472"/>
                </a:lnTo>
                <a:lnTo>
                  <a:pt x="1293470" y="5400511"/>
                </a:lnTo>
                <a:lnTo>
                  <a:pt x="1484336" y="5252262"/>
                </a:lnTo>
                <a:lnTo>
                  <a:pt x="1484336" y="5426534"/>
                </a:lnTo>
                <a:lnTo>
                  <a:pt x="1497744" y="5424168"/>
                </a:lnTo>
                <a:lnTo>
                  <a:pt x="1497744" y="5246742"/>
                </a:lnTo>
                <a:lnTo>
                  <a:pt x="1513518" y="5234125"/>
                </a:lnTo>
                <a:lnTo>
                  <a:pt x="1513518" y="5217565"/>
                </a:lnTo>
                <a:lnTo>
                  <a:pt x="1495378" y="5231759"/>
                </a:lnTo>
                <a:lnTo>
                  <a:pt x="1495378" y="4885580"/>
                </a:lnTo>
                <a:lnTo>
                  <a:pt x="1513518" y="4871386"/>
                </a:lnTo>
                <a:lnTo>
                  <a:pt x="1513518" y="4854826"/>
                </a:lnTo>
                <a:lnTo>
                  <a:pt x="1489068" y="4873752"/>
                </a:lnTo>
                <a:lnTo>
                  <a:pt x="1123900" y="4596178"/>
                </a:lnTo>
                <a:lnTo>
                  <a:pt x="1488280" y="4313873"/>
                </a:lnTo>
                <a:lnTo>
                  <a:pt x="1853448" y="4591447"/>
                </a:lnTo>
                <a:lnTo>
                  <a:pt x="1514307" y="4854826"/>
                </a:lnTo>
                <a:lnTo>
                  <a:pt x="1514307" y="4870598"/>
                </a:lnTo>
                <a:lnTo>
                  <a:pt x="1857392" y="4604852"/>
                </a:lnTo>
                <a:lnTo>
                  <a:pt x="1857392" y="4951031"/>
                </a:lnTo>
                <a:lnTo>
                  <a:pt x="1514307" y="5217565"/>
                </a:lnTo>
                <a:lnTo>
                  <a:pt x="1514307" y="5234125"/>
                </a:lnTo>
                <a:lnTo>
                  <a:pt x="1870800" y="4957339"/>
                </a:lnTo>
                <a:lnTo>
                  <a:pt x="1870800" y="4588292"/>
                </a:lnTo>
                <a:lnTo>
                  <a:pt x="1497744" y="4304410"/>
                </a:lnTo>
                <a:lnTo>
                  <a:pt x="1497744" y="3956654"/>
                </a:lnTo>
                <a:lnTo>
                  <a:pt x="1484336" y="3966905"/>
                </a:lnTo>
                <a:lnTo>
                  <a:pt x="1484336" y="4299679"/>
                </a:lnTo>
                <a:lnTo>
                  <a:pt x="1122322" y="4579618"/>
                </a:lnTo>
                <a:lnTo>
                  <a:pt x="1122322" y="4233439"/>
                </a:lnTo>
                <a:lnTo>
                  <a:pt x="1484336" y="3952712"/>
                </a:lnTo>
                <a:lnTo>
                  <a:pt x="1484336" y="3966117"/>
                </a:lnTo>
                <a:lnTo>
                  <a:pt x="1497744" y="3955866"/>
                </a:lnTo>
                <a:lnTo>
                  <a:pt x="1497744" y="3936152"/>
                </a:lnTo>
                <a:lnTo>
                  <a:pt x="1136519" y="3661732"/>
                </a:lnTo>
                <a:lnTo>
                  <a:pt x="1125477" y="3669618"/>
                </a:lnTo>
                <a:lnTo>
                  <a:pt x="1135730" y="3660943"/>
                </a:lnTo>
                <a:lnTo>
                  <a:pt x="1119956" y="3649115"/>
                </a:lnTo>
                <a:lnTo>
                  <a:pt x="1119956" y="3637286"/>
                </a:lnTo>
                <a:lnTo>
                  <a:pt x="1106548" y="3637286"/>
                </a:lnTo>
                <a:lnTo>
                  <a:pt x="1106548" y="3649903"/>
                </a:lnTo>
                <a:lnTo>
                  <a:pt x="744534" y="3929843"/>
                </a:lnTo>
                <a:lnTo>
                  <a:pt x="744534" y="3612841"/>
                </a:lnTo>
                <a:lnTo>
                  <a:pt x="744534" y="3584453"/>
                </a:lnTo>
                <a:lnTo>
                  <a:pt x="1106548" y="3303725"/>
                </a:lnTo>
                <a:lnTo>
                  <a:pt x="1106548" y="3617573"/>
                </a:lnTo>
                <a:lnTo>
                  <a:pt x="1106548" y="3636498"/>
                </a:lnTo>
                <a:lnTo>
                  <a:pt x="1119956" y="3636498"/>
                </a:lnTo>
                <a:lnTo>
                  <a:pt x="1119956" y="3298205"/>
                </a:lnTo>
                <a:lnTo>
                  <a:pt x="1392847" y="3086870"/>
                </a:lnTo>
                <a:lnTo>
                  <a:pt x="1483547" y="3016688"/>
                </a:lnTo>
                <a:lnTo>
                  <a:pt x="1862913" y="3304513"/>
                </a:lnTo>
                <a:lnTo>
                  <a:pt x="2243855" y="3008803"/>
                </a:lnTo>
                <a:lnTo>
                  <a:pt x="2243855" y="2891307"/>
                </a:lnTo>
                <a:lnTo>
                  <a:pt x="2231236" y="2896827"/>
                </a:lnTo>
                <a:lnTo>
                  <a:pt x="2231236" y="3002494"/>
                </a:lnTo>
                <a:lnTo>
                  <a:pt x="1869222" y="3283222"/>
                </a:lnTo>
                <a:lnTo>
                  <a:pt x="1869222" y="2937043"/>
                </a:lnTo>
                <a:lnTo>
                  <a:pt x="2231236" y="2656315"/>
                </a:lnTo>
                <a:lnTo>
                  <a:pt x="2231236" y="2896038"/>
                </a:lnTo>
                <a:lnTo>
                  <a:pt x="2243855" y="2890518"/>
                </a:lnTo>
                <a:lnTo>
                  <a:pt x="2243855" y="2639755"/>
                </a:lnTo>
                <a:lnTo>
                  <a:pt x="2113720" y="2540397"/>
                </a:lnTo>
                <a:lnTo>
                  <a:pt x="2100312" y="2546705"/>
                </a:lnTo>
                <a:lnTo>
                  <a:pt x="2226503" y="2642910"/>
                </a:lnTo>
                <a:lnTo>
                  <a:pt x="1862124" y="2925215"/>
                </a:lnTo>
                <a:lnTo>
                  <a:pt x="1496955" y="2647641"/>
                </a:lnTo>
                <a:lnTo>
                  <a:pt x="1861335" y="2365336"/>
                </a:lnTo>
                <a:lnTo>
                  <a:pt x="2099523" y="2545916"/>
                </a:lnTo>
                <a:lnTo>
                  <a:pt x="2112931" y="2539608"/>
                </a:lnTo>
                <a:lnTo>
                  <a:pt x="1870800" y="2355873"/>
                </a:lnTo>
                <a:lnTo>
                  <a:pt x="1870800" y="2176869"/>
                </a:lnTo>
                <a:lnTo>
                  <a:pt x="1857392" y="2178447"/>
                </a:lnTo>
                <a:lnTo>
                  <a:pt x="1857392" y="2350353"/>
                </a:lnTo>
                <a:lnTo>
                  <a:pt x="1496167" y="2631081"/>
                </a:lnTo>
                <a:lnTo>
                  <a:pt x="1496167" y="2284114"/>
                </a:lnTo>
                <a:lnTo>
                  <a:pt x="1666526" y="2152424"/>
                </a:lnTo>
                <a:lnTo>
                  <a:pt x="1658639" y="2141384"/>
                </a:lnTo>
                <a:lnTo>
                  <a:pt x="1666526" y="2151636"/>
                </a:lnTo>
                <a:lnTo>
                  <a:pt x="1857392" y="2003386"/>
                </a:lnTo>
                <a:lnTo>
                  <a:pt x="1857392" y="2177658"/>
                </a:lnTo>
                <a:lnTo>
                  <a:pt x="1870800" y="2176081"/>
                </a:lnTo>
                <a:lnTo>
                  <a:pt x="1870800" y="1998654"/>
                </a:lnTo>
                <a:lnTo>
                  <a:pt x="1886574" y="1986037"/>
                </a:lnTo>
                <a:lnTo>
                  <a:pt x="1886574" y="1969478"/>
                </a:lnTo>
                <a:lnTo>
                  <a:pt x="1869222" y="1982883"/>
                </a:lnTo>
                <a:lnTo>
                  <a:pt x="1869222" y="1636704"/>
                </a:lnTo>
                <a:lnTo>
                  <a:pt x="1886574" y="1623299"/>
                </a:lnTo>
                <a:lnTo>
                  <a:pt x="1886574" y="1606739"/>
                </a:lnTo>
                <a:lnTo>
                  <a:pt x="1862124" y="1625665"/>
                </a:lnTo>
                <a:lnTo>
                  <a:pt x="1496955" y="1348091"/>
                </a:lnTo>
                <a:lnTo>
                  <a:pt x="1861335" y="1064997"/>
                </a:lnTo>
                <a:lnTo>
                  <a:pt x="2226503" y="1342571"/>
                </a:lnTo>
                <a:lnTo>
                  <a:pt x="1887362" y="1605951"/>
                </a:lnTo>
                <a:lnTo>
                  <a:pt x="1887362" y="1622510"/>
                </a:lnTo>
                <a:lnTo>
                  <a:pt x="2231236" y="1355976"/>
                </a:lnTo>
                <a:lnTo>
                  <a:pt x="2231236" y="1702944"/>
                </a:lnTo>
                <a:lnTo>
                  <a:pt x="1887362" y="1968689"/>
                </a:lnTo>
                <a:lnTo>
                  <a:pt x="1887362" y="1985249"/>
                </a:lnTo>
                <a:lnTo>
                  <a:pt x="2243855" y="1709252"/>
                </a:lnTo>
                <a:lnTo>
                  <a:pt x="2243855" y="1339416"/>
                </a:lnTo>
                <a:lnTo>
                  <a:pt x="1870800" y="1056323"/>
                </a:lnTo>
                <a:lnTo>
                  <a:pt x="1870800" y="707778"/>
                </a:lnTo>
                <a:lnTo>
                  <a:pt x="1857392" y="718030"/>
                </a:lnTo>
                <a:lnTo>
                  <a:pt x="1857392" y="1050803"/>
                </a:lnTo>
                <a:lnTo>
                  <a:pt x="1496167" y="1331531"/>
                </a:lnTo>
                <a:lnTo>
                  <a:pt x="1496167" y="985352"/>
                </a:lnTo>
                <a:lnTo>
                  <a:pt x="1857392" y="704624"/>
                </a:lnTo>
                <a:lnTo>
                  <a:pt x="1857392" y="717241"/>
                </a:lnTo>
                <a:lnTo>
                  <a:pt x="1870800" y="706990"/>
                </a:lnTo>
                <a:lnTo>
                  <a:pt x="1870800" y="688064"/>
                </a:lnTo>
                <a:lnTo>
                  <a:pt x="1509574" y="412856"/>
                </a:lnTo>
                <a:lnTo>
                  <a:pt x="1498533" y="421530"/>
                </a:lnTo>
                <a:lnTo>
                  <a:pt x="1508786" y="412856"/>
                </a:lnTo>
                <a:lnTo>
                  <a:pt x="1493012" y="401028"/>
                </a:lnTo>
                <a:lnTo>
                  <a:pt x="1493012" y="119417"/>
                </a:lnTo>
                <a:lnTo>
                  <a:pt x="1493012" y="117464"/>
                </a:lnTo>
                <a:close/>
                <a:moveTo>
                  <a:pt x="1398859" y="117464"/>
                </a:moveTo>
                <a:lnTo>
                  <a:pt x="1480393" y="117464"/>
                </a:lnTo>
                <a:lnTo>
                  <a:pt x="1480393" y="201868"/>
                </a:lnTo>
                <a:lnTo>
                  <a:pt x="1480393" y="401028"/>
                </a:lnTo>
                <a:lnTo>
                  <a:pt x="1118379" y="681756"/>
                </a:lnTo>
                <a:lnTo>
                  <a:pt x="1118379" y="335577"/>
                </a:lnTo>
                <a:lnTo>
                  <a:pt x="1379242" y="132719"/>
                </a:lnTo>
                <a:lnTo>
                  <a:pt x="1398859" y="117464"/>
                </a:lnTo>
                <a:close/>
                <a:moveTo>
                  <a:pt x="840168" y="117464"/>
                </a:moveTo>
                <a:lnTo>
                  <a:pt x="1377550" y="117464"/>
                </a:lnTo>
                <a:lnTo>
                  <a:pt x="1301753" y="176360"/>
                </a:lnTo>
                <a:lnTo>
                  <a:pt x="1112069" y="323748"/>
                </a:lnTo>
                <a:lnTo>
                  <a:pt x="857417" y="130551"/>
                </a:lnTo>
                <a:lnTo>
                  <a:pt x="840168" y="1174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AF0AE2-7DAE-3EB0-5E60-D2EFCEC2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73889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2F98917-083E-F98C-816F-48F1437B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465967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 seul</a:t>
            </a:r>
          </a:p>
        </p:txBody>
      </p:sp>
      <p:pic>
        <p:nvPicPr>
          <p:cNvPr id="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C593314-5853-721D-C381-C5C6DA55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933465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C14385-C06C-03C8-FC0B-6EDE0E29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925030-DB19-61B7-32BA-FFFFADD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4369A-A294-0F2F-E84F-D0990A22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61E88D-94E7-20B9-0926-4E18EFBC1BA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Vide</a:t>
            </a:r>
          </a:p>
        </p:txBody>
      </p:sp>
      <p:pic>
        <p:nvPicPr>
          <p:cNvPr id="7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987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51A86F0-4870-165D-E01B-6415309E1300}"/>
              </a:ext>
            </a:extLst>
          </p:cNvPr>
          <p:cNvSpPr/>
          <p:nvPr userDrawn="1"/>
        </p:nvSpPr>
        <p:spPr>
          <a:xfrm>
            <a:off x="11460163" y="0"/>
            <a:ext cx="73183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Intervenants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EE9D7CE3-0338-EF86-9151-9AA39188D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7E242CEA-B629-6061-3336-B00B5B036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7251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13577D77-6A07-A133-9442-B0E04B740B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7017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7647BCFB-4928-920C-2E15-C8AE4C72EB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7134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7368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28" name="図プレースホルダー 9">
            <a:extLst>
              <a:ext uri="{FF2B5EF4-FFF2-40B4-BE49-F238E27FC236}">
                <a16:creationId xmlns:a16="http://schemas.microsoft.com/office/drawing/2014/main" id="{6BF72028-41E2-619A-D233-341EEFEC50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27251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0" name="図プレースホルダー 9">
            <a:extLst>
              <a:ext uri="{FF2B5EF4-FFF2-40B4-BE49-F238E27FC236}">
                <a16:creationId xmlns:a16="http://schemas.microsoft.com/office/drawing/2014/main" id="{74AA3498-C08C-43F4-B6BB-AE8E3CC9E9C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67017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2" name="図プレースホルダー 9">
            <a:extLst>
              <a:ext uri="{FF2B5EF4-FFF2-40B4-BE49-F238E27FC236}">
                <a16:creationId xmlns:a16="http://schemas.microsoft.com/office/drawing/2014/main" id="{1DC76755-C8C6-A984-C78A-E29A74AAF2E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47134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Vous pouvez supprimer autant de blocs d’intervenant que vous le souhaitez</a:t>
            </a:r>
          </a:p>
        </p:txBody>
      </p:sp>
      <p:pic>
        <p:nvPicPr>
          <p:cNvPr id="1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16D91DA-45B8-FD04-3A3A-E545BB21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479390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 /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53AF1D4-4843-AF3F-A326-45F38F216CA0}"/>
              </a:ext>
            </a:extLst>
          </p:cNvPr>
          <p:cNvSpPr/>
          <p:nvPr userDrawn="1"/>
        </p:nvSpPr>
        <p:spPr>
          <a:xfrm>
            <a:off x="7199086" y="0"/>
            <a:ext cx="49929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Intervenant / CV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Vous pouvez supprimer autant de blocs d’intervenant que vous le souhaitez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3AE77C0A-ACF9-C7EB-2F0B-D711439266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67100" y="1541463"/>
            <a:ext cx="7993063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0" i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Fonction/titre</a:t>
            </a:r>
          </a:p>
        </p:txBody>
      </p:sp>
      <p:sp>
        <p:nvSpPr>
          <p:cNvPr id="15" name="Espace réservé du texte 20">
            <a:extLst>
              <a:ext uri="{FF2B5EF4-FFF2-40B4-BE49-F238E27FC236}">
                <a16:creationId xmlns:a16="http://schemas.microsoft.com/office/drawing/2014/main" id="{BC7575DE-FB39-1529-3362-6DDB6F59C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7100" y="2413000"/>
            <a:ext cx="7993063" cy="35004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2468" y="1457845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09A53DC-AB4B-EC82-92B3-B8B715CD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60213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Citation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:Pour fermer les guillemets de fin de citation ajoutez 2 apostrophes à la fin de votre texte (touche [4] du clavier)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409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Citation Bleu foncé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“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:Pour fermer les guillemets de fin de citation ajoutez 2 apostrophes à la fin de votre texte (touche [4] du clavier)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CD1C80FF-3EC2-C65E-39A3-3D5B556D3A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DD99EE02-4A21-0C84-48D4-82F813D3C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24920346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c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Citation claire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500" b="0" i="0" u="none" strike="noStrike" kern="1200" cap="none" spc="0" normalizeH="0" baseline="0" noProof="0" dirty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“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:Pour fermer les guillemets de fin de citation ajoutez 2 apostrophes à la fin de votre texte (touche [4] du clavier)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30F834B-23C4-8EC1-2C21-5E1E110A7B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A31F7F2B-1941-1250-D680-FD079465E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37615176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Citation Gris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“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:Pour fermer les guillemets de fin de citation ajoutez 2 apostrophes à la fin de votre texte (touche [4] du clavier)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5E9AB1AA-33F6-3FFD-8F1A-9BB4B728DF3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25933394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75131BF9-1179-4373-984B-3BA3810DA921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D7E0A0-6204-A96D-17C4-F1F3019C9994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1" name="Logo CEA">
              <a:extLst>
                <a:ext uri="{FF2B5EF4-FFF2-40B4-BE49-F238E27FC236}">
                  <a16:creationId xmlns:a16="http://schemas.microsoft.com/office/drawing/2014/main" id="{925ECDAD-C79A-E959-8415-90319293CF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4C4230D1-9E7A-4F15-722D-49C58B4ED7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257896 w 12192000"/>
              <a:gd name="connsiteY0" fmla="*/ 6343650 h 6858000"/>
              <a:gd name="connsiteX1" fmla="*/ 257896 w 12192000"/>
              <a:gd name="connsiteY1" fmla="*/ 6707250 h 6858000"/>
              <a:gd name="connsiteX2" fmla="*/ 621496 w 12192000"/>
              <a:gd name="connsiteY2" fmla="*/ 6707250 h 6858000"/>
              <a:gd name="connsiteX3" fmla="*/ 621496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6" y="6343650"/>
                </a:moveTo>
                <a:lnTo>
                  <a:pt x="257896" y="6707250"/>
                </a:lnTo>
                <a:lnTo>
                  <a:pt x="621496" y="6707250"/>
                </a:lnTo>
                <a:lnTo>
                  <a:pt x="621496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8" y="4702629"/>
            <a:ext cx="8323941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Visuel citation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8" y="1714500"/>
            <a:ext cx="8323941" cy="2857500"/>
          </a:xfrm>
        </p:spPr>
        <p:txBody>
          <a:bodyPr tIns="468000" anchor="b">
            <a:normAutofit/>
          </a:bodyPr>
          <a:lstStyle>
            <a:lvl1pPr marL="571500" indent="-571500">
              <a:buSzPct val="200000"/>
              <a:buFont typeface="Arial Black" panose="020B0A04020102020204" pitchFamily="34" charset="0"/>
              <a:buChar char="“"/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:Pour fermer les guillemets de fin de citation ajoutez 2 apostrophes à la fin de votre texte (touche [4] du clavier)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:Après avoir insérez votre image, adaptez si besoin la couleur du texte en fonction de celle-ci</a:t>
            </a:r>
          </a:p>
        </p:txBody>
      </p:sp>
    </p:spTree>
    <p:extLst>
      <p:ext uri="{BB962C8B-B14F-4D97-AF65-F5344CB8AC3E}">
        <p14:creationId xmlns:p14="http://schemas.microsoft.com/office/powerpoint/2010/main" val="6434044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74F437C1-0C37-DF8E-EF64-2BA107BEFB2F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AF48E4-0EE8-3CC7-27AA-1591F5F46EA9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3" name="Logo CEA">
              <a:extLst>
                <a:ext uri="{FF2B5EF4-FFF2-40B4-BE49-F238E27FC236}">
                  <a16:creationId xmlns:a16="http://schemas.microsoft.com/office/drawing/2014/main" id="{DFA7C964-126E-3D36-7408-04B6C0889C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C5DB15CE-1737-19C7-773E-184AB58648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Visuel pleine page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6855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E2FB537C-FD4D-0AEC-C133-0DAF4636E2B9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6ABDD6-A390-2C6E-2047-D4A9A9710027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7" name="Logo CEA">
              <a:extLst>
                <a:ext uri="{FF2B5EF4-FFF2-40B4-BE49-F238E27FC236}">
                  <a16:creationId xmlns:a16="http://schemas.microsoft.com/office/drawing/2014/main" id="{B331915A-1A76-4EF6-2A1C-75D200A8FE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B2888C6-4081-3327-01C0-D9EA23523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260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Visuel pleine page + texte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DB704B1-C9AF-2DEE-2915-BA6F9894D5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77" y="1640114"/>
            <a:ext cx="11573522" cy="3439886"/>
          </a:xfrm>
          <a:custGeom>
            <a:avLst/>
            <a:gdLst>
              <a:gd name="connsiteX0" fmla="*/ 388580 w 11573522"/>
              <a:gd name="connsiteY0" fmla="*/ 2811978 h 3439886"/>
              <a:gd name="connsiteX1" fmla="*/ 266084 w 11573522"/>
              <a:gd name="connsiteY1" fmla="*/ 2905253 h 3439886"/>
              <a:gd name="connsiteX2" fmla="*/ 200780 w 11573522"/>
              <a:gd name="connsiteY2" fmla="*/ 2954731 h 3439886"/>
              <a:gd name="connsiteX3" fmla="*/ 388175 w 11573522"/>
              <a:gd name="connsiteY3" fmla="*/ 3100322 h 3439886"/>
              <a:gd name="connsiteX4" fmla="*/ 575977 w 11573522"/>
              <a:gd name="connsiteY4" fmla="*/ 2957569 h 3439886"/>
              <a:gd name="connsiteX5" fmla="*/ 388580 w 11573522"/>
              <a:gd name="connsiteY5" fmla="*/ 2811978 h 3439886"/>
              <a:gd name="connsiteX6" fmla="*/ 386147 w 11573522"/>
              <a:gd name="connsiteY6" fmla="*/ 0 h 3439886"/>
              <a:gd name="connsiteX7" fmla="*/ 392637 w 11573522"/>
              <a:gd name="connsiteY7" fmla="*/ 0 h 3439886"/>
              <a:gd name="connsiteX8" fmla="*/ 392637 w 11573522"/>
              <a:gd name="connsiteY8" fmla="*/ 28893 h 3439886"/>
              <a:gd name="connsiteX9" fmla="*/ 392637 w 11573522"/>
              <a:gd name="connsiteY9" fmla="*/ 131318 h 3439886"/>
              <a:gd name="connsiteX10" fmla="*/ 578816 w 11573522"/>
              <a:gd name="connsiteY10" fmla="*/ 275693 h 3439886"/>
              <a:gd name="connsiteX11" fmla="*/ 578816 w 11573522"/>
              <a:gd name="connsiteY11" fmla="*/ 97658 h 3439886"/>
              <a:gd name="connsiteX12" fmla="*/ 462924 w 11573522"/>
              <a:gd name="connsiteY12" fmla="*/ 7536 h 3439886"/>
              <a:gd name="connsiteX13" fmla="*/ 453234 w 11573522"/>
              <a:gd name="connsiteY13" fmla="*/ 0 h 3439886"/>
              <a:gd name="connsiteX14" fmla="*/ 464209 w 11573522"/>
              <a:gd name="connsiteY14" fmla="*/ 0 h 3439886"/>
              <a:gd name="connsiteX15" fmla="*/ 484510 w 11573522"/>
              <a:gd name="connsiteY15" fmla="*/ 15775 h 3439886"/>
              <a:gd name="connsiteX16" fmla="*/ 582061 w 11573522"/>
              <a:gd name="connsiteY16" fmla="*/ 91574 h 3439886"/>
              <a:gd name="connsiteX17" fmla="*/ 695192 w 11573522"/>
              <a:gd name="connsiteY17" fmla="*/ 5744 h 3439886"/>
              <a:gd name="connsiteX18" fmla="*/ 702764 w 11573522"/>
              <a:gd name="connsiteY18" fmla="*/ 0 h 3439886"/>
              <a:gd name="connsiteX19" fmla="*/ 2758098 w 11573522"/>
              <a:gd name="connsiteY19" fmla="*/ 0 h 3439886"/>
              <a:gd name="connsiteX20" fmla="*/ 2764588 w 11573522"/>
              <a:gd name="connsiteY20" fmla="*/ 0 h 3439886"/>
              <a:gd name="connsiteX21" fmla="*/ 2825185 w 11573522"/>
              <a:gd name="connsiteY21" fmla="*/ 0 h 3439886"/>
              <a:gd name="connsiteX22" fmla="*/ 2836160 w 11573522"/>
              <a:gd name="connsiteY22" fmla="*/ 0 h 3439886"/>
              <a:gd name="connsiteX23" fmla="*/ 3074715 w 11573522"/>
              <a:gd name="connsiteY23" fmla="*/ 0 h 3439886"/>
              <a:gd name="connsiteX24" fmla="*/ 9201571 w 11573522"/>
              <a:gd name="connsiteY24" fmla="*/ 0 h 3439886"/>
              <a:gd name="connsiteX25" fmla="*/ 11573522 w 11573522"/>
              <a:gd name="connsiteY25" fmla="*/ 0 h 3439886"/>
              <a:gd name="connsiteX26" fmla="*/ 11573522 w 11573522"/>
              <a:gd name="connsiteY26" fmla="*/ 3439886 h 3439886"/>
              <a:gd name="connsiteX27" fmla="*/ 962936 w 11573522"/>
              <a:gd name="connsiteY27" fmla="*/ 3439886 h 3439886"/>
              <a:gd name="connsiteX28" fmla="*/ 962936 w 11573522"/>
              <a:gd name="connsiteY28" fmla="*/ 3439632 h 3439886"/>
              <a:gd name="connsiteX29" fmla="*/ 962936 w 11573522"/>
              <a:gd name="connsiteY29" fmla="*/ 3438953 h 3439886"/>
              <a:gd name="connsiteX30" fmla="*/ 776757 w 11573522"/>
              <a:gd name="connsiteY30" fmla="*/ 3294579 h 3439886"/>
              <a:gd name="connsiteX31" fmla="*/ 776757 w 11573522"/>
              <a:gd name="connsiteY31" fmla="*/ 3429148 h 3439886"/>
              <a:gd name="connsiteX32" fmla="*/ 776757 w 11573522"/>
              <a:gd name="connsiteY32" fmla="*/ 3439886 h 3439886"/>
              <a:gd name="connsiteX33" fmla="*/ 769862 w 11573522"/>
              <a:gd name="connsiteY33" fmla="*/ 3439886 h 3439886"/>
              <a:gd name="connsiteX34" fmla="*/ 769862 w 11573522"/>
              <a:gd name="connsiteY34" fmla="*/ 3414403 h 3439886"/>
              <a:gd name="connsiteX35" fmla="*/ 769862 w 11573522"/>
              <a:gd name="connsiteY35" fmla="*/ 3292145 h 3439886"/>
              <a:gd name="connsiteX36" fmla="*/ 629924 w 11573522"/>
              <a:gd name="connsiteY36" fmla="*/ 3183458 h 3439886"/>
              <a:gd name="connsiteX37" fmla="*/ 633168 w 11573522"/>
              <a:gd name="connsiteY37" fmla="*/ 3177375 h 3439886"/>
              <a:gd name="connsiteX38" fmla="*/ 771079 w 11573522"/>
              <a:gd name="connsiteY38" fmla="*/ 3284034 h 3439886"/>
              <a:gd name="connsiteX39" fmla="*/ 771079 w 11573522"/>
              <a:gd name="connsiteY39" fmla="*/ 3105999 h 3439886"/>
              <a:gd name="connsiteX40" fmla="*/ 704963 w 11573522"/>
              <a:gd name="connsiteY40" fmla="*/ 3054900 h 3439886"/>
              <a:gd name="connsiteX41" fmla="*/ 708614 w 11573522"/>
              <a:gd name="connsiteY41" fmla="*/ 3049222 h 3439886"/>
              <a:gd name="connsiteX42" fmla="*/ 774323 w 11573522"/>
              <a:gd name="connsiteY42" fmla="*/ 3100322 h 3439886"/>
              <a:gd name="connsiteX43" fmla="*/ 962125 w 11573522"/>
              <a:gd name="connsiteY43" fmla="*/ 2957569 h 3439886"/>
              <a:gd name="connsiteX44" fmla="*/ 824621 w 11573522"/>
              <a:gd name="connsiteY44" fmla="*/ 2850911 h 3439886"/>
              <a:gd name="connsiteX45" fmla="*/ 828271 w 11573522"/>
              <a:gd name="connsiteY45" fmla="*/ 2844422 h 3439886"/>
              <a:gd name="connsiteX46" fmla="*/ 962936 w 11573522"/>
              <a:gd name="connsiteY46" fmla="*/ 2948647 h 3439886"/>
              <a:gd name="connsiteX47" fmla="*/ 962936 w 11573522"/>
              <a:gd name="connsiteY47" fmla="*/ 2770612 h 3439886"/>
              <a:gd name="connsiteX48" fmla="*/ 900065 w 11573522"/>
              <a:gd name="connsiteY48" fmla="*/ 2721947 h 3439886"/>
              <a:gd name="connsiteX49" fmla="*/ 903716 w 11573522"/>
              <a:gd name="connsiteY49" fmla="*/ 2715864 h 3439886"/>
              <a:gd name="connsiteX50" fmla="*/ 966181 w 11573522"/>
              <a:gd name="connsiteY50" fmla="*/ 2764529 h 3439886"/>
              <a:gd name="connsiteX51" fmla="*/ 1153982 w 11573522"/>
              <a:gd name="connsiteY51" fmla="*/ 2621777 h 3439886"/>
              <a:gd name="connsiteX52" fmla="*/ 969021 w 11573522"/>
              <a:gd name="connsiteY52" fmla="*/ 2478619 h 3439886"/>
              <a:gd name="connsiteX53" fmla="*/ 781219 w 11573522"/>
              <a:gd name="connsiteY53" fmla="*/ 2621371 h 3439886"/>
              <a:gd name="connsiteX54" fmla="*/ 903310 w 11573522"/>
              <a:gd name="connsiteY54" fmla="*/ 2715864 h 3439886"/>
              <a:gd name="connsiteX55" fmla="*/ 900065 w 11573522"/>
              <a:gd name="connsiteY55" fmla="*/ 2721542 h 3439886"/>
              <a:gd name="connsiteX56" fmla="*/ 776757 w 11573522"/>
              <a:gd name="connsiteY56" fmla="*/ 2626238 h 3439886"/>
              <a:gd name="connsiteX57" fmla="*/ 776757 w 11573522"/>
              <a:gd name="connsiteY57" fmla="*/ 2804273 h 3439886"/>
              <a:gd name="connsiteX58" fmla="*/ 828271 w 11573522"/>
              <a:gd name="connsiteY58" fmla="*/ 2844017 h 3439886"/>
              <a:gd name="connsiteX59" fmla="*/ 824215 w 11573522"/>
              <a:gd name="connsiteY59" fmla="*/ 2850506 h 3439886"/>
              <a:gd name="connsiteX60" fmla="*/ 774729 w 11573522"/>
              <a:gd name="connsiteY60" fmla="*/ 2811978 h 3439886"/>
              <a:gd name="connsiteX61" fmla="*/ 586928 w 11573522"/>
              <a:gd name="connsiteY61" fmla="*/ 2954731 h 3439886"/>
              <a:gd name="connsiteX62" fmla="*/ 708208 w 11573522"/>
              <a:gd name="connsiteY62" fmla="*/ 3048817 h 3439886"/>
              <a:gd name="connsiteX63" fmla="*/ 704963 w 11573522"/>
              <a:gd name="connsiteY63" fmla="*/ 3054900 h 3439886"/>
              <a:gd name="connsiteX64" fmla="*/ 584900 w 11573522"/>
              <a:gd name="connsiteY64" fmla="*/ 2961625 h 3439886"/>
              <a:gd name="connsiteX65" fmla="*/ 584900 w 11573522"/>
              <a:gd name="connsiteY65" fmla="*/ 3140065 h 3439886"/>
              <a:gd name="connsiteX66" fmla="*/ 633168 w 11573522"/>
              <a:gd name="connsiteY66" fmla="*/ 3177375 h 3439886"/>
              <a:gd name="connsiteX67" fmla="*/ 629518 w 11573522"/>
              <a:gd name="connsiteY67" fmla="*/ 3183052 h 3439886"/>
              <a:gd name="connsiteX68" fmla="*/ 582872 w 11573522"/>
              <a:gd name="connsiteY68" fmla="*/ 3146960 h 3439886"/>
              <a:gd name="connsiteX69" fmla="*/ 388175 w 11573522"/>
              <a:gd name="connsiteY69" fmla="*/ 3295390 h 3439886"/>
              <a:gd name="connsiteX70" fmla="*/ 191856 w 11573522"/>
              <a:gd name="connsiteY70" fmla="*/ 3143310 h 3439886"/>
              <a:gd name="connsiteX71" fmla="*/ 191856 w 11573522"/>
              <a:gd name="connsiteY71" fmla="*/ 3082477 h 3439886"/>
              <a:gd name="connsiteX72" fmla="*/ 198752 w 11573522"/>
              <a:gd name="connsiteY72" fmla="*/ 3085316 h 3439886"/>
              <a:gd name="connsiteX73" fmla="*/ 198752 w 11573522"/>
              <a:gd name="connsiteY73" fmla="*/ 3140065 h 3439886"/>
              <a:gd name="connsiteX74" fmla="*/ 384930 w 11573522"/>
              <a:gd name="connsiteY74" fmla="*/ 3284034 h 3439886"/>
              <a:gd name="connsiteX75" fmla="*/ 384930 w 11573522"/>
              <a:gd name="connsiteY75" fmla="*/ 3105999 h 3439886"/>
              <a:gd name="connsiteX76" fmla="*/ 198752 w 11573522"/>
              <a:gd name="connsiteY76" fmla="*/ 2961625 h 3439886"/>
              <a:gd name="connsiteX77" fmla="*/ 198752 w 11573522"/>
              <a:gd name="connsiteY77" fmla="*/ 3084911 h 3439886"/>
              <a:gd name="connsiteX78" fmla="*/ 191856 w 11573522"/>
              <a:gd name="connsiteY78" fmla="*/ 3082072 h 3439886"/>
              <a:gd name="connsiteX79" fmla="*/ 191856 w 11573522"/>
              <a:gd name="connsiteY79" fmla="*/ 2953108 h 3439886"/>
              <a:gd name="connsiteX80" fmla="*/ 259189 w 11573522"/>
              <a:gd name="connsiteY80" fmla="*/ 2902009 h 3439886"/>
              <a:gd name="connsiteX81" fmla="*/ 383713 w 11573522"/>
              <a:gd name="connsiteY81" fmla="*/ 2807517 h 3439886"/>
              <a:gd name="connsiteX82" fmla="*/ 383713 w 11573522"/>
              <a:gd name="connsiteY82" fmla="*/ 2715053 h 3439886"/>
              <a:gd name="connsiteX83" fmla="*/ 390609 w 11573522"/>
              <a:gd name="connsiteY83" fmla="*/ 2716269 h 3439886"/>
              <a:gd name="connsiteX84" fmla="*/ 390609 w 11573522"/>
              <a:gd name="connsiteY84" fmla="*/ 2804273 h 3439886"/>
              <a:gd name="connsiteX85" fmla="*/ 576788 w 11573522"/>
              <a:gd name="connsiteY85" fmla="*/ 2948647 h 3439886"/>
              <a:gd name="connsiteX86" fmla="*/ 576788 w 11573522"/>
              <a:gd name="connsiteY86" fmla="*/ 2770612 h 3439886"/>
              <a:gd name="connsiteX87" fmla="*/ 489174 w 11573522"/>
              <a:gd name="connsiteY87" fmla="*/ 2702481 h 3439886"/>
              <a:gd name="connsiteX88" fmla="*/ 492825 w 11573522"/>
              <a:gd name="connsiteY88" fmla="*/ 2697209 h 3439886"/>
              <a:gd name="connsiteX89" fmla="*/ 580033 w 11573522"/>
              <a:gd name="connsiteY89" fmla="*/ 2764529 h 3439886"/>
              <a:gd name="connsiteX90" fmla="*/ 767834 w 11573522"/>
              <a:gd name="connsiteY90" fmla="*/ 2621777 h 3439886"/>
              <a:gd name="connsiteX91" fmla="*/ 626679 w 11573522"/>
              <a:gd name="connsiteY91" fmla="*/ 2512280 h 3439886"/>
              <a:gd name="connsiteX92" fmla="*/ 630735 w 11573522"/>
              <a:gd name="connsiteY92" fmla="*/ 2507007 h 3439886"/>
              <a:gd name="connsiteX93" fmla="*/ 771079 w 11573522"/>
              <a:gd name="connsiteY93" fmla="*/ 2615693 h 3439886"/>
              <a:gd name="connsiteX94" fmla="*/ 771079 w 11573522"/>
              <a:gd name="connsiteY94" fmla="*/ 2437659 h 3439886"/>
              <a:gd name="connsiteX95" fmla="*/ 713481 w 11573522"/>
              <a:gd name="connsiteY95" fmla="*/ 2392644 h 3439886"/>
              <a:gd name="connsiteX96" fmla="*/ 717131 w 11573522"/>
              <a:gd name="connsiteY96" fmla="*/ 2387372 h 3439886"/>
              <a:gd name="connsiteX97" fmla="*/ 774323 w 11573522"/>
              <a:gd name="connsiteY97" fmla="*/ 2431576 h 3439886"/>
              <a:gd name="connsiteX98" fmla="*/ 962125 w 11573522"/>
              <a:gd name="connsiteY98" fmla="*/ 2288824 h 3439886"/>
              <a:gd name="connsiteX99" fmla="*/ 774729 w 11573522"/>
              <a:gd name="connsiteY99" fmla="*/ 2143638 h 3439886"/>
              <a:gd name="connsiteX100" fmla="*/ 586928 w 11573522"/>
              <a:gd name="connsiteY100" fmla="*/ 2286391 h 3439886"/>
              <a:gd name="connsiteX101" fmla="*/ 717131 w 11573522"/>
              <a:gd name="connsiteY101" fmla="*/ 2387372 h 3439886"/>
              <a:gd name="connsiteX102" fmla="*/ 713075 w 11573522"/>
              <a:gd name="connsiteY102" fmla="*/ 2392644 h 3439886"/>
              <a:gd name="connsiteX103" fmla="*/ 584900 w 11573522"/>
              <a:gd name="connsiteY103" fmla="*/ 2293285 h 3439886"/>
              <a:gd name="connsiteX104" fmla="*/ 584900 w 11573522"/>
              <a:gd name="connsiteY104" fmla="*/ 2471319 h 3439886"/>
              <a:gd name="connsiteX105" fmla="*/ 630329 w 11573522"/>
              <a:gd name="connsiteY105" fmla="*/ 2506602 h 3439886"/>
              <a:gd name="connsiteX106" fmla="*/ 626679 w 11573522"/>
              <a:gd name="connsiteY106" fmla="*/ 2512280 h 3439886"/>
              <a:gd name="connsiteX107" fmla="*/ 582872 w 11573522"/>
              <a:gd name="connsiteY107" fmla="*/ 2478619 h 3439886"/>
              <a:gd name="connsiteX108" fmla="*/ 395071 w 11573522"/>
              <a:gd name="connsiteY108" fmla="*/ 2621371 h 3439886"/>
              <a:gd name="connsiteX109" fmla="*/ 492825 w 11573522"/>
              <a:gd name="connsiteY109" fmla="*/ 2696804 h 3439886"/>
              <a:gd name="connsiteX110" fmla="*/ 488769 w 11573522"/>
              <a:gd name="connsiteY110" fmla="*/ 2702481 h 3439886"/>
              <a:gd name="connsiteX111" fmla="*/ 390609 w 11573522"/>
              <a:gd name="connsiteY111" fmla="*/ 2626238 h 3439886"/>
              <a:gd name="connsiteX112" fmla="*/ 390609 w 11573522"/>
              <a:gd name="connsiteY112" fmla="*/ 2715864 h 3439886"/>
              <a:gd name="connsiteX113" fmla="*/ 383713 w 11573522"/>
              <a:gd name="connsiteY113" fmla="*/ 2714647 h 3439886"/>
              <a:gd name="connsiteX114" fmla="*/ 383713 w 11573522"/>
              <a:gd name="connsiteY114" fmla="*/ 2623399 h 3439886"/>
              <a:gd name="connsiteX115" fmla="*/ 375601 w 11573522"/>
              <a:gd name="connsiteY115" fmla="*/ 2616910 h 3439886"/>
              <a:gd name="connsiteX116" fmla="*/ 375601 w 11573522"/>
              <a:gd name="connsiteY116" fmla="*/ 2608394 h 3439886"/>
              <a:gd name="connsiteX117" fmla="*/ 384930 w 11573522"/>
              <a:gd name="connsiteY117" fmla="*/ 2615693 h 3439886"/>
              <a:gd name="connsiteX118" fmla="*/ 384930 w 11573522"/>
              <a:gd name="connsiteY118" fmla="*/ 2437659 h 3439886"/>
              <a:gd name="connsiteX119" fmla="*/ 375601 w 11573522"/>
              <a:gd name="connsiteY119" fmla="*/ 2430360 h 3439886"/>
              <a:gd name="connsiteX120" fmla="*/ 375601 w 11573522"/>
              <a:gd name="connsiteY120" fmla="*/ 2421843 h 3439886"/>
              <a:gd name="connsiteX121" fmla="*/ 388175 w 11573522"/>
              <a:gd name="connsiteY121" fmla="*/ 2431576 h 3439886"/>
              <a:gd name="connsiteX122" fmla="*/ 575977 w 11573522"/>
              <a:gd name="connsiteY122" fmla="*/ 2288824 h 3439886"/>
              <a:gd name="connsiteX123" fmla="*/ 388580 w 11573522"/>
              <a:gd name="connsiteY123" fmla="*/ 2143638 h 3439886"/>
              <a:gd name="connsiteX124" fmla="*/ 200780 w 11573522"/>
              <a:gd name="connsiteY124" fmla="*/ 2286391 h 3439886"/>
              <a:gd name="connsiteX125" fmla="*/ 375195 w 11573522"/>
              <a:gd name="connsiteY125" fmla="*/ 2421843 h 3439886"/>
              <a:gd name="connsiteX126" fmla="*/ 375195 w 11573522"/>
              <a:gd name="connsiteY126" fmla="*/ 2429954 h 3439886"/>
              <a:gd name="connsiteX127" fmla="*/ 198752 w 11573522"/>
              <a:gd name="connsiteY127" fmla="*/ 2293285 h 3439886"/>
              <a:gd name="connsiteX128" fmla="*/ 198752 w 11573522"/>
              <a:gd name="connsiteY128" fmla="*/ 2471319 h 3439886"/>
              <a:gd name="connsiteX129" fmla="*/ 375195 w 11573522"/>
              <a:gd name="connsiteY129" fmla="*/ 2608394 h 3439886"/>
              <a:gd name="connsiteX130" fmla="*/ 375195 w 11573522"/>
              <a:gd name="connsiteY130" fmla="*/ 2616910 h 3439886"/>
              <a:gd name="connsiteX131" fmla="*/ 191856 w 11573522"/>
              <a:gd name="connsiteY131" fmla="*/ 2474563 h 3439886"/>
              <a:gd name="connsiteX132" fmla="*/ 191856 w 11573522"/>
              <a:gd name="connsiteY132" fmla="*/ 2284768 h 3439886"/>
              <a:gd name="connsiteX133" fmla="*/ 383713 w 11573522"/>
              <a:gd name="connsiteY133" fmla="*/ 2138772 h 3439886"/>
              <a:gd name="connsiteX134" fmla="*/ 383713 w 11573522"/>
              <a:gd name="connsiteY134" fmla="*/ 1959926 h 3439886"/>
              <a:gd name="connsiteX135" fmla="*/ 390609 w 11573522"/>
              <a:gd name="connsiteY135" fmla="*/ 1965198 h 3439886"/>
              <a:gd name="connsiteX136" fmla="*/ 390609 w 11573522"/>
              <a:gd name="connsiteY136" fmla="*/ 2136339 h 3439886"/>
              <a:gd name="connsiteX137" fmla="*/ 576788 w 11573522"/>
              <a:gd name="connsiteY137" fmla="*/ 2280307 h 3439886"/>
              <a:gd name="connsiteX138" fmla="*/ 576788 w 11573522"/>
              <a:gd name="connsiteY138" fmla="*/ 2102272 h 3439886"/>
              <a:gd name="connsiteX139" fmla="*/ 390609 w 11573522"/>
              <a:gd name="connsiteY139" fmla="*/ 1957898 h 3439886"/>
              <a:gd name="connsiteX140" fmla="*/ 390609 w 11573522"/>
              <a:gd name="connsiteY140" fmla="*/ 1964792 h 3439886"/>
              <a:gd name="connsiteX141" fmla="*/ 383713 w 11573522"/>
              <a:gd name="connsiteY141" fmla="*/ 1959520 h 3439886"/>
              <a:gd name="connsiteX142" fmla="*/ 383713 w 11573522"/>
              <a:gd name="connsiteY142" fmla="*/ 1949382 h 3439886"/>
              <a:gd name="connsiteX143" fmla="*/ 569487 w 11573522"/>
              <a:gd name="connsiteY143" fmla="*/ 1808251 h 3439886"/>
              <a:gd name="connsiteX144" fmla="*/ 575166 w 11573522"/>
              <a:gd name="connsiteY144" fmla="*/ 1812307 h 3439886"/>
              <a:gd name="connsiteX145" fmla="*/ 392637 w 11573522"/>
              <a:gd name="connsiteY145" fmla="*/ 1951004 h 3439886"/>
              <a:gd name="connsiteX146" fmla="*/ 580033 w 11573522"/>
              <a:gd name="connsiteY146" fmla="*/ 2096594 h 3439886"/>
              <a:gd name="connsiteX147" fmla="*/ 767834 w 11573522"/>
              <a:gd name="connsiteY147" fmla="*/ 1953437 h 3439886"/>
              <a:gd name="connsiteX148" fmla="*/ 580438 w 11573522"/>
              <a:gd name="connsiteY148" fmla="*/ 1808251 h 3439886"/>
              <a:gd name="connsiteX149" fmla="*/ 575166 w 11573522"/>
              <a:gd name="connsiteY149" fmla="*/ 1812307 h 3439886"/>
              <a:gd name="connsiteX150" fmla="*/ 569893 w 11573522"/>
              <a:gd name="connsiteY150" fmla="*/ 1807846 h 3439886"/>
              <a:gd name="connsiteX151" fmla="*/ 578005 w 11573522"/>
              <a:gd name="connsiteY151" fmla="*/ 1801763 h 3439886"/>
              <a:gd name="connsiteX152" fmla="*/ 578005 w 11573522"/>
              <a:gd name="connsiteY152" fmla="*/ 1795679 h 3439886"/>
              <a:gd name="connsiteX153" fmla="*/ 584900 w 11573522"/>
              <a:gd name="connsiteY153" fmla="*/ 1795679 h 3439886"/>
              <a:gd name="connsiteX154" fmla="*/ 584900 w 11573522"/>
              <a:gd name="connsiteY154" fmla="*/ 1802168 h 3439886"/>
              <a:gd name="connsiteX155" fmla="*/ 771079 w 11573522"/>
              <a:gd name="connsiteY155" fmla="*/ 1946137 h 3439886"/>
              <a:gd name="connsiteX156" fmla="*/ 771079 w 11573522"/>
              <a:gd name="connsiteY156" fmla="*/ 1783107 h 3439886"/>
              <a:gd name="connsiteX157" fmla="*/ 771079 w 11573522"/>
              <a:gd name="connsiteY157" fmla="*/ 1768508 h 3439886"/>
              <a:gd name="connsiteX158" fmla="*/ 584900 w 11573522"/>
              <a:gd name="connsiteY158" fmla="*/ 1624133 h 3439886"/>
              <a:gd name="connsiteX159" fmla="*/ 584900 w 11573522"/>
              <a:gd name="connsiteY159" fmla="*/ 1785541 h 3439886"/>
              <a:gd name="connsiteX160" fmla="*/ 584900 w 11573522"/>
              <a:gd name="connsiteY160" fmla="*/ 1795274 h 3439886"/>
              <a:gd name="connsiteX161" fmla="*/ 578005 w 11573522"/>
              <a:gd name="connsiteY161" fmla="*/ 1795274 h 3439886"/>
              <a:gd name="connsiteX162" fmla="*/ 578005 w 11573522"/>
              <a:gd name="connsiteY162" fmla="*/ 1621294 h 3439886"/>
              <a:gd name="connsiteX163" fmla="*/ 437661 w 11573522"/>
              <a:gd name="connsiteY163" fmla="*/ 1512608 h 3439886"/>
              <a:gd name="connsiteX164" fmla="*/ 441312 w 11573522"/>
              <a:gd name="connsiteY164" fmla="*/ 1506930 h 3439886"/>
              <a:gd name="connsiteX165" fmla="*/ 578816 w 11573522"/>
              <a:gd name="connsiteY165" fmla="*/ 1613589 h 3439886"/>
              <a:gd name="connsiteX166" fmla="*/ 578816 w 11573522"/>
              <a:gd name="connsiteY166" fmla="*/ 1435555 h 3439886"/>
              <a:gd name="connsiteX167" fmla="*/ 513106 w 11573522"/>
              <a:gd name="connsiteY167" fmla="*/ 1384456 h 3439886"/>
              <a:gd name="connsiteX168" fmla="*/ 516350 w 11573522"/>
              <a:gd name="connsiteY168" fmla="*/ 1378372 h 3439886"/>
              <a:gd name="connsiteX169" fmla="*/ 582061 w 11573522"/>
              <a:gd name="connsiteY169" fmla="*/ 1429472 h 3439886"/>
              <a:gd name="connsiteX170" fmla="*/ 769862 w 11573522"/>
              <a:gd name="connsiteY170" fmla="*/ 1286719 h 3439886"/>
              <a:gd name="connsiteX171" fmla="*/ 632763 w 11573522"/>
              <a:gd name="connsiteY171" fmla="*/ 1180060 h 3439886"/>
              <a:gd name="connsiteX172" fmla="*/ 636413 w 11573522"/>
              <a:gd name="connsiteY172" fmla="*/ 1173571 h 3439886"/>
              <a:gd name="connsiteX173" fmla="*/ 771079 w 11573522"/>
              <a:gd name="connsiteY173" fmla="*/ 1278203 h 3439886"/>
              <a:gd name="connsiteX174" fmla="*/ 771079 w 11573522"/>
              <a:gd name="connsiteY174" fmla="*/ 1099762 h 3439886"/>
              <a:gd name="connsiteX175" fmla="*/ 708208 w 11573522"/>
              <a:gd name="connsiteY175" fmla="*/ 1051096 h 3439886"/>
              <a:gd name="connsiteX176" fmla="*/ 711453 w 11573522"/>
              <a:gd name="connsiteY176" fmla="*/ 1045419 h 3439886"/>
              <a:gd name="connsiteX177" fmla="*/ 774323 w 11573522"/>
              <a:gd name="connsiteY177" fmla="*/ 1094085 h 3439886"/>
              <a:gd name="connsiteX178" fmla="*/ 962125 w 11573522"/>
              <a:gd name="connsiteY178" fmla="*/ 951332 h 3439886"/>
              <a:gd name="connsiteX179" fmla="*/ 777163 w 11573522"/>
              <a:gd name="connsiteY179" fmla="*/ 807769 h 3439886"/>
              <a:gd name="connsiteX180" fmla="*/ 589362 w 11573522"/>
              <a:gd name="connsiteY180" fmla="*/ 950521 h 3439886"/>
              <a:gd name="connsiteX181" fmla="*/ 711453 w 11573522"/>
              <a:gd name="connsiteY181" fmla="*/ 1045013 h 3439886"/>
              <a:gd name="connsiteX182" fmla="*/ 707802 w 11573522"/>
              <a:gd name="connsiteY182" fmla="*/ 1051096 h 3439886"/>
              <a:gd name="connsiteX183" fmla="*/ 584900 w 11573522"/>
              <a:gd name="connsiteY183" fmla="*/ 955388 h 3439886"/>
              <a:gd name="connsiteX184" fmla="*/ 584900 w 11573522"/>
              <a:gd name="connsiteY184" fmla="*/ 1133828 h 3439886"/>
              <a:gd name="connsiteX185" fmla="*/ 636008 w 11573522"/>
              <a:gd name="connsiteY185" fmla="*/ 1173571 h 3439886"/>
              <a:gd name="connsiteX186" fmla="*/ 632357 w 11573522"/>
              <a:gd name="connsiteY186" fmla="*/ 1180060 h 3439886"/>
              <a:gd name="connsiteX187" fmla="*/ 582872 w 11573522"/>
              <a:gd name="connsiteY187" fmla="*/ 1141534 h 3439886"/>
              <a:gd name="connsiteX188" fmla="*/ 395071 w 11573522"/>
              <a:gd name="connsiteY188" fmla="*/ 1284286 h 3439886"/>
              <a:gd name="connsiteX189" fmla="*/ 516350 w 11573522"/>
              <a:gd name="connsiteY189" fmla="*/ 1378372 h 3439886"/>
              <a:gd name="connsiteX190" fmla="*/ 512700 w 11573522"/>
              <a:gd name="connsiteY190" fmla="*/ 1384050 h 3439886"/>
              <a:gd name="connsiteX191" fmla="*/ 392637 w 11573522"/>
              <a:gd name="connsiteY191" fmla="*/ 1291180 h 3439886"/>
              <a:gd name="connsiteX192" fmla="*/ 392637 w 11573522"/>
              <a:gd name="connsiteY192" fmla="*/ 1469214 h 3439886"/>
              <a:gd name="connsiteX193" fmla="*/ 440906 w 11573522"/>
              <a:gd name="connsiteY193" fmla="*/ 1506525 h 3439886"/>
              <a:gd name="connsiteX194" fmla="*/ 437661 w 11573522"/>
              <a:gd name="connsiteY194" fmla="*/ 1512608 h 3439886"/>
              <a:gd name="connsiteX195" fmla="*/ 391015 w 11573522"/>
              <a:gd name="connsiteY195" fmla="*/ 1476514 h 3439886"/>
              <a:gd name="connsiteX196" fmla="*/ 195912 w 11573522"/>
              <a:gd name="connsiteY196" fmla="*/ 1624539 h 3439886"/>
              <a:gd name="connsiteX197" fmla="*/ 0 w 11573522"/>
              <a:gd name="connsiteY197" fmla="*/ 1472459 h 3439886"/>
              <a:gd name="connsiteX198" fmla="*/ 0 w 11573522"/>
              <a:gd name="connsiteY198" fmla="*/ 1412033 h 3439886"/>
              <a:gd name="connsiteX199" fmla="*/ 6490 w 11573522"/>
              <a:gd name="connsiteY199" fmla="*/ 1414872 h 3439886"/>
              <a:gd name="connsiteX200" fmla="*/ 6490 w 11573522"/>
              <a:gd name="connsiteY200" fmla="*/ 1469214 h 3439886"/>
              <a:gd name="connsiteX201" fmla="*/ 192668 w 11573522"/>
              <a:gd name="connsiteY201" fmla="*/ 1613589 h 3439886"/>
              <a:gd name="connsiteX202" fmla="*/ 192668 w 11573522"/>
              <a:gd name="connsiteY202" fmla="*/ 1435555 h 3439886"/>
              <a:gd name="connsiteX203" fmla="*/ 6490 w 11573522"/>
              <a:gd name="connsiteY203" fmla="*/ 1291180 h 3439886"/>
              <a:gd name="connsiteX204" fmla="*/ 6490 w 11573522"/>
              <a:gd name="connsiteY204" fmla="*/ 1414466 h 3439886"/>
              <a:gd name="connsiteX205" fmla="*/ 0 w 11573522"/>
              <a:gd name="connsiteY205" fmla="*/ 1411627 h 3439886"/>
              <a:gd name="connsiteX206" fmla="*/ 0 w 11573522"/>
              <a:gd name="connsiteY206" fmla="*/ 1282664 h 3439886"/>
              <a:gd name="connsiteX207" fmla="*/ 66926 w 11573522"/>
              <a:gd name="connsiteY207" fmla="*/ 1231565 h 3439886"/>
              <a:gd name="connsiteX208" fmla="*/ 73821 w 11573522"/>
              <a:gd name="connsiteY208" fmla="*/ 1234809 h 3439886"/>
              <a:gd name="connsiteX209" fmla="*/ 8924 w 11573522"/>
              <a:gd name="connsiteY209" fmla="*/ 1284286 h 3439886"/>
              <a:gd name="connsiteX210" fmla="*/ 196318 w 11573522"/>
              <a:gd name="connsiteY210" fmla="*/ 1429472 h 3439886"/>
              <a:gd name="connsiteX211" fmla="*/ 384119 w 11573522"/>
              <a:gd name="connsiteY211" fmla="*/ 1286719 h 3439886"/>
              <a:gd name="connsiteX212" fmla="*/ 196724 w 11573522"/>
              <a:gd name="connsiteY212" fmla="*/ 1141534 h 3439886"/>
              <a:gd name="connsiteX213" fmla="*/ 74227 w 11573522"/>
              <a:gd name="connsiteY213" fmla="*/ 1234403 h 3439886"/>
              <a:gd name="connsiteX214" fmla="*/ 67332 w 11573522"/>
              <a:gd name="connsiteY214" fmla="*/ 1231159 h 3439886"/>
              <a:gd name="connsiteX215" fmla="*/ 191856 w 11573522"/>
              <a:gd name="connsiteY215" fmla="*/ 1136667 h 3439886"/>
              <a:gd name="connsiteX216" fmla="*/ 191856 w 11573522"/>
              <a:gd name="connsiteY216" fmla="*/ 1044607 h 3439886"/>
              <a:gd name="connsiteX217" fmla="*/ 198752 w 11573522"/>
              <a:gd name="connsiteY217" fmla="*/ 1045419 h 3439886"/>
              <a:gd name="connsiteX218" fmla="*/ 198752 w 11573522"/>
              <a:gd name="connsiteY218" fmla="*/ 1133828 h 3439886"/>
              <a:gd name="connsiteX219" fmla="*/ 384524 w 11573522"/>
              <a:gd name="connsiteY219" fmla="*/ 1278203 h 3439886"/>
              <a:gd name="connsiteX220" fmla="*/ 384524 w 11573522"/>
              <a:gd name="connsiteY220" fmla="*/ 1099762 h 3439886"/>
              <a:gd name="connsiteX221" fmla="*/ 296912 w 11573522"/>
              <a:gd name="connsiteY221" fmla="*/ 1032037 h 3439886"/>
              <a:gd name="connsiteX222" fmla="*/ 300968 w 11573522"/>
              <a:gd name="connsiteY222" fmla="*/ 1026359 h 3439886"/>
              <a:gd name="connsiteX223" fmla="*/ 388175 w 11573522"/>
              <a:gd name="connsiteY223" fmla="*/ 1094085 h 3439886"/>
              <a:gd name="connsiteX224" fmla="*/ 575977 w 11573522"/>
              <a:gd name="connsiteY224" fmla="*/ 951332 h 3439886"/>
              <a:gd name="connsiteX225" fmla="*/ 434822 w 11573522"/>
              <a:gd name="connsiteY225" fmla="*/ 841835 h 3439886"/>
              <a:gd name="connsiteX226" fmla="*/ 438878 w 11573522"/>
              <a:gd name="connsiteY226" fmla="*/ 836158 h 3439886"/>
              <a:gd name="connsiteX227" fmla="*/ 578816 w 11573522"/>
              <a:gd name="connsiteY227" fmla="*/ 944843 h 3439886"/>
              <a:gd name="connsiteX228" fmla="*/ 578816 w 11573522"/>
              <a:gd name="connsiteY228" fmla="*/ 766808 h 3439886"/>
              <a:gd name="connsiteX229" fmla="*/ 521218 w 11573522"/>
              <a:gd name="connsiteY229" fmla="*/ 722199 h 3439886"/>
              <a:gd name="connsiteX230" fmla="*/ 525274 w 11573522"/>
              <a:gd name="connsiteY230" fmla="*/ 716927 h 3439886"/>
              <a:gd name="connsiteX231" fmla="*/ 582061 w 11573522"/>
              <a:gd name="connsiteY231" fmla="*/ 761131 h 3439886"/>
              <a:gd name="connsiteX232" fmla="*/ 769862 w 11573522"/>
              <a:gd name="connsiteY232" fmla="*/ 618379 h 3439886"/>
              <a:gd name="connsiteX233" fmla="*/ 582872 w 11573522"/>
              <a:gd name="connsiteY233" fmla="*/ 472787 h 3439886"/>
              <a:gd name="connsiteX234" fmla="*/ 395071 w 11573522"/>
              <a:gd name="connsiteY234" fmla="*/ 615540 h 3439886"/>
              <a:gd name="connsiteX235" fmla="*/ 524868 w 11573522"/>
              <a:gd name="connsiteY235" fmla="*/ 716521 h 3439886"/>
              <a:gd name="connsiteX236" fmla="*/ 521218 w 11573522"/>
              <a:gd name="connsiteY236" fmla="*/ 722199 h 3439886"/>
              <a:gd name="connsiteX237" fmla="*/ 392637 w 11573522"/>
              <a:gd name="connsiteY237" fmla="*/ 622434 h 3439886"/>
              <a:gd name="connsiteX238" fmla="*/ 392637 w 11573522"/>
              <a:gd name="connsiteY238" fmla="*/ 800875 h 3439886"/>
              <a:gd name="connsiteX239" fmla="*/ 438472 w 11573522"/>
              <a:gd name="connsiteY239" fmla="*/ 836158 h 3439886"/>
              <a:gd name="connsiteX240" fmla="*/ 434416 w 11573522"/>
              <a:gd name="connsiteY240" fmla="*/ 841430 h 3439886"/>
              <a:gd name="connsiteX241" fmla="*/ 391015 w 11573522"/>
              <a:gd name="connsiteY241" fmla="*/ 807769 h 3439886"/>
              <a:gd name="connsiteX242" fmla="*/ 203214 w 11573522"/>
              <a:gd name="connsiteY242" fmla="*/ 950521 h 3439886"/>
              <a:gd name="connsiteX243" fmla="*/ 300968 w 11573522"/>
              <a:gd name="connsiteY243" fmla="*/ 1026359 h 3439886"/>
              <a:gd name="connsiteX244" fmla="*/ 296912 w 11573522"/>
              <a:gd name="connsiteY244" fmla="*/ 1031630 h 3439886"/>
              <a:gd name="connsiteX245" fmla="*/ 198752 w 11573522"/>
              <a:gd name="connsiteY245" fmla="*/ 955388 h 3439886"/>
              <a:gd name="connsiteX246" fmla="*/ 198752 w 11573522"/>
              <a:gd name="connsiteY246" fmla="*/ 1045013 h 3439886"/>
              <a:gd name="connsiteX247" fmla="*/ 191856 w 11573522"/>
              <a:gd name="connsiteY247" fmla="*/ 1044202 h 3439886"/>
              <a:gd name="connsiteX248" fmla="*/ 191856 w 11573522"/>
              <a:gd name="connsiteY248" fmla="*/ 952954 h 3439886"/>
              <a:gd name="connsiteX249" fmla="*/ 183744 w 11573522"/>
              <a:gd name="connsiteY249" fmla="*/ 946465 h 3439886"/>
              <a:gd name="connsiteX250" fmla="*/ 183744 w 11573522"/>
              <a:gd name="connsiteY250" fmla="*/ 937949 h 3439886"/>
              <a:gd name="connsiteX251" fmla="*/ 192668 w 11573522"/>
              <a:gd name="connsiteY251" fmla="*/ 944843 h 3439886"/>
              <a:gd name="connsiteX252" fmla="*/ 192668 w 11573522"/>
              <a:gd name="connsiteY252" fmla="*/ 766808 h 3439886"/>
              <a:gd name="connsiteX253" fmla="*/ 183744 w 11573522"/>
              <a:gd name="connsiteY253" fmla="*/ 759914 h 3439886"/>
              <a:gd name="connsiteX254" fmla="*/ 183744 w 11573522"/>
              <a:gd name="connsiteY254" fmla="*/ 751398 h 3439886"/>
              <a:gd name="connsiteX255" fmla="*/ 196318 w 11573522"/>
              <a:gd name="connsiteY255" fmla="*/ 761131 h 3439886"/>
              <a:gd name="connsiteX256" fmla="*/ 384119 w 11573522"/>
              <a:gd name="connsiteY256" fmla="*/ 618379 h 3439886"/>
              <a:gd name="connsiteX257" fmla="*/ 196724 w 11573522"/>
              <a:gd name="connsiteY257" fmla="*/ 472787 h 3439886"/>
              <a:gd name="connsiteX258" fmla="*/ 8924 w 11573522"/>
              <a:gd name="connsiteY258" fmla="*/ 615540 h 3439886"/>
              <a:gd name="connsiteX259" fmla="*/ 183339 w 11573522"/>
              <a:gd name="connsiteY259" fmla="*/ 750992 h 3439886"/>
              <a:gd name="connsiteX260" fmla="*/ 183339 w 11573522"/>
              <a:gd name="connsiteY260" fmla="*/ 759508 h 3439886"/>
              <a:gd name="connsiteX261" fmla="*/ 6490 w 11573522"/>
              <a:gd name="connsiteY261" fmla="*/ 622434 h 3439886"/>
              <a:gd name="connsiteX262" fmla="*/ 6490 w 11573522"/>
              <a:gd name="connsiteY262" fmla="*/ 800875 h 3439886"/>
              <a:gd name="connsiteX263" fmla="*/ 183339 w 11573522"/>
              <a:gd name="connsiteY263" fmla="*/ 937544 h 3439886"/>
              <a:gd name="connsiteX264" fmla="*/ 183339 w 11573522"/>
              <a:gd name="connsiteY264" fmla="*/ 946060 h 3439886"/>
              <a:gd name="connsiteX265" fmla="*/ 0 w 11573522"/>
              <a:gd name="connsiteY265" fmla="*/ 804119 h 3439886"/>
              <a:gd name="connsiteX266" fmla="*/ 0 w 11573522"/>
              <a:gd name="connsiteY266" fmla="*/ 613917 h 3439886"/>
              <a:gd name="connsiteX267" fmla="*/ 191856 w 11573522"/>
              <a:gd name="connsiteY267" fmla="*/ 468327 h 3439886"/>
              <a:gd name="connsiteX268" fmla="*/ 191856 w 11573522"/>
              <a:gd name="connsiteY268" fmla="*/ 289076 h 3439886"/>
              <a:gd name="connsiteX269" fmla="*/ 198752 w 11573522"/>
              <a:gd name="connsiteY269" fmla="*/ 294348 h 3439886"/>
              <a:gd name="connsiteX270" fmla="*/ 198752 w 11573522"/>
              <a:gd name="connsiteY270" fmla="*/ 465488 h 3439886"/>
              <a:gd name="connsiteX271" fmla="*/ 384524 w 11573522"/>
              <a:gd name="connsiteY271" fmla="*/ 609862 h 3439886"/>
              <a:gd name="connsiteX272" fmla="*/ 384524 w 11573522"/>
              <a:gd name="connsiteY272" fmla="*/ 431828 h 3439886"/>
              <a:gd name="connsiteX273" fmla="*/ 198752 w 11573522"/>
              <a:gd name="connsiteY273" fmla="*/ 287453 h 3439886"/>
              <a:gd name="connsiteX274" fmla="*/ 198752 w 11573522"/>
              <a:gd name="connsiteY274" fmla="*/ 293942 h 3439886"/>
              <a:gd name="connsiteX275" fmla="*/ 191856 w 11573522"/>
              <a:gd name="connsiteY275" fmla="*/ 288670 h 3439886"/>
              <a:gd name="connsiteX276" fmla="*/ 191856 w 11573522"/>
              <a:gd name="connsiteY276" fmla="*/ 278937 h 3439886"/>
              <a:gd name="connsiteX277" fmla="*/ 377629 w 11573522"/>
              <a:gd name="connsiteY277" fmla="*/ 137401 h 3439886"/>
              <a:gd name="connsiteX278" fmla="*/ 383308 w 11573522"/>
              <a:gd name="connsiteY278" fmla="*/ 141862 h 3439886"/>
              <a:gd name="connsiteX279" fmla="*/ 200780 w 11573522"/>
              <a:gd name="connsiteY279" fmla="*/ 280559 h 3439886"/>
              <a:gd name="connsiteX280" fmla="*/ 388175 w 11573522"/>
              <a:gd name="connsiteY280" fmla="*/ 425745 h 3439886"/>
              <a:gd name="connsiteX281" fmla="*/ 575977 w 11573522"/>
              <a:gd name="connsiteY281" fmla="*/ 282993 h 3439886"/>
              <a:gd name="connsiteX282" fmla="*/ 388580 w 11573522"/>
              <a:gd name="connsiteY282" fmla="*/ 137807 h 3439886"/>
              <a:gd name="connsiteX283" fmla="*/ 383308 w 11573522"/>
              <a:gd name="connsiteY283" fmla="*/ 141862 h 3439886"/>
              <a:gd name="connsiteX284" fmla="*/ 378035 w 11573522"/>
              <a:gd name="connsiteY284" fmla="*/ 137401 h 3439886"/>
              <a:gd name="connsiteX285" fmla="*/ 386147 w 11573522"/>
              <a:gd name="connsiteY285" fmla="*/ 131318 h 3439886"/>
              <a:gd name="connsiteX286" fmla="*/ 386147 w 11573522"/>
              <a:gd name="connsiteY286" fmla="*/ 1350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11573522" h="3439886">
                <a:moveTo>
                  <a:pt x="388580" y="2811978"/>
                </a:moveTo>
                <a:cubicBezTo>
                  <a:pt x="266084" y="2905253"/>
                  <a:pt x="266084" y="2905253"/>
                  <a:pt x="266084" y="2905253"/>
                </a:cubicBezTo>
                <a:cubicBezTo>
                  <a:pt x="200780" y="2954731"/>
                  <a:pt x="200780" y="2954731"/>
                  <a:pt x="200780" y="2954731"/>
                </a:cubicBezTo>
                <a:cubicBezTo>
                  <a:pt x="388175" y="3100322"/>
                  <a:pt x="388175" y="3100322"/>
                  <a:pt x="388175" y="3100322"/>
                </a:cubicBezTo>
                <a:cubicBezTo>
                  <a:pt x="575977" y="2957569"/>
                  <a:pt x="575977" y="2957569"/>
                  <a:pt x="575977" y="2957569"/>
                </a:cubicBezTo>
                <a:cubicBezTo>
                  <a:pt x="388580" y="2811978"/>
                  <a:pt x="388580" y="2811978"/>
                  <a:pt x="388580" y="2811978"/>
                </a:cubicBezTo>
                <a:close/>
                <a:moveTo>
                  <a:pt x="386147" y="0"/>
                </a:moveTo>
                <a:lnTo>
                  <a:pt x="392637" y="0"/>
                </a:lnTo>
                <a:lnTo>
                  <a:pt x="392637" y="28893"/>
                </a:lnTo>
                <a:cubicBezTo>
                  <a:pt x="392637" y="131318"/>
                  <a:pt x="392637" y="131318"/>
                  <a:pt x="392637" y="131318"/>
                </a:cubicBezTo>
                <a:cubicBezTo>
                  <a:pt x="578816" y="275693"/>
                  <a:pt x="578816" y="275693"/>
                  <a:pt x="578816" y="275693"/>
                </a:cubicBezTo>
                <a:cubicBezTo>
                  <a:pt x="578816" y="97658"/>
                  <a:pt x="578816" y="97658"/>
                  <a:pt x="578816" y="97658"/>
                </a:cubicBezTo>
                <a:cubicBezTo>
                  <a:pt x="521320" y="52946"/>
                  <a:pt x="485384" y="25001"/>
                  <a:pt x="462924" y="7536"/>
                </a:cubicBezTo>
                <a:lnTo>
                  <a:pt x="453234" y="0"/>
                </a:lnTo>
                <a:lnTo>
                  <a:pt x="464209" y="0"/>
                </a:lnTo>
                <a:lnTo>
                  <a:pt x="484510" y="15775"/>
                </a:lnTo>
                <a:cubicBezTo>
                  <a:pt x="582061" y="91574"/>
                  <a:pt x="582061" y="91574"/>
                  <a:pt x="582061" y="91574"/>
                </a:cubicBezTo>
                <a:cubicBezTo>
                  <a:pt x="638188" y="48992"/>
                  <a:pt x="673267" y="22378"/>
                  <a:pt x="695192" y="5744"/>
                </a:cubicBezTo>
                <a:lnTo>
                  <a:pt x="702764" y="0"/>
                </a:lnTo>
                <a:lnTo>
                  <a:pt x="2758098" y="0"/>
                </a:lnTo>
                <a:lnTo>
                  <a:pt x="2764588" y="0"/>
                </a:lnTo>
                <a:lnTo>
                  <a:pt x="2825185" y="0"/>
                </a:lnTo>
                <a:lnTo>
                  <a:pt x="2836160" y="0"/>
                </a:lnTo>
                <a:lnTo>
                  <a:pt x="3074715" y="0"/>
                </a:lnTo>
                <a:lnTo>
                  <a:pt x="9201571" y="0"/>
                </a:lnTo>
                <a:lnTo>
                  <a:pt x="11573522" y="0"/>
                </a:lnTo>
                <a:lnTo>
                  <a:pt x="11573522" y="3439886"/>
                </a:lnTo>
                <a:lnTo>
                  <a:pt x="962936" y="3439886"/>
                </a:lnTo>
                <a:lnTo>
                  <a:pt x="962936" y="3439632"/>
                </a:lnTo>
                <a:cubicBezTo>
                  <a:pt x="962936" y="3438953"/>
                  <a:pt x="962936" y="3438953"/>
                  <a:pt x="962936" y="3438953"/>
                </a:cubicBezTo>
                <a:cubicBezTo>
                  <a:pt x="776757" y="3294579"/>
                  <a:pt x="776757" y="3294579"/>
                  <a:pt x="776757" y="3294579"/>
                </a:cubicBezTo>
                <a:cubicBezTo>
                  <a:pt x="776757" y="3361342"/>
                  <a:pt x="776757" y="3403069"/>
                  <a:pt x="776757" y="3429148"/>
                </a:cubicBezTo>
                <a:lnTo>
                  <a:pt x="776757" y="3439886"/>
                </a:lnTo>
                <a:lnTo>
                  <a:pt x="769862" y="3439886"/>
                </a:lnTo>
                <a:lnTo>
                  <a:pt x="769862" y="3414403"/>
                </a:lnTo>
                <a:cubicBezTo>
                  <a:pt x="769862" y="3292145"/>
                  <a:pt x="769862" y="3292145"/>
                  <a:pt x="769862" y="3292145"/>
                </a:cubicBezTo>
                <a:cubicBezTo>
                  <a:pt x="629924" y="3183458"/>
                  <a:pt x="629924" y="3183458"/>
                  <a:pt x="629924" y="3183458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771079" y="3284034"/>
                  <a:pt x="771079" y="3284034"/>
                  <a:pt x="771079" y="3284034"/>
                </a:cubicBezTo>
                <a:cubicBezTo>
                  <a:pt x="771079" y="3105999"/>
                  <a:pt x="771079" y="3105999"/>
                  <a:pt x="771079" y="3105999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708614" y="3049222"/>
                  <a:pt x="708614" y="3049222"/>
                  <a:pt x="708614" y="3049222"/>
                </a:cubicBezTo>
                <a:cubicBezTo>
                  <a:pt x="774323" y="3100322"/>
                  <a:pt x="774323" y="3100322"/>
                  <a:pt x="774323" y="3100322"/>
                </a:cubicBezTo>
                <a:cubicBezTo>
                  <a:pt x="962125" y="2957569"/>
                  <a:pt x="962125" y="2957569"/>
                  <a:pt x="962125" y="2957569"/>
                </a:cubicBezTo>
                <a:cubicBezTo>
                  <a:pt x="824621" y="2850911"/>
                  <a:pt x="824621" y="2850911"/>
                  <a:pt x="824621" y="2850911"/>
                </a:cubicBezTo>
                <a:cubicBezTo>
                  <a:pt x="828271" y="2844422"/>
                  <a:pt x="828271" y="2844422"/>
                  <a:pt x="828271" y="2844422"/>
                </a:cubicBezTo>
                <a:cubicBezTo>
                  <a:pt x="962936" y="2948647"/>
                  <a:pt x="962936" y="2948647"/>
                  <a:pt x="962936" y="2948647"/>
                </a:cubicBezTo>
                <a:cubicBezTo>
                  <a:pt x="962936" y="2770612"/>
                  <a:pt x="962936" y="2770612"/>
                  <a:pt x="962936" y="2770612"/>
                </a:cubicBezTo>
                <a:cubicBezTo>
                  <a:pt x="900065" y="2721947"/>
                  <a:pt x="900065" y="2721947"/>
                  <a:pt x="900065" y="2721947"/>
                </a:cubicBezTo>
                <a:cubicBezTo>
                  <a:pt x="903716" y="2715864"/>
                  <a:pt x="903716" y="2715864"/>
                  <a:pt x="903716" y="2715864"/>
                </a:cubicBezTo>
                <a:cubicBezTo>
                  <a:pt x="966181" y="2764529"/>
                  <a:pt x="966181" y="2764529"/>
                  <a:pt x="966181" y="2764529"/>
                </a:cubicBezTo>
                <a:cubicBezTo>
                  <a:pt x="1153982" y="2621777"/>
                  <a:pt x="1153982" y="2621777"/>
                  <a:pt x="1153982" y="2621777"/>
                </a:cubicBezTo>
                <a:cubicBezTo>
                  <a:pt x="969021" y="2478619"/>
                  <a:pt x="969021" y="2478619"/>
                  <a:pt x="969021" y="2478619"/>
                </a:cubicBezTo>
                <a:cubicBezTo>
                  <a:pt x="781219" y="2621371"/>
                  <a:pt x="781219" y="2621371"/>
                  <a:pt x="781219" y="2621371"/>
                </a:cubicBezTo>
                <a:cubicBezTo>
                  <a:pt x="903310" y="2715864"/>
                  <a:pt x="903310" y="2715864"/>
                  <a:pt x="903310" y="2715864"/>
                </a:cubicBezTo>
                <a:cubicBezTo>
                  <a:pt x="900065" y="2721542"/>
                  <a:pt x="900065" y="2721542"/>
                  <a:pt x="900065" y="2721542"/>
                </a:cubicBezTo>
                <a:cubicBezTo>
                  <a:pt x="776757" y="2626238"/>
                  <a:pt x="776757" y="2626238"/>
                  <a:pt x="776757" y="2626238"/>
                </a:cubicBezTo>
                <a:cubicBezTo>
                  <a:pt x="776757" y="2804273"/>
                  <a:pt x="776757" y="2804273"/>
                  <a:pt x="776757" y="2804273"/>
                </a:cubicBezTo>
                <a:cubicBezTo>
                  <a:pt x="828271" y="2844017"/>
                  <a:pt x="828271" y="2844017"/>
                  <a:pt x="828271" y="2844017"/>
                </a:cubicBezTo>
                <a:cubicBezTo>
                  <a:pt x="824215" y="2850506"/>
                  <a:pt x="824215" y="2850506"/>
                  <a:pt x="824215" y="2850506"/>
                </a:cubicBezTo>
                <a:cubicBezTo>
                  <a:pt x="774729" y="2811978"/>
                  <a:pt x="774729" y="2811978"/>
                  <a:pt x="774729" y="2811978"/>
                </a:cubicBezTo>
                <a:cubicBezTo>
                  <a:pt x="586928" y="2954731"/>
                  <a:pt x="586928" y="2954731"/>
                  <a:pt x="586928" y="2954731"/>
                </a:cubicBezTo>
                <a:cubicBezTo>
                  <a:pt x="708208" y="3048817"/>
                  <a:pt x="708208" y="3048817"/>
                  <a:pt x="708208" y="3048817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584900" y="2961625"/>
                  <a:pt x="584900" y="2961625"/>
                  <a:pt x="584900" y="2961625"/>
                </a:cubicBezTo>
                <a:cubicBezTo>
                  <a:pt x="584900" y="3140065"/>
                  <a:pt x="584900" y="3140065"/>
                  <a:pt x="584900" y="3140065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629518" y="3183052"/>
                  <a:pt x="629518" y="3183052"/>
                  <a:pt x="629518" y="3183052"/>
                </a:cubicBezTo>
                <a:cubicBezTo>
                  <a:pt x="582872" y="3146960"/>
                  <a:pt x="582872" y="3146960"/>
                  <a:pt x="582872" y="3146960"/>
                </a:cubicBezTo>
                <a:cubicBezTo>
                  <a:pt x="388175" y="3295390"/>
                  <a:pt x="388175" y="3295390"/>
                  <a:pt x="388175" y="3295390"/>
                </a:cubicBezTo>
                <a:cubicBezTo>
                  <a:pt x="191856" y="3143310"/>
                  <a:pt x="191856" y="3143310"/>
                  <a:pt x="191856" y="3143310"/>
                </a:cubicBezTo>
                <a:cubicBezTo>
                  <a:pt x="191856" y="3082477"/>
                  <a:pt x="191856" y="3082477"/>
                  <a:pt x="191856" y="3082477"/>
                </a:cubicBezTo>
                <a:cubicBezTo>
                  <a:pt x="198752" y="3085316"/>
                  <a:pt x="198752" y="3085316"/>
                  <a:pt x="198752" y="3085316"/>
                </a:cubicBezTo>
                <a:cubicBezTo>
                  <a:pt x="198752" y="3140065"/>
                  <a:pt x="198752" y="3140065"/>
                  <a:pt x="198752" y="3140065"/>
                </a:cubicBezTo>
                <a:cubicBezTo>
                  <a:pt x="384930" y="3284034"/>
                  <a:pt x="384930" y="3284034"/>
                  <a:pt x="384930" y="3284034"/>
                </a:cubicBezTo>
                <a:cubicBezTo>
                  <a:pt x="384930" y="3105999"/>
                  <a:pt x="384930" y="3105999"/>
                  <a:pt x="384930" y="3105999"/>
                </a:cubicBezTo>
                <a:cubicBezTo>
                  <a:pt x="198752" y="2961625"/>
                  <a:pt x="198752" y="2961625"/>
                  <a:pt x="198752" y="2961625"/>
                </a:cubicBezTo>
                <a:cubicBezTo>
                  <a:pt x="198752" y="3084911"/>
                  <a:pt x="198752" y="3084911"/>
                  <a:pt x="198752" y="3084911"/>
                </a:cubicBezTo>
                <a:cubicBezTo>
                  <a:pt x="191856" y="3082072"/>
                  <a:pt x="191856" y="3082072"/>
                  <a:pt x="191856" y="3082072"/>
                </a:cubicBezTo>
                <a:cubicBezTo>
                  <a:pt x="191856" y="2953108"/>
                  <a:pt x="191856" y="2953108"/>
                  <a:pt x="191856" y="2953108"/>
                </a:cubicBezTo>
                <a:cubicBezTo>
                  <a:pt x="259189" y="2902009"/>
                  <a:pt x="259189" y="2902009"/>
                  <a:pt x="259189" y="2902009"/>
                </a:cubicBezTo>
                <a:cubicBezTo>
                  <a:pt x="383713" y="2807517"/>
                  <a:pt x="383713" y="2807517"/>
                  <a:pt x="383713" y="2807517"/>
                </a:cubicBezTo>
                <a:cubicBezTo>
                  <a:pt x="383713" y="2715053"/>
                  <a:pt x="383713" y="2715053"/>
                  <a:pt x="383713" y="2715053"/>
                </a:cubicBezTo>
                <a:cubicBezTo>
                  <a:pt x="390609" y="2716269"/>
                  <a:pt x="390609" y="2716269"/>
                  <a:pt x="390609" y="2716269"/>
                </a:cubicBezTo>
                <a:cubicBezTo>
                  <a:pt x="390609" y="2804273"/>
                  <a:pt x="390609" y="2804273"/>
                  <a:pt x="390609" y="2804273"/>
                </a:cubicBezTo>
                <a:cubicBezTo>
                  <a:pt x="576788" y="2948647"/>
                  <a:pt x="576788" y="2948647"/>
                  <a:pt x="576788" y="2948647"/>
                </a:cubicBezTo>
                <a:cubicBezTo>
                  <a:pt x="576788" y="2770612"/>
                  <a:pt x="576788" y="2770612"/>
                  <a:pt x="576788" y="2770612"/>
                </a:cubicBezTo>
                <a:cubicBezTo>
                  <a:pt x="489174" y="2702481"/>
                  <a:pt x="489174" y="2702481"/>
                  <a:pt x="489174" y="2702481"/>
                </a:cubicBezTo>
                <a:cubicBezTo>
                  <a:pt x="492825" y="2697209"/>
                  <a:pt x="492825" y="2697209"/>
                  <a:pt x="492825" y="2697209"/>
                </a:cubicBezTo>
                <a:cubicBezTo>
                  <a:pt x="580033" y="2764529"/>
                  <a:pt x="580033" y="2764529"/>
                  <a:pt x="580033" y="2764529"/>
                </a:cubicBezTo>
                <a:cubicBezTo>
                  <a:pt x="767834" y="2621777"/>
                  <a:pt x="767834" y="2621777"/>
                  <a:pt x="767834" y="2621777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630735" y="2507007"/>
                  <a:pt x="630735" y="2507007"/>
                  <a:pt x="630735" y="2507007"/>
                </a:cubicBezTo>
                <a:cubicBezTo>
                  <a:pt x="771079" y="2615693"/>
                  <a:pt x="771079" y="2615693"/>
                  <a:pt x="771079" y="2615693"/>
                </a:cubicBezTo>
                <a:cubicBezTo>
                  <a:pt x="771079" y="2437659"/>
                  <a:pt x="771079" y="2437659"/>
                  <a:pt x="771079" y="2437659"/>
                </a:cubicBezTo>
                <a:cubicBezTo>
                  <a:pt x="713481" y="2392644"/>
                  <a:pt x="713481" y="2392644"/>
                  <a:pt x="713481" y="2392644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74323" y="2431576"/>
                  <a:pt x="774323" y="2431576"/>
                  <a:pt x="774323" y="2431576"/>
                </a:cubicBezTo>
                <a:cubicBezTo>
                  <a:pt x="962125" y="2288824"/>
                  <a:pt x="962125" y="2288824"/>
                  <a:pt x="962125" y="2288824"/>
                </a:cubicBezTo>
                <a:cubicBezTo>
                  <a:pt x="774729" y="2143638"/>
                  <a:pt x="774729" y="2143638"/>
                  <a:pt x="774729" y="2143638"/>
                </a:cubicBezTo>
                <a:cubicBezTo>
                  <a:pt x="586928" y="2286391"/>
                  <a:pt x="586928" y="2286391"/>
                  <a:pt x="586928" y="2286391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13075" y="2392644"/>
                  <a:pt x="713075" y="2392644"/>
                  <a:pt x="713075" y="2392644"/>
                </a:cubicBezTo>
                <a:cubicBezTo>
                  <a:pt x="584900" y="2293285"/>
                  <a:pt x="584900" y="2293285"/>
                  <a:pt x="584900" y="2293285"/>
                </a:cubicBezTo>
                <a:cubicBezTo>
                  <a:pt x="584900" y="2471319"/>
                  <a:pt x="584900" y="2471319"/>
                  <a:pt x="584900" y="2471319"/>
                </a:cubicBezTo>
                <a:cubicBezTo>
                  <a:pt x="630329" y="2506602"/>
                  <a:pt x="630329" y="2506602"/>
                  <a:pt x="630329" y="2506602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582872" y="2478619"/>
                  <a:pt x="582872" y="2478619"/>
                  <a:pt x="582872" y="2478619"/>
                </a:cubicBezTo>
                <a:cubicBezTo>
                  <a:pt x="395071" y="2621371"/>
                  <a:pt x="395071" y="2621371"/>
                  <a:pt x="395071" y="2621371"/>
                </a:cubicBezTo>
                <a:cubicBezTo>
                  <a:pt x="492825" y="2696804"/>
                  <a:pt x="492825" y="2696804"/>
                  <a:pt x="492825" y="2696804"/>
                </a:cubicBezTo>
                <a:cubicBezTo>
                  <a:pt x="488769" y="2702481"/>
                  <a:pt x="488769" y="2702481"/>
                  <a:pt x="488769" y="2702481"/>
                </a:cubicBezTo>
                <a:cubicBezTo>
                  <a:pt x="390609" y="2626238"/>
                  <a:pt x="390609" y="2626238"/>
                  <a:pt x="390609" y="2626238"/>
                </a:cubicBezTo>
                <a:cubicBezTo>
                  <a:pt x="390609" y="2715864"/>
                  <a:pt x="390609" y="2715864"/>
                  <a:pt x="390609" y="2715864"/>
                </a:cubicBezTo>
                <a:cubicBezTo>
                  <a:pt x="383713" y="2714647"/>
                  <a:pt x="383713" y="2714647"/>
                  <a:pt x="383713" y="2714647"/>
                </a:cubicBezTo>
                <a:cubicBezTo>
                  <a:pt x="383713" y="2623399"/>
                  <a:pt x="383713" y="2623399"/>
                  <a:pt x="383713" y="2623399"/>
                </a:cubicBezTo>
                <a:cubicBezTo>
                  <a:pt x="375601" y="2616910"/>
                  <a:pt x="375601" y="2616910"/>
                  <a:pt x="375601" y="2616910"/>
                </a:cubicBezTo>
                <a:cubicBezTo>
                  <a:pt x="375601" y="2608394"/>
                  <a:pt x="375601" y="2608394"/>
                  <a:pt x="375601" y="2608394"/>
                </a:cubicBezTo>
                <a:cubicBezTo>
                  <a:pt x="384930" y="2615693"/>
                  <a:pt x="384930" y="2615693"/>
                  <a:pt x="384930" y="2615693"/>
                </a:cubicBezTo>
                <a:cubicBezTo>
                  <a:pt x="384930" y="2437659"/>
                  <a:pt x="384930" y="2437659"/>
                  <a:pt x="384930" y="2437659"/>
                </a:cubicBezTo>
                <a:cubicBezTo>
                  <a:pt x="375601" y="2430360"/>
                  <a:pt x="375601" y="2430360"/>
                  <a:pt x="375601" y="2430360"/>
                </a:cubicBezTo>
                <a:cubicBezTo>
                  <a:pt x="375601" y="2421843"/>
                  <a:pt x="375601" y="2421843"/>
                  <a:pt x="375601" y="2421843"/>
                </a:cubicBezTo>
                <a:cubicBezTo>
                  <a:pt x="388175" y="2431576"/>
                  <a:pt x="388175" y="2431576"/>
                  <a:pt x="388175" y="2431576"/>
                </a:cubicBezTo>
                <a:cubicBezTo>
                  <a:pt x="575977" y="2288824"/>
                  <a:pt x="575977" y="2288824"/>
                  <a:pt x="575977" y="2288824"/>
                </a:cubicBezTo>
                <a:cubicBezTo>
                  <a:pt x="388580" y="2143638"/>
                  <a:pt x="388580" y="2143638"/>
                  <a:pt x="388580" y="2143638"/>
                </a:cubicBezTo>
                <a:cubicBezTo>
                  <a:pt x="200780" y="2286391"/>
                  <a:pt x="200780" y="2286391"/>
                  <a:pt x="200780" y="2286391"/>
                </a:cubicBezTo>
                <a:cubicBezTo>
                  <a:pt x="375195" y="2421843"/>
                  <a:pt x="375195" y="2421843"/>
                  <a:pt x="375195" y="2421843"/>
                </a:cubicBezTo>
                <a:cubicBezTo>
                  <a:pt x="375195" y="2429954"/>
                  <a:pt x="375195" y="2429954"/>
                  <a:pt x="375195" y="2429954"/>
                </a:cubicBezTo>
                <a:cubicBezTo>
                  <a:pt x="198752" y="2293285"/>
                  <a:pt x="198752" y="2293285"/>
                  <a:pt x="198752" y="2293285"/>
                </a:cubicBezTo>
                <a:cubicBezTo>
                  <a:pt x="198752" y="2471319"/>
                  <a:pt x="198752" y="2471319"/>
                  <a:pt x="198752" y="2471319"/>
                </a:cubicBezTo>
                <a:cubicBezTo>
                  <a:pt x="375195" y="2608394"/>
                  <a:pt x="375195" y="2608394"/>
                  <a:pt x="375195" y="2608394"/>
                </a:cubicBezTo>
                <a:cubicBezTo>
                  <a:pt x="375195" y="2616910"/>
                  <a:pt x="375195" y="2616910"/>
                  <a:pt x="375195" y="2616910"/>
                </a:cubicBezTo>
                <a:cubicBezTo>
                  <a:pt x="191856" y="2474563"/>
                  <a:pt x="191856" y="2474563"/>
                  <a:pt x="191856" y="2474563"/>
                </a:cubicBezTo>
                <a:cubicBezTo>
                  <a:pt x="191856" y="2284768"/>
                  <a:pt x="191856" y="2284768"/>
                  <a:pt x="191856" y="2284768"/>
                </a:cubicBezTo>
                <a:cubicBezTo>
                  <a:pt x="383713" y="2138772"/>
                  <a:pt x="383713" y="2138772"/>
                  <a:pt x="383713" y="2138772"/>
                </a:cubicBezTo>
                <a:cubicBezTo>
                  <a:pt x="383713" y="1959926"/>
                  <a:pt x="383713" y="1959926"/>
                  <a:pt x="383713" y="1959926"/>
                </a:cubicBezTo>
                <a:cubicBezTo>
                  <a:pt x="390609" y="1965198"/>
                  <a:pt x="390609" y="1965198"/>
                  <a:pt x="390609" y="1965198"/>
                </a:cubicBezTo>
                <a:cubicBezTo>
                  <a:pt x="390609" y="2136339"/>
                  <a:pt x="390609" y="2136339"/>
                  <a:pt x="390609" y="2136339"/>
                </a:cubicBezTo>
                <a:cubicBezTo>
                  <a:pt x="576788" y="2280307"/>
                  <a:pt x="576788" y="2280307"/>
                  <a:pt x="576788" y="2280307"/>
                </a:cubicBezTo>
                <a:cubicBezTo>
                  <a:pt x="576788" y="2102272"/>
                  <a:pt x="576788" y="2102272"/>
                  <a:pt x="576788" y="2102272"/>
                </a:cubicBezTo>
                <a:cubicBezTo>
                  <a:pt x="390609" y="1957898"/>
                  <a:pt x="390609" y="1957898"/>
                  <a:pt x="390609" y="1957898"/>
                </a:cubicBezTo>
                <a:cubicBezTo>
                  <a:pt x="390609" y="1964792"/>
                  <a:pt x="390609" y="1964792"/>
                  <a:pt x="390609" y="1964792"/>
                </a:cubicBezTo>
                <a:cubicBezTo>
                  <a:pt x="383713" y="1959520"/>
                  <a:pt x="383713" y="1959520"/>
                  <a:pt x="383713" y="1959520"/>
                </a:cubicBezTo>
                <a:cubicBezTo>
                  <a:pt x="383713" y="1949382"/>
                  <a:pt x="383713" y="1949382"/>
                  <a:pt x="383713" y="1949382"/>
                </a:cubicBezTo>
                <a:cubicBezTo>
                  <a:pt x="569487" y="1808251"/>
                  <a:pt x="569487" y="1808251"/>
                  <a:pt x="569487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392637" y="1951004"/>
                  <a:pt x="392637" y="1951004"/>
                  <a:pt x="392637" y="1951004"/>
                </a:cubicBezTo>
                <a:cubicBezTo>
                  <a:pt x="580033" y="2096594"/>
                  <a:pt x="580033" y="2096594"/>
                  <a:pt x="580033" y="2096594"/>
                </a:cubicBezTo>
                <a:cubicBezTo>
                  <a:pt x="767834" y="1953437"/>
                  <a:pt x="767834" y="1953437"/>
                  <a:pt x="767834" y="1953437"/>
                </a:cubicBezTo>
                <a:cubicBezTo>
                  <a:pt x="580438" y="1808251"/>
                  <a:pt x="580438" y="1808251"/>
                  <a:pt x="580438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569893" y="1807846"/>
                  <a:pt x="569893" y="1807846"/>
                  <a:pt x="569893" y="1807846"/>
                </a:cubicBezTo>
                <a:cubicBezTo>
                  <a:pt x="578005" y="1801763"/>
                  <a:pt x="578005" y="1801763"/>
                  <a:pt x="578005" y="1801763"/>
                </a:cubicBezTo>
                <a:cubicBezTo>
                  <a:pt x="578005" y="1795679"/>
                  <a:pt x="578005" y="1795679"/>
                  <a:pt x="578005" y="1795679"/>
                </a:cubicBezTo>
                <a:cubicBezTo>
                  <a:pt x="584900" y="1795679"/>
                  <a:pt x="584900" y="1795679"/>
                  <a:pt x="584900" y="1795679"/>
                </a:cubicBezTo>
                <a:cubicBezTo>
                  <a:pt x="584900" y="1802168"/>
                  <a:pt x="584900" y="1802168"/>
                  <a:pt x="584900" y="1802168"/>
                </a:cubicBezTo>
                <a:cubicBezTo>
                  <a:pt x="771079" y="1946137"/>
                  <a:pt x="771079" y="1946137"/>
                  <a:pt x="771079" y="1946137"/>
                </a:cubicBezTo>
                <a:cubicBezTo>
                  <a:pt x="771079" y="1783107"/>
                  <a:pt x="771079" y="1783107"/>
                  <a:pt x="771079" y="1783107"/>
                </a:cubicBezTo>
                <a:cubicBezTo>
                  <a:pt x="771079" y="1768508"/>
                  <a:pt x="771079" y="1768508"/>
                  <a:pt x="771079" y="1768508"/>
                </a:cubicBezTo>
                <a:cubicBezTo>
                  <a:pt x="584900" y="1624133"/>
                  <a:pt x="584900" y="1624133"/>
                  <a:pt x="584900" y="1624133"/>
                </a:cubicBezTo>
                <a:cubicBezTo>
                  <a:pt x="584900" y="1785541"/>
                  <a:pt x="584900" y="1785541"/>
                  <a:pt x="584900" y="1785541"/>
                </a:cubicBezTo>
                <a:cubicBezTo>
                  <a:pt x="584900" y="1795274"/>
                  <a:pt x="584900" y="1795274"/>
                  <a:pt x="584900" y="1795274"/>
                </a:cubicBezTo>
                <a:cubicBezTo>
                  <a:pt x="578005" y="1795274"/>
                  <a:pt x="578005" y="1795274"/>
                  <a:pt x="578005" y="1795274"/>
                </a:cubicBezTo>
                <a:cubicBezTo>
                  <a:pt x="578005" y="1621294"/>
                  <a:pt x="578005" y="1621294"/>
                  <a:pt x="578005" y="1621294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441312" y="1506930"/>
                  <a:pt x="441312" y="1506930"/>
                  <a:pt x="441312" y="1506930"/>
                </a:cubicBezTo>
                <a:cubicBezTo>
                  <a:pt x="578816" y="1613589"/>
                  <a:pt x="578816" y="1613589"/>
                  <a:pt x="578816" y="1613589"/>
                </a:cubicBezTo>
                <a:cubicBezTo>
                  <a:pt x="578816" y="1435555"/>
                  <a:pt x="578816" y="1435555"/>
                  <a:pt x="578816" y="1435555"/>
                </a:cubicBezTo>
                <a:cubicBezTo>
                  <a:pt x="513106" y="1384456"/>
                  <a:pt x="513106" y="1384456"/>
                  <a:pt x="513106" y="138445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82061" y="1429472"/>
                  <a:pt x="582061" y="1429472"/>
                  <a:pt x="582061" y="1429472"/>
                </a:cubicBezTo>
                <a:cubicBezTo>
                  <a:pt x="769862" y="1286719"/>
                  <a:pt x="769862" y="1286719"/>
                  <a:pt x="769862" y="1286719"/>
                </a:cubicBezTo>
                <a:cubicBezTo>
                  <a:pt x="632763" y="1180060"/>
                  <a:pt x="632763" y="1180060"/>
                  <a:pt x="632763" y="1180060"/>
                </a:cubicBezTo>
                <a:cubicBezTo>
                  <a:pt x="636413" y="1173571"/>
                  <a:pt x="636413" y="1173571"/>
                  <a:pt x="636413" y="1173571"/>
                </a:cubicBezTo>
                <a:cubicBezTo>
                  <a:pt x="771079" y="1278203"/>
                  <a:pt x="771079" y="1278203"/>
                  <a:pt x="771079" y="1278203"/>
                </a:cubicBezTo>
                <a:cubicBezTo>
                  <a:pt x="771079" y="1099762"/>
                  <a:pt x="771079" y="1099762"/>
                  <a:pt x="771079" y="1099762"/>
                </a:cubicBezTo>
                <a:cubicBezTo>
                  <a:pt x="708208" y="1051096"/>
                  <a:pt x="708208" y="1051096"/>
                  <a:pt x="708208" y="1051096"/>
                </a:cubicBezTo>
                <a:cubicBezTo>
                  <a:pt x="711453" y="1045419"/>
                  <a:pt x="711453" y="1045419"/>
                  <a:pt x="711453" y="1045419"/>
                </a:cubicBezTo>
                <a:cubicBezTo>
                  <a:pt x="774323" y="1094085"/>
                  <a:pt x="774323" y="1094085"/>
                  <a:pt x="774323" y="1094085"/>
                </a:cubicBezTo>
                <a:cubicBezTo>
                  <a:pt x="962125" y="951332"/>
                  <a:pt x="962125" y="951332"/>
                  <a:pt x="962125" y="951332"/>
                </a:cubicBezTo>
                <a:cubicBezTo>
                  <a:pt x="777163" y="807769"/>
                  <a:pt x="777163" y="807769"/>
                  <a:pt x="777163" y="807769"/>
                </a:cubicBezTo>
                <a:cubicBezTo>
                  <a:pt x="589362" y="950521"/>
                  <a:pt x="589362" y="950521"/>
                  <a:pt x="589362" y="950521"/>
                </a:cubicBezTo>
                <a:cubicBezTo>
                  <a:pt x="711453" y="1045013"/>
                  <a:pt x="711453" y="1045013"/>
                  <a:pt x="711453" y="1045013"/>
                </a:cubicBezTo>
                <a:cubicBezTo>
                  <a:pt x="707802" y="1051096"/>
                  <a:pt x="707802" y="1051096"/>
                  <a:pt x="707802" y="1051096"/>
                </a:cubicBezTo>
                <a:cubicBezTo>
                  <a:pt x="584900" y="955388"/>
                  <a:pt x="584900" y="955388"/>
                  <a:pt x="584900" y="955388"/>
                </a:cubicBezTo>
                <a:cubicBezTo>
                  <a:pt x="584900" y="1133828"/>
                  <a:pt x="584900" y="1133828"/>
                  <a:pt x="584900" y="1133828"/>
                </a:cubicBezTo>
                <a:cubicBezTo>
                  <a:pt x="636008" y="1173571"/>
                  <a:pt x="636008" y="1173571"/>
                  <a:pt x="636008" y="1173571"/>
                </a:cubicBezTo>
                <a:cubicBezTo>
                  <a:pt x="632357" y="1180060"/>
                  <a:pt x="632357" y="1180060"/>
                  <a:pt x="632357" y="1180060"/>
                </a:cubicBezTo>
                <a:cubicBezTo>
                  <a:pt x="582872" y="1141534"/>
                  <a:pt x="582872" y="1141534"/>
                  <a:pt x="582872" y="1141534"/>
                </a:cubicBezTo>
                <a:cubicBezTo>
                  <a:pt x="395071" y="1284286"/>
                  <a:pt x="395071" y="1284286"/>
                  <a:pt x="395071" y="128428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12700" y="1384050"/>
                  <a:pt x="512700" y="1384050"/>
                  <a:pt x="512700" y="1384050"/>
                </a:cubicBezTo>
                <a:cubicBezTo>
                  <a:pt x="392637" y="1291180"/>
                  <a:pt x="392637" y="1291180"/>
                  <a:pt x="392637" y="1291180"/>
                </a:cubicBezTo>
                <a:cubicBezTo>
                  <a:pt x="392637" y="1469214"/>
                  <a:pt x="392637" y="1469214"/>
                  <a:pt x="392637" y="1469214"/>
                </a:cubicBezTo>
                <a:cubicBezTo>
                  <a:pt x="440906" y="1506525"/>
                  <a:pt x="440906" y="1506525"/>
                  <a:pt x="440906" y="1506525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391015" y="1476514"/>
                  <a:pt x="391015" y="1476514"/>
                  <a:pt x="391015" y="1476514"/>
                </a:cubicBezTo>
                <a:cubicBezTo>
                  <a:pt x="195912" y="1624539"/>
                  <a:pt x="195912" y="1624539"/>
                  <a:pt x="195912" y="1624539"/>
                </a:cubicBezTo>
                <a:cubicBezTo>
                  <a:pt x="0" y="1472459"/>
                  <a:pt x="0" y="1472459"/>
                  <a:pt x="0" y="1472459"/>
                </a:cubicBezTo>
                <a:cubicBezTo>
                  <a:pt x="0" y="1412033"/>
                  <a:pt x="0" y="1412033"/>
                  <a:pt x="0" y="1412033"/>
                </a:cubicBezTo>
                <a:cubicBezTo>
                  <a:pt x="6490" y="1414872"/>
                  <a:pt x="6490" y="1414872"/>
                  <a:pt x="6490" y="1414872"/>
                </a:cubicBezTo>
                <a:cubicBezTo>
                  <a:pt x="6490" y="1469214"/>
                  <a:pt x="6490" y="1469214"/>
                  <a:pt x="6490" y="1469214"/>
                </a:cubicBezTo>
                <a:cubicBezTo>
                  <a:pt x="192668" y="1613589"/>
                  <a:pt x="192668" y="1613589"/>
                  <a:pt x="192668" y="1613589"/>
                </a:cubicBezTo>
                <a:cubicBezTo>
                  <a:pt x="192668" y="1435555"/>
                  <a:pt x="192668" y="1435555"/>
                  <a:pt x="192668" y="1435555"/>
                </a:cubicBezTo>
                <a:cubicBezTo>
                  <a:pt x="6490" y="1291180"/>
                  <a:pt x="6490" y="1291180"/>
                  <a:pt x="6490" y="1291180"/>
                </a:cubicBezTo>
                <a:cubicBezTo>
                  <a:pt x="6490" y="1414466"/>
                  <a:pt x="6490" y="1414466"/>
                  <a:pt x="6490" y="1414466"/>
                </a:cubicBezTo>
                <a:cubicBezTo>
                  <a:pt x="0" y="1411627"/>
                  <a:pt x="0" y="1411627"/>
                  <a:pt x="0" y="1411627"/>
                </a:cubicBezTo>
                <a:cubicBezTo>
                  <a:pt x="0" y="1282664"/>
                  <a:pt x="0" y="1282664"/>
                  <a:pt x="0" y="1282664"/>
                </a:cubicBezTo>
                <a:cubicBezTo>
                  <a:pt x="66926" y="1231565"/>
                  <a:pt x="66926" y="1231565"/>
                  <a:pt x="66926" y="1231565"/>
                </a:cubicBezTo>
                <a:cubicBezTo>
                  <a:pt x="73821" y="1234809"/>
                  <a:pt x="73821" y="1234809"/>
                  <a:pt x="73821" y="1234809"/>
                </a:cubicBezTo>
                <a:cubicBezTo>
                  <a:pt x="8924" y="1284286"/>
                  <a:pt x="8924" y="1284286"/>
                  <a:pt x="8924" y="1284286"/>
                </a:cubicBezTo>
                <a:cubicBezTo>
                  <a:pt x="196318" y="1429472"/>
                  <a:pt x="196318" y="1429472"/>
                  <a:pt x="196318" y="1429472"/>
                </a:cubicBezTo>
                <a:cubicBezTo>
                  <a:pt x="384119" y="1286719"/>
                  <a:pt x="384119" y="1286719"/>
                  <a:pt x="384119" y="1286719"/>
                </a:cubicBezTo>
                <a:cubicBezTo>
                  <a:pt x="196724" y="1141534"/>
                  <a:pt x="196724" y="1141534"/>
                  <a:pt x="196724" y="1141534"/>
                </a:cubicBezTo>
                <a:cubicBezTo>
                  <a:pt x="74227" y="1234403"/>
                  <a:pt x="74227" y="1234403"/>
                  <a:pt x="74227" y="1234403"/>
                </a:cubicBezTo>
                <a:cubicBezTo>
                  <a:pt x="67332" y="1231159"/>
                  <a:pt x="67332" y="1231159"/>
                  <a:pt x="67332" y="1231159"/>
                </a:cubicBezTo>
                <a:cubicBezTo>
                  <a:pt x="191856" y="1136667"/>
                  <a:pt x="191856" y="1136667"/>
                  <a:pt x="191856" y="1136667"/>
                </a:cubicBezTo>
                <a:cubicBezTo>
                  <a:pt x="191856" y="1044607"/>
                  <a:pt x="191856" y="1044607"/>
                  <a:pt x="191856" y="1044607"/>
                </a:cubicBezTo>
                <a:cubicBezTo>
                  <a:pt x="198752" y="1045419"/>
                  <a:pt x="198752" y="1045419"/>
                  <a:pt x="198752" y="1045419"/>
                </a:cubicBezTo>
                <a:cubicBezTo>
                  <a:pt x="198752" y="1133828"/>
                  <a:pt x="198752" y="1133828"/>
                  <a:pt x="198752" y="1133828"/>
                </a:cubicBezTo>
                <a:cubicBezTo>
                  <a:pt x="384524" y="1278203"/>
                  <a:pt x="384524" y="1278203"/>
                  <a:pt x="384524" y="1278203"/>
                </a:cubicBezTo>
                <a:cubicBezTo>
                  <a:pt x="384524" y="1099762"/>
                  <a:pt x="384524" y="1099762"/>
                  <a:pt x="384524" y="1099762"/>
                </a:cubicBezTo>
                <a:cubicBezTo>
                  <a:pt x="296912" y="1032037"/>
                  <a:pt x="296912" y="1032037"/>
                  <a:pt x="296912" y="1032037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388175" y="1094085"/>
                  <a:pt x="388175" y="1094085"/>
                  <a:pt x="388175" y="1094085"/>
                </a:cubicBezTo>
                <a:cubicBezTo>
                  <a:pt x="575977" y="951332"/>
                  <a:pt x="575977" y="951332"/>
                  <a:pt x="575977" y="951332"/>
                </a:cubicBezTo>
                <a:cubicBezTo>
                  <a:pt x="434822" y="841835"/>
                  <a:pt x="434822" y="841835"/>
                  <a:pt x="434822" y="841835"/>
                </a:cubicBezTo>
                <a:cubicBezTo>
                  <a:pt x="438878" y="836158"/>
                  <a:pt x="438878" y="836158"/>
                  <a:pt x="438878" y="836158"/>
                </a:cubicBezTo>
                <a:cubicBezTo>
                  <a:pt x="578816" y="944843"/>
                  <a:pt x="578816" y="944843"/>
                  <a:pt x="578816" y="944843"/>
                </a:cubicBezTo>
                <a:cubicBezTo>
                  <a:pt x="578816" y="766808"/>
                  <a:pt x="578816" y="766808"/>
                  <a:pt x="578816" y="766808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525274" y="716927"/>
                  <a:pt x="525274" y="716927"/>
                  <a:pt x="525274" y="716927"/>
                </a:cubicBezTo>
                <a:cubicBezTo>
                  <a:pt x="582061" y="761131"/>
                  <a:pt x="582061" y="761131"/>
                  <a:pt x="582061" y="761131"/>
                </a:cubicBezTo>
                <a:cubicBezTo>
                  <a:pt x="769862" y="618379"/>
                  <a:pt x="769862" y="618379"/>
                  <a:pt x="769862" y="618379"/>
                </a:cubicBezTo>
                <a:cubicBezTo>
                  <a:pt x="582872" y="472787"/>
                  <a:pt x="582872" y="472787"/>
                  <a:pt x="582872" y="472787"/>
                </a:cubicBezTo>
                <a:cubicBezTo>
                  <a:pt x="395071" y="615540"/>
                  <a:pt x="395071" y="615540"/>
                  <a:pt x="395071" y="615540"/>
                </a:cubicBezTo>
                <a:cubicBezTo>
                  <a:pt x="524868" y="716521"/>
                  <a:pt x="524868" y="716521"/>
                  <a:pt x="524868" y="716521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392637" y="622434"/>
                  <a:pt x="392637" y="622434"/>
                  <a:pt x="392637" y="622434"/>
                </a:cubicBezTo>
                <a:cubicBezTo>
                  <a:pt x="392637" y="800875"/>
                  <a:pt x="392637" y="800875"/>
                  <a:pt x="392637" y="800875"/>
                </a:cubicBezTo>
                <a:cubicBezTo>
                  <a:pt x="438472" y="836158"/>
                  <a:pt x="438472" y="836158"/>
                  <a:pt x="438472" y="836158"/>
                </a:cubicBezTo>
                <a:cubicBezTo>
                  <a:pt x="434416" y="841430"/>
                  <a:pt x="434416" y="841430"/>
                  <a:pt x="434416" y="841430"/>
                </a:cubicBezTo>
                <a:cubicBezTo>
                  <a:pt x="391015" y="807769"/>
                  <a:pt x="391015" y="807769"/>
                  <a:pt x="391015" y="807769"/>
                </a:cubicBezTo>
                <a:cubicBezTo>
                  <a:pt x="203214" y="950521"/>
                  <a:pt x="203214" y="950521"/>
                  <a:pt x="203214" y="950521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296912" y="1031630"/>
                  <a:pt x="296912" y="1031630"/>
                  <a:pt x="296912" y="1031630"/>
                </a:cubicBezTo>
                <a:cubicBezTo>
                  <a:pt x="198752" y="955388"/>
                  <a:pt x="198752" y="955388"/>
                  <a:pt x="198752" y="955388"/>
                </a:cubicBezTo>
                <a:cubicBezTo>
                  <a:pt x="198752" y="1045013"/>
                  <a:pt x="198752" y="1045013"/>
                  <a:pt x="198752" y="1045013"/>
                </a:cubicBezTo>
                <a:cubicBezTo>
                  <a:pt x="191856" y="1044202"/>
                  <a:pt x="191856" y="1044202"/>
                  <a:pt x="191856" y="1044202"/>
                </a:cubicBezTo>
                <a:cubicBezTo>
                  <a:pt x="191856" y="952954"/>
                  <a:pt x="191856" y="952954"/>
                  <a:pt x="191856" y="952954"/>
                </a:cubicBezTo>
                <a:cubicBezTo>
                  <a:pt x="183744" y="946465"/>
                  <a:pt x="183744" y="946465"/>
                  <a:pt x="183744" y="946465"/>
                </a:cubicBezTo>
                <a:cubicBezTo>
                  <a:pt x="183744" y="937949"/>
                  <a:pt x="183744" y="937949"/>
                  <a:pt x="183744" y="937949"/>
                </a:cubicBezTo>
                <a:cubicBezTo>
                  <a:pt x="192668" y="944843"/>
                  <a:pt x="192668" y="944843"/>
                  <a:pt x="192668" y="944843"/>
                </a:cubicBezTo>
                <a:cubicBezTo>
                  <a:pt x="192668" y="766808"/>
                  <a:pt x="192668" y="766808"/>
                  <a:pt x="192668" y="766808"/>
                </a:cubicBezTo>
                <a:cubicBezTo>
                  <a:pt x="183744" y="759914"/>
                  <a:pt x="183744" y="759914"/>
                  <a:pt x="183744" y="759914"/>
                </a:cubicBezTo>
                <a:cubicBezTo>
                  <a:pt x="183744" y="751398"/>
                  <a:pt x="183744" y="751398"/>
                  <a:pt x="183744" y="751398"/>
                </a:cubicBezTo>
                <a:cubicBezTo>
                  <a:pt x="196318" y="761131"/>
                  <a:pt x="196318" y="761131"/>
                  <a:pt x="196318" y="761131"/>
                </a:cubicBezTo>
                <a:cubicBezTo>
                  <a:pt x="384119" y="618379"/>
                  <a:pt x="384119" y="618379"/>
                  <a:pt x="384119" y="618379"/>
                </a:cubicBezTo>
                <a:cubicBezTo>
                  <a:pt x="196724" y="472787"/>
                  <a:pt x="196724" y="472787"/>
                  <a:pt x="196724" y="472787"/>
                </a:cubicBezTo>
                <a:cubicBezTo>
                  <a:pt x="8924" y="615540"/>
                  <a:pt x="8924" y="615540"/>
                  <a:pt x="8924" y="615540"/>
                </a:cubicBezTo>
                <a:cubicBezTo>
                  <a:pt x="183339" y="750992"/>
                  <a:pt x="183339" y="750992"/>
                  <a:pt x="183339" y="750992"/>
                </a:cubicBezTo>
                <a:cubicBezTo>
                  <a:pt x="183339" y="759508"/>
                  <a:pt x="183339" y="759508"/>
                  <a:pt x="183339" y="759508"/>
                </a:cubicBezTo>
                <a:cubicBezTo>
                  <a:pt x="6490" y="622434"/>
                  <a:pt x="6490" y="622434"/>
                  <a:pt x="6490" y="622434"/>
                </a:cubicBezTo>
                <a:cubicBezTo>
                  <a:pt x="6490" y="800875"/>
                  <a:pt x="6490" y="800875"/>
                  <a:pt x="6490" y="800875"/>
                </a:cubicBezTo>
                <a:lnTo>
                  <a:pt x="183339" y="937544"/>
                </a:lnTo>
                <a:cubicBezTo>
                  <a:pt x="183339" y="946060"/>
                  <a:pt x="183339" y="946060"/>
                  <a:pt x="183339" y="946060"/>
                </a:cubicBezTo>
                <a:cubicBezTo>
                  <a:pt x="0" y="804119"/>
                  <a:pt x="0" y="804119"/>
                  <a:pt x="0" y="804119"/>
                </a:cubicBezTo>
                <a:cubicBezTo>
                  <a:pt x="0" y="613917"/>
                  <a:pt x="0" y="613917"/>
                  <a:pt x="0" y="613917"/>
                </a:cubicBezTo>
                <a:cubicBezTo>
                  <a:pt x="191856" y="468327"/>
                  <a:pt x="191856" y="468327"/>
                  <a:pt x="191856" y="468327"/>
                </a:cubicBezTo>
                <a:cubicBezTo>
                  <a:pt x="191856" y="289076"/>
                  <a:pt x="191856" y="289076"/>
                  <a:pt x="191856" y="289076"/>
                </a:cubicBezTo>
                <a:cubicBezTo>
                  <a:pt x="198752" y="294348"/>
                  <a:pt x="198752" y="294348"/>
                  <a:pt x="198752" y="294348"/>
                </a:cubicBezTo>
                <a:cubicBezTo>
                  <a:pt x="198752" y="465488"/>
                  <a:pt x="198752" y="465488"/>
                  <a:pt x="198752" y="465488"/>
                </a:cubicBezTo>
                <a:cubicBezTo>
                  <a:pt x="384524" y="609862"/>
                  <a:pt x="384524" y="609862"/>
                  <a:pt x="384524" y="609862"/>
                </a:cubicBezTo>
                <a:cubicBezTo>
                  <a:pt x="384524" y="431828"/>
                  <a:pt x="384524" y="431828"/>
                  <a:pt x="384524" y="431828"/>
                </a:cubicBezTo>
                <a:cubicBezTo>
                  <a:pt x="198752" y="287453"/>
                  <a:pt x="198752" y="287453"/>
                  <a:pt x="198752" y="287453"/>
                </a:cubicBezTo>
                <a:cubicBezTo>
                  <a:pt x="198752" y="293942"/>
                  <a:pt x="198752" y="293942"/>
                  <a:pt x="198752" y="293942"/>
                </a:cubicBezTo>
                <a:cubicBezTo>
                  <a:pt x="191856" y="288670"/>
                  <a:pt x="191856" y="288670"/>
                  <a:pt x="191856" y="288670"/>
                </a:cubicBezTo>
                <a:cubicBezTo>
                  <a:pt x="191856" y="278937"/>
                  <a:pt x="191856" y="278937"/>
                  <a:pt x="191856" y="278937"/>
                </a:cubicBezTo>
                <a:cubicBezTo>
                  <a:pt x="377629" y="137401"/>
                  <a:pt x="377629" y="137401"/>
                  <a:pt x="377629" y="137401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200780" y="280559"/>
                  <a:pt x="200780" y="280559"/>
                  <a:pt x="200780" y="280559"/>
                </a:cubicBezTo>
                <a:cubicBezTo>
                  <a:pt x="388175" y="425745"/>
                  <a:pt x="388175" y="425745"/>
                  <a:pt x="388175" y="425745"/>
                </a:cubicBezTo>
                <a:cubicBezTo>
                  <a:pt x="575977" y="282993"/>
                  <a:pt x="575977" y="282993"/>
                  <a:pt x="575977" y="282993"/>
                </a:cubicBezTo>
                <a:cubicBezTo>
                  <a:pt x="388580" y="137807"/>
                  <a:pt x="388580" y="137807"/>
                  <a:pt x="388580" y="137807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378035" y="137401"/>
                  <a:pt x="378035" y="137401"/>
                  <a:pt x="378035" y="137401"/>
                </a:cubicBezTo>
                <a:cubicBezTo>
                  <a:pt x="386147" y="131318"/>
                  <a:pt x="386147" y="131318"/>
                  <a:pt x="386147" y="131318"/>
                </a:cubicBezTo>
                <a:cubicBezTo>
                  <a:pt x="386147" y="59650"/>
                  <a:pt x="386147" y="21577"/>
                  <a:pt x="386147" y="1350"/>
                </a:cubicBezTo>
                <a:close/>
              </a:path>
            </a:pathLst>
          </a:custGeom>
          <a:gradFill flip="none" rotWithShape="1">
            <a:gsLst>
              <a:gs pos="7000">
                <a:schemeClr val="bg1"/>
              </a:gs>
              <a:gs pos="26000">
                <a:schemeClr val="bg1">
                  <a:alpha val="80000"/>
                </a:schemeClr>
              </a:gs>
            </a:gsLst>
            <a:lin ang="0" scaled="1"/>
            <a:tileRect/>
          </a:gradFill>
        </p:spPr>
        <p:txBody>
          <a:bodyPr wrap="square" lIns="2160000" rIns="756000" anchor="ctr">
            <a:noAutofit/>
          </a:bodyPr>
          <a:lstStyle>
            <a:lvl1pPr>
              <a:defRPr/>
            </a:lvl1pPr>
          </a:lstStyle>
          <a:p>
            <a:pPr lvl="0"/>
            <a:r>
              <a:rPr lang="fr-FR" dirty="0"/>
              <a:t>Cliquez pour modifier les styles du texte du masque  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B62CD770-3131-7686-5D22-0AC580D9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1514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Process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8A6D559-B5F2-C10A-5216-55551821C047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09039" y="1866901"/>
            <a:ext cx="1409699" cy="1409700"/>
          </a:xfrm>
          <a:solidFill>
            <a:srgbClr val="000000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A89DC66-E329-2BA7-093B-F605D23EBE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6EBAB840-A288-E4AE-DD2B-ABD52849168F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123108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3E9C6ABE-0C15-ECEA-4B26-53769D8EA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7957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4" name="Espace réservé du texte 11">
            <a:extLst>
              <a:ext uri="{FF2B5EF4-FFF2-40B4-BE49-F238E27FC236}">
                <a16:creationId xmlns:a16="http://schemas.microsoft.com/office/drawing/2014/main" id="{24B29917-CE4F-A965-FAA6-E3B453333B7E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337177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6F1352A1-512B-F388-3483-16D51BDD2D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2026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texte 11">
            <a:extLst>
              <a:ext uri="{FF2B5EF4-FFF2-40B4-BE49-F238E27FC236}">
                <a16:creationId xmlns:a16="http://schemas.microsoft.com/office/drawing/2014/main" id="{C4BAD260-C56B-B79F-C093-46D3C16BCC87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7551246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E3294DD8-C0C7-7FF7-2AF0-2A6B1C7861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6095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043259EC-B8D8-255D-A2B2-B6984873CA6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765314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24D806FB-89F5-15B1-42D4-FB45DB6CC6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80163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2 niveaux de textes sont utilisés dans le carré de couleur, le 2</a:t>
            </a:r>
            <a:r>
              <a:rPr kumimoji="0" lang="fr-FR" sz="12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ème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niveau est réservé au chiffre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A tout moment vous pouvez supprimer ou dupliquer une des étapes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501BFA8-B9A9-BC60-9090-AC04B424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2952229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Process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0E4F447-1473-CEC3-0C4B-859E1566BDE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7318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2 niveaux de textes sont utilisés dans le carré de couleur, le 2</a:t>
            </a:r>
            <a:r>
              <a:rPr kumimoji="0" lang="fr-FR" sz="12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ème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niveau est réservé au chiffre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A tout moment vous pouvez supprimer ou dupliquer une des étapes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7F676C8B-EE69-3CAC-C9F6-BFDEFD052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5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89215B80-BD0F-D77B-4046-84DBB6530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50698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50E15DEA-ADB9-4EAD-9B8B-400BF2AF4F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423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31D594DF-B2F9-BDEA-68CF-C1C92B869A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61440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4EB8106A-BAE6-87F6-A881-562ED8FA41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68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FA8E9A1-911D-DD9D-7A76-ADDB4C2E4317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2908981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89C62950-23F5-0C27-DBF0-B851B616C800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1006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ABF9A6B1-3BC9-0F8E-8148-B1CF03BB61CA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7219723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8" name="Espace réservé du texte 11">
            <a:extLst>
              <a:ext uri="{FF2B5EF4-FFF2-40B4-BE49-F238E27FC236}">
                <a16:creationId xmlns:a16="http://schemas.microsoft.com/office/drawing/2014/main" id="{97EC53BB-3B6C-3AF7-68E1-48C8465AC20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386855" y="1583490"/>
            <a:ext cx="1652399" cy="16524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D2C0AC3-31B7-69C8-1880-96C477E5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7295705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FIN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6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8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3E8B46-58E5-AAA0-387D-4D0B3F725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/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64A62886-21D9-96B1-E41B-BFA9B09684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/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2313964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FIN Gris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5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0D902288-F09E-3DF3-4FA0-8680492FC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81B85C49-3012-97FD-C776-3C7299B5E4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DFC68CDA-E659-1835-4722-CB92A2FFFE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37866768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Contact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3F48AE-496F-F02F-5148-8492F7C61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5105625"/>
            <a:ext cx="4651374" cy="1510845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4pPr>
            <a:lvl5pPr marL="538163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103F96-5E5B-60F7-F077-8E6E1ABD9DF4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Astuce : Prénom NOM = 1</a:t>
            </a:r>
            <a:r>
              <a:rPr kumimoji="0" lang="fr-FR" sz="12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niveau  -  Email / Tél, = 2</a:t>
            </a:r>
            <a:r>
              <a:rPr kumimoji="0" lang="fr-FR" sz="12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ème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niveau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31838" y="726066"/>
            <a:ext cx="1806198" cy="1806198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22219D0D-87E0-357C-56D2-13A29A891F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0" y="5892800"/>
            <a:ext cx="3357563" cy="558800"/>
          </a:xfrm>
        </p:spPr>
        <p:txBody>
          <a:bodyPr rIns="0">
            <a:normAutofit/>
          </a:bodyPr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35376920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81100" y="1892875"/>
            <a:ext cx="10515600" cy="1576547"/>
          </a:xfrm>
          <a:prstGeom prst="rect">
            <a:avLst/>
          </a:prstGeom>
        </p:spPr>
        <p:txBody>
          <a:bodyPr rtlCol="0"/>
          <a:lstStyle>
            <a:lvl1pPr>
              <a:defRPr sz="3200"/>
            </a:lvl1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881099" y="1067647"/>
            <a:ext cx="10565835" cy="572170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8307620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526982-0BD3-80B2-D0C1-E141B8AD1D26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</a:t>
            </a: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944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40C171-F8BC-ADF7-34F0-2F7803EEB074}"/>
              </a:ext>
            </a:extLst>
          </p:cNvPr>
          <p:cNvSpPr/>
          <p:nvPr userDrawn="1"/>
        </p:nvSpPr>
        <p:spPr>
          <a:xfrm>
            <a:off x="0" y="5994400"/>
            <a:ext cx="12192000" cy="86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i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11" name="ZoneTexte 10"/>
          <p:cNvSpPr txBox="1"/>
          <p:nvPr userDrawn="1"/>
        </p:nvSpPr>
        <p:spPr>
          <a:xfrm>
            <a:off x="489527" y="6132945"/>
            <a:ext cx="6354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Emplacement</a:t>
            </a:r>
            <a:r>
              <a:rPr lang="en-US" sz="1200" baseline="0" dirty="0"/>
              <a:t> logotypes </a:t>
            </a:r>
            <a:r>
              <a:rPr lang="en-US" sz="1200" baseline="0" dirty="0" err="1"/>
              <a:t>financeurs</a:t>
            </a:r>
            <a:r>
              <a:rPr lang="en-US" sz="1200" baseline="0" dirty="0"/>
              <a:t>/</a:t>
            </a:r>
            <a:r>
              <a:rPr lang="en-US" sz="1200" baseline="0" dirty="0" err="1"/>
              <a:t>partenaires</a:t>
            </a:r>
            <a:r>
              <a:rPr lang="en-US" sz="1200" baseline="0" dirty="0"/>
              <a:t>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5431011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CEA li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40C171-F8BC-ADF7-34F0-2F7803EEB074}"/>
              </a:ext>
            </a:extLst>
          </p:cNvPr>
          <p:cNvSpPr/>
          <p:nvPr userDrawn="1"/>
        </p:nvSpPr>
        <p:spPr>
          <a:xfrm>
            <a:off x="0" y="5994400"/>
            <a:ext cx="12192000" cy="86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2B667D-CC06-7D82-8E0F-CFDA021D6AD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CEA </a:t>
            </a:r>
            <a:r>
              <a:rPr lang="fr-FR" sz="1200" dirty="0" err="1">
                <a:solidFill>
                  <a:schemeClr val="bg1">
                    <a:lumMod val="50000"/>
                  </a:schemeClr>
                </a:solidFill>
              </a:rPr>
              <a:t>liten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Logo CEA liten">
            <a:extLst>
              <a:ext uri="{FF2B5EF4-FFF2-40B4-BE49-F238E27FC236}">
                <a16:creationId xmlns:a16="http://schemas.microsoft.com/office/drawing/2014/main" id="{59C151D8-9F2F-A121-360A-4DC7F82C41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4053600" cy="1804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F5FF40-204E-79EE-35CB-85711491D064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994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CEA is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40C171-F8BC-ADF7-34F0-2F7803EEB074}"/>
              </a:ext>
            </a:extLst>
          </p:cNvPr>
          <p:cNvSpPr/>
          <p:nvPr userDrawn="1"/>
        </p:nvSpPr>
        <p:spPr>
          <a:xfrm>
            <a:off x="0" y="5994400"/>
            <a:ext cx="12192000" cy="86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pic>
        <p:nvPicPr>
          <p:cNvPr id="5" name="Logo CEA liten">
            <a:extLst>
              <a:ext uri="{FF2B5EF4-FFF2-40B4-BE49-F238E27FC236}">
                <a16:creationId xmlns:a16="http://schemas.microsoft.com/office/drawing/2014/main" id="{59C151D8-9F2F-A121-360A-4DC7F82C41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838" y="728663"/>
            <a:ext cx="4053599" cy="1804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10AE585-3E8A-32F0-6876-68FBB4218CF7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CEA </a:t>
            </a:r>
            <a:r>
              <a:rPr lang="fr-FR" sz="1200" dirty="0" err="1">
                <a:solidFill>
                  <a:schemeClr val="bg1">
                    <a:lumMod val="50000"/>
                  </a:schemeClr>
                </a:solidFill>
              </a:rPr>
              <a:t>isas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0377C-96DE-1F86-CAD9-8510009CBC0B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365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FBAC49-4802-3440-8107-C65AE7ADA0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381125"/>
            <a:ext cx="8329612" cy="4795838"/>
          </a:xfrm>
        </p:spPr>
        <p:txBody>
          <a:bodyPr/>
          <a:lstStyle>
            <a:lvl1pPr marL="358775" indent="-358775">
              <a:spcBef>
                <a:spcPts val="1800"/>
              </a:spcBef>
              <a:buClr>
                <a:schemeClr val="bg1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Sommaire</a:t>
            </a: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717F4D1-D2E3-F44D-BEED-845604742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53" b="2802"/>
          <a:stretch/>
        </p:blipFill>
        <p:spPr>
          <a:xfrm>
            <a:off x="11647944" y="-1"/>
            <a:ext cx="544056" cy="6858001"/>
          </a:xfrm>
          <a:prstGeom prst="rect">
            <a:avLst/>
          </a:prstGeom>
        </p:spPr>
      </p:pic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914C3EDF-84FF-56C5-6EEE-62348DC5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CA229E7D-5925-577A-6E99-3E009A5C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E0039A2A-B2A3-3003-AC28-98B94837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38453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765299"/>
            <a:ext cx="8659812" cy="4148139"/>
          </a:xfrm>
        </p:spPr>
        <p:txBody>
          <a:bodyPr numCol="2" spcCol="360000"/>
          <a:lstStyle>
            <a:lvl1pPr marL="358775" indent="-358775">
              <a:spcBef>
                <a:spcPts val="1800"/>
              </a:spcBef>
              <a:buClr>
                <a:schemeClr val="tx2"/>
              </a:buClr>
              <a:buSzPct val="100000"/>
              <a:buFont typeface="+mj-lt"/>
              <a:buAutoNum type="arabicPeriod"/>
              <a:defRPr>
                <a:solidFill>
                  <a:schemeClr val="tx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Sommaire light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21E7187-2172-D725-E095-C0FCE93238AE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:Ce sommaire est sur deux colonnes, pour passer sur une colonne : Clic droit sur la zone de texte + « Format de la forme » / « Options de texte » / « Colonnes » = 1 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B329AAF-3546-DCEA-619B-466FB9B544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42" b="2802"/>
          <a:stretch/>
        </p:blipFill>
        <p:spPr>
          <a:xfrm>
            <a:off x="11647944" y="0"/>
            <a:ext cx="544056" cy="6858000"/>
          </a:xfrm>
          <a:prstGeom prst="rect">
            <a:avLst/>
          </a:prstGeom>
        </p:spPr>
      </p:pic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AB8B2ECB-EC50-E1E8-3A70-D0DF5B54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38548604-3796-63A0-C437-28EAB17A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3A448DB-A450-22D2-9A30-CE94EAFD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19248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9988" y="2171700"/>
            <a:ext cx="7750175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9988" y="4702628"/>
            <a:ext cx="7750175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57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</a:t>
            </a:r>
          </a:p>
        </p:txBody>
      </p:sp>
      <p:pic>
        <p:nvPicPr>
          <p:cNvPr id="26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grpSp>
        <p:nvGrpSpPr>
          <p:cNvPr id="2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2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2807680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5675086" y="0"/>
            <a:ext cx="6516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9988" y="2171700"/>
            <a:ext cx="7750175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9988" y="4702628"/>
            <a:ext cx="7750175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57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 light</a:t>
            </a:r>
          </a:p>
        </p:txBody>
      </p:sp>
      <p:pic>
        <p:nvPicPr>
          <p:cNvPr id="8" name="PATTERN 14">
            <a:extLst>
              <a:ext uri="{FF2B5EF4-FFF2-40B4-BE49-F238E27FC236}">
                <a16:creationId xmlns:a16="http://schemas.microsoft.com/office/drawing/2014/main" id="{2582F57D-4CEF-BB5A-C74F-450386FD8E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5" t="80145" r="2860" b="-12214"/>
          <a:stretch/>
        </p:blipFill>
        <p:spPr>
          <a:xfrm>
            <a:off x="0" y="0"/>
            <a:ext cx="12192001" cy="974400"/>
          </a:xfrm>
          <a:prstGeom prst="rect">
            <a:avLst/>
          </a:prstGeom>
        </p:spPr>
      </p:pic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4B8F1117-0C05-E4A8-4E70-E7172B08AA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BB4C71F-0E19-B583-5B43-59128B9CB2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035A95C-D228-2D25-8FE9-AE69EC8177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82495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9988" y="2171700"/>
            <a:ext cx="7750175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9988" y="4702628"/>
            <a:ext cx="7750175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57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 Gris</a:t>
            </a:r>
          </a:p>
        </p:txBody>
      </p:sp>
      <p:pic>
        <p:nvPicPr>
          <p:cNvPr id="14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5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989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9988" y="2171700"/>
            <a:ext cx="7750175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9988" y="4702628"/>
            <a:ext cx="7750175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57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 Bleu</a:t>
            </a:r>
          </a:p>
        </p:txBody>
      </p:sp>
      <p:pic>
        <p:nvPicPr>
          <p:cNvPr id="13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4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045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10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7247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et contenu 2 colonnes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10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59661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Deux contenus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59980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271B01-F4E4-B2FD-ADE2-0F5A7423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D7597D-BC71-3CA1-38C9-B6FBD6A7F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887" y="2298700"/>
            <a:ext cx="5220000" cy="38909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B97958-7FD8-2766-D566-D383863BB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163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42EBB1-652D-E679-13E7-0B6ECA901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163" y="2298700"/>
            <a:ext cx="5220000" cy="38909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ADA965-F8EA-5D12-7ED9-A3674AF6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B16C217-F7F2-6EE2-D15A-89EA21D2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D0E24-8938-8209-D803-6F81B0B4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3701A9-B73D-CA83-ABED-FAE572A2B991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Comparaison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12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238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Fond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E21B82-70BD-E39B-E420-F5C8A87EF9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Deux contenus Fond gris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89866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E21B82-70BD-E39B-E420-F5C8A87EF9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Deux contenus Fond rouge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9184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Contenu + visuel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5483" y="0"/>
            <a:ext cx="5957423" cy="6858000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957423" h="6858000">
                <a:moveTo>
                  <a:pt x="738225" y="6793932"/>
                </a:moveTo>
                <a:cubicBezTo>
                  <a:pt x="771350" y="6819166"/>
                  <a:pt x="796195" y="6838092"/>
                  <a:pt x="814828" y="6852286"/>
                </a:cubicBezTo>
                <a:lnTo>
                  <a:pt x="822329" y="6858000"/>
                </a:lnTo>
                <a:lnTo>
                  <a:pt x="655724" y="6858000"/>
                </a:lnTo>
                <a:lnTo>
                  <a:pt x="656989" y="6857017"/>
                </a:lnTo>
                <a:cubicBezTo>
                  <a:pt x="738225" y="6793932"/>
                  <a:pt x="738225" y="6793932"/>
                  <a:pt x="738225" y="6793932"/>
                </a:cubicBezTo>
                <a:close/>
                <a:moveTo>
                  <a:pt x="733493" y="6434348"/>
                </a:moveTo>
                <a:cubicBezTo>
                  <a:pt x="733493" y="6780527"/>
                  <a:pt x="733493" y="6780527"/>
                  <a:pt x="733493" y="6780527"/>
                </a:cubicBezTo>
                <a:cubicBezTo>
                  <a:pt x="639637" y="6853075"/>
                  <a:pt x="639637" y="6853075"/>
                  <a:pt x="639637" y="6853075"/>
                </a:cubicBezTo>
                <a:cubicBezTo>
                  <a:pt x="645158" y="6854652"/>
                  <a:pt x="650679" y="6855440"/>
                  <a:pt x="656989" y="6857017"/>
                </a:cubicBezTo>
                <a:cubicBezTo>
                  <a:pt x="650679" y="6856229"/>
                  <a:pt x="644369" y="6854652"/>
                  <a:pt x="638848" y="6853863"/>
                </a:cubicBezTo>
                <a:lnTo>
                  <a:pt x="633515" y="6858000"/>
                </a:lnTo>
                <a:lnTo>
                  <a:pt x="371479" y="6858000"/>
                </a:lnTo>
                <a:lnTo>
                  <a:pt x="371479" y="6799592"/>
                </a:lnTo>
                <a:cubicBezTo>
                  <a:pt x="371479" y="6715076"/>
                  <a:pt x="371479" y="6715076"/>
                  <a:pt x="371479" y="6715076"/>
                </a:cubicBezTo>
                <a:cubicBezTo>
                  <a:pt x="733493" y="6434348"/>
                  <a:pt x="733493" y="6434348"/>
                  <a:pt x="733493" y="6434348"/>
                </a:cubicBezTo>
                <a:close/>
                <a:moveTo>
                  <a:pt x="1106548" y="5786939"/>
                </a:moveTo>
                <a:cubicBezTo>
                  <a:pt x="1106548" y="6133906"/>
                  <a:pt x="1106548" y="6133906"/>
                  <a:pt x="1106548" y="6133906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744534" y="6413845"/>
                  <a:pt x="744534" y="6413845"/>
                  <a:pt x="744534" y="6413845"/>
                </a:cubicBezTo>
                <a:cubicBezTo>
                  <a:pt x="744534" y="6067667"/>
                  <a:pt x="744534" y="6067667"/>
                  <a:pt x="744534" y="6067667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1106548" y="5786939"/>
                  <a:pt x="1106548" y="5786939"/>
                  <a:pt x="1106548" y="5786939"/>
                </a:cubicBezTo>
                <a:close/>
                <a:moveTo>
                  <a:pt x="1739875" y="5671020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739875" y="5671020"/>
                  <a:pt x="1739875" y="5671020"/>
                  <a:pt x="1739875" y="5671020"/>
                </a:cubicBezTo>
                <a:close/>
                <a:moveTo>
                  <a:pt x="1488280" y="5495959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853448" y="5773533"/>
                  <a:pt x="1853448" y="5773533"/>
                  <a:pt x="1853448" y="5773533"/>
                </a:cubicBezTo>
                <a:cubicBezTo>
                  <a:pt x="1489068" y="6056627"/>
                  <a:pt x="1489068" y="6056627"/>
                  <a:pt x="1489068" y="6056627"/>
                </a:cubicBezTo>
                <a:cubicBezTo>
                  <a:pt x="1123900" y="5779053"/>
                  <a:pt x="1123900" y="5779053"/>
                  <a:pt x="1123900" y="5779053"/>
                </a:cubicBezTo>
                <a:cubicBezTo>
                  <a:pt x="1488280" y="5495959"/>
                  <a:pt x="1488280" y="5495959"/>
                  <a:pt x="1488280" y="5495959"/>
                </a:cubicBezTo>
                <a:close/>
                <a:moveTo>
                  <a:pt x="359648" y="4847761"/>
                </a:moveTo>
                <a:cubicBezTo>
                  <a:pt x="724817" y="5125335"/>
                  <a:pt x="724817" y="5125335"/>
                  <a:pt x="724817" y="5125335"/>
                </a:cubicBezTo>
                <a:cubicBezTo>
                  <a:pt x="487418" y="5309070"/>
                  <a:pt x="487418" y="5309070"/>
                  <a:pt x="487418" y="5309070"/>
                </a:cubicBezTo>
                <a:cubicBezTo>
                  <a:pt x="493727" y="5320110"/>
                  <a:pt x="493727" y="5320110"/>
                  <a:pt x="493727" y="5320110"/>
                </a:cubicBezTo>
                <a:cubicBezTo>
                  <a:pt x="733493" y="5134798"/>
                  <a:pt x="733493" y="5134798"/>
                  <a:pt x="733493" y="5134798"/>
                </a:cubicBezTo>
                <a:cubicBezTo>
                  <a:pt x="733493" y="5480976"/>
                  <a:pt x="733493" y="5480976"/>
                  <a:pt x="733493" y="5480976"/>
                </a:cubicBezTo>
                <a:cubicBezTo>
                  <a:pt x="633328" y="5558256"/>
                  <a:pt x="633328" y="5558256"/>
                  <a:pt x="633328" y="5558256"/>
                </a:cubicBezTo>
                <a:cubicBezTo>
                  <a:pt x="641215" y="5570873"/>
                  <a:pt x="641215" y="5570873"/>
                  <a:pt x="641215" y="5570873"/>
                </a:cubicBezTo>
                <a:cubicBezTo>
                  <a:pt x="737436" y="5495959"/>
                  <a:pt x="737436" y="5495959"/>
                  <a:pt x="737436" y="5495959"/>
                </a:cubicBezTo>
                <a:cubicBezTo>
                  <a:pt x="1102605" y="5773533"/>
                  <a:pt x="1102605" y="5773533"/>
                  <a:pt x="1102605" y="5773533"/>
                </a:cubicBezTo>
                <a:cubicBezTo>
                  <a:pt x="866783" y="5956479"/>
                  <a:pt x="866783" y="5956479"/>
                  <a:pt x="866783" y="5956479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865994" y="5957268"/>
                  <a:pt x="865994" y="5957268"/>
                  <a:pt x="865994" y="5957268"/>
                </a:cubicBezTo>
                <a:cubicBezTo>
                  <a:pt x="738225" y="6056627"/>
                  <a:pt x="738225" y="6056627"/>
                  <a:pt x="738225" y="6056627"/>
                </a:cubicBezTo>
                <a:cubicBezTo>
                  <a:pt x="373056" y="5779053"/>
                  <a:pt x="373056" y="5779053"/>
                  <a:pt x="373056" y="5779053"/>
                </a:cubicBezTo>
                <a:cubicBezTo>
                  <a:pt x="640426" y="5571661"/>
                  <a:pt x="640426" y="5571661"/>
                  <a:pt x="640426" y="5571661"/>
                </a:cubicBezTo>
                <a:cubicBezTo>
                  <a:pt x="633328" y="5559044"/>
                  <a:pt x="633328" y="5559044"/>
                  <a:pt x="633328" y="5559044"/>
                </a:cubicBezTo>
                <a:cubicBezTo>
                  <a:pt x="371479" y="5761705"/>
                  <a:pt x="371479" y="5761705"/>
                  <a:pt x="371479" y="5761705"/>
                </a:cubicBezTo>
                <a:cubicBezTo>
                  <a:pt x="371479" y="5415526"/>
                  <a:pt x="371479" y="5415526"/>
                  <a:pt x="371479" y="5415526"/>
                </a:cubicBezTo>
                <a:cubicBezTo>
                  <a:pt x="493727" y="5320898"/>
                  <a:pt x="493727" y="5320898"/>
                  <a:pt x="493727" y="5320898"/>
                </a:cubicBezTo>
                <a:cubicBezTo>
                  <a:pt x="486629" y="5309070"/>
                  <a:pt x="486629" y="5309070"/>
                  <a:pt x="486629" y="5309070"/>
                </a:cubicBezTo>
                <a:cubicBezTo>
                  <a:pt x="365169" y="5403697"/>
                  <a:pt x="365169" y="5403697"/>
                  <a:pt x="365169" y="5403697"/>
                </a:cubicBezTo>
                <a:cubicBezTo>
                  <a:pt x="0" y="5126124"/>
                  <a:pt x="0" y="5126124"/>
                  <a:pt x="0" y="5126124"/>
                </a:cubicBezTo>
                <a:cubicBezTo>
                  <a:pt x="359648" y="4847761"/>
                  <a:pt x="359648" y="4847761"/>
                  <a:pt x="359648" y="4847761"/>
                </a:cubicBezTo>
                <a:close/>
                <a:moveTo>
                  <a:pt x="1106548" y="4487388"/>
                </a:moveTo>
                <a:cubicBezTo>
                  <a:pt x="1106548" y="4833567"/>
                  <a:pt x="1106548" y="4833567"/>
                  <a:pt x="1106548" y="4833567"/>
                </a:cubicBezTo>
                <a:cubicBezTo>
                  <a:pt x="1018214" y="4902172"/>
                  <a:pt x="1018214" y="4902172"/>
                  <a:pt x="1018214" y="4902172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017425" y="4902960"/>
                  <a:pt x="1017425" y="4902960"/>
                  <a:pt x="1017425" y="4902960"/>
                </a:cubicBezTo>
                <a:cubicBezTo>
                  <a:pt x="744534" y="5114295"/>
                  <a:pt x="744534" y="5114295"/>
                  <a:pt x="744534" y="5114295"/>
                </a:cubicBezTo>
                <a:cubicBezTo>
                  <a:pt x="744534" y="4768116"/>
                  <a:pt x="744534" y="4768116"/>
                  <a:pt x="744534" y="4768116"/>
                </a:cubicBezTo>
                <a:cubicBezTo>
                  <a:pt x="856530" y="4680586"/>
                  <a:pt x="856530" y="4680586"/>
                  <a:pt x="856530" y="4680586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857319" y="4680586"/>
                  <a:pt x="857319" y="4680586"/>
                  <a:pt x="857319" y="4680586"/>
                </a:cubicBezTo>
                <a:cubicBezTo>
                  <a:pt x="1106548" y="4487388"/>
                  <a:pt x="1106548" y="4487388"/>
                  <a:pt x="1106548" y="4487388"/>
                </a:cubicBezTo>
                <a:close/>
                <a:moveTo>
                  <a:pt x="737436" y="4196409"/>
                </a:moveTo>
                <a:cubicBezTo>
                  <a:pt x="1102605" y="4473983"/>
                  <a:pt x="1102605" y="4473983"/>
                  <a:pt x="1102605" y="4473983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738225" y="4756288"/>
                  <a:pt x="738225" y="4756288"/>
                  <a:pt x="738225" y="4756288"/>
                </a:cubicBezTo>
                <a:cubicBezTo>
                  <a:pt x="373056" y="4478714"/>
                  <a:pt x="373056" y="4478714"/>
                  <a:pt x="373056" y="4478714"/>
                </a:cubicBezTo>
                <a:cubicBezTo>
                  <a:pt x="737436" y="4196409"/>
                  <a:pt x="737436" y="4196409"/>
                  <a:pt x="737436" y="4196409"/>
                </a:cubicBezTo>
                <a:close/>
                <a:moveTo>
                  <a:pt x="1115224" y="3544268"/>
                </a:moveTo>
                <a:cubicBezTo>
                  <a:pt x="1125477" y="3552154"/>
                  <a:pt x="1125477" y="3552154"/>
                  <a:pt x="1125477" y="3552154"/>
                </a:cubicBezTo>
                <a:cubicBezTo>
                  <a:pt x="1480393" y="3821842"/>
                  <a:pt x="1480393" y="3821842"/>
                  <a:pt x="1480393" y="3821842"/>
                </a:cubicBezTo>
                <a:cubicBezTo>
                  <a:pt x="1116013" y="4104935"/>
                  <a:pt x="1116013" y="4104935"/>
                  <a:pt x="1116013" y="4104935"/>
                </a:cubicBezTo>
                <a:cubicBezTo>
                  <a:pt x="750844" y="3826573"/>
                  <a:pt x="750844" y="3826573"/>
                  <a:pt x="750844" y="3826573"/>
                </a:cubicBezTo>
                <a:cubicBezTo>
                  <a:pt x="1115224" y="3544268"/>
                  <a:pt x="1115224" y="3544268"/>
                  <a:pt x="1115224" y="3544268"/>
                </a:cubicBezTo>
                <a:close/>
                <a:moveTo>
                  <a:pt x="1480393" y="2538851"/>
                </a:moveTo>
                <a:cubicBezTo>
                  <a:pt x="1480393" y="2885030"/>
                  <a:pt x="1480393" y="2885030"/>
                  <a:pt x="1480393" y="2885030"/>
                </a:cubicBezTo>
                <a:cubicBezTo>
                  <a:pt x="1386537" y="2957578"/>
                  <a:pt x="1386537" y="2957578"/>
                  <a:pt x="1386537" y="2957578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385748" y="2958366"/>
                  <a:pt x="1385748" y="2958366"/>
                  <a:pt x="1385748" y="2958366"/>
                </a:cubicBezTo>
                <a:cubicBezTo>
                  <a:pt x="1118379" y="3165758"/>
                  <a:pt x="1118379" y="3165758"/>
                  <a:pt x="1118379" y="3165758"/>
                </a:cubicBezTo>
                <a:cubicBezTo>
                  <a:pt x="1118379" y="2819579"/>
                  <a:pt x="1118379" y="2819579"/>
                  <a:pt x="1118379" y="2819579"/>
                </a:cubicBezTo>
                <a:cubicBezTo>
                  <a:pt x="1246148" y="2720221"/>
                  <a:pt x="1246148" y="2720221"/>
                  <a:pt x="1246148" y="2720221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246937" y="2719432"/>
                  <a:pt x="1246937" y="2719432"/>
                  <a:pt x="1246937" y="2719432"/>
                </a:cubicBezTo>
                <a:cubicBezTo>
                  <a:pt x="1480393" y="2538851"/>
                  <a:pt x="1480393" y="2538851"/>
                  <a:pt x="1480393" y="2538851"/>
                </a:cubicBezTo>
                <a:close/>
                <a:moveTo>
                  <a:pt x="732704" y="1598885"/>
                </a:moveTo>
                <a:cubicBezTo>
                  <a:pt x="1097873" y="1876459"/>
                  <a:pt x="1097873" y="1876459"/>
                  <a:pt x="1097873" y="1876459"/>
                </a:cubicBezTo>
                <a:cubicBezTo>
                  <a:pt x="860473" y="2060194"/>
                  <a:pt x="860473" y="2060194"/>
                  <a:pt x="860473" y="2060194"/>
                </a:cubicBezTo>
                <a:cubicBezTo>
                  <a:pt x="867572" y="2072022"/>
                  <a:pt x="867572" y="2072022"/>
                  <a:pt x="867572" y="2072022"/>
                </a:cubicBezTo>
                <a:cubicBezTo>
                  <a:pt x="1106548" y="1885922"/>
                  <a:pt x="1106548" y="1885922"/>
                  <a:pt x="1106548" y="1885922"/>
                </a:cubicBezTo>
                <a:cubicBezTo>
                  <a:pt x="1106548" y="2232889"/>
                  <a:pt x="1106548" y="2232889"/>
                  <a:pt x="1106548" y="2232889"/>
                </a:cubicBezTo>
                <a:cubicBezTo>
                  <a:pt x="1007172" y="2310168"/>
                  <a:pt x="1007172" y="2310168"/>
                  <a:pt x="1007172" y="2310168"/>
                </a:cubicBezTo>
                <a:cubicBezTo>
                  <a:pt x="1014270" y="2322785"/>
                  <a:pt x="1014270" y="2322785"/>
                  <a:pt x="1014270" y="2322785"/>
                </a:cubicBezTo>
                <a:cubicBezTo>
                  <a:pt x="1110492" y="2247872"/>
                  <a:pt x="1110492" y="2247872"/>
                  <a:pt x="1110492" y="2247872"/>
                </a:cubicBezTo>
                <a:cubicBezTo>
                  <a:pt x="1475660" y="2525446"/>
                  <a:pt x="1475660" y="2525446"/>
                  <a:pt x="1475660" y="2525446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112069" y="2807751"/>
                  <a:pt x="1112069" y="2807751"/>
                  <a:pt x="1112069" y="2807751"/>
                </a:cubicBezTo>
                <a:cubicBezTo>
                  <a:pt x="746900" y="2530177"/>
                  <a:pt x="746900" y="2530177"/>
                  <a:pt x="746900" y="2530177"/>
                </a:cubicBezTo>
                <a:cubicBezTo>
                  <a:pt x="1013481" y="2322785"/>
                  <a:pt x="1013481" y="2322785"/>
                  <a:pt x="1013481" y="2322785"/>
                </a:cubicBezTo>
                <a:cubicBezTo>
                  <a:pt x="1006383" y="2310168"/>
                  <a:pt x="1006383" y="2310168"/>
                  <a:pt x="1006383" y="2310168"/>
                </a:cubicBezTo>
                <a:cubicBezTo>
                  <a:pt x="744534" y="2513617"/>
                  <a:pt x="744534" y="2513617"/>
                  <a:pt x="744534" y="2513617"/>
                </a:cubicBezTo>
                <a:cubicBezTo>
                  <a:pt x="744534" y="2166650"/>
                  <a:pt x="744534" y="2166650"/>
                  <a:pt x="744534" y="2166650"/>
                </a:cubicBezTo>
                <a:cubicBezTo>
                  <a:pt x="866783" y="2072022"/>
                  <a:pt x="866783" y="2072022"/>
                  <a:pt x="866783" y="2072022"/>
                </a:cubicBezTo>
                <a:cubicBezTo>
                  <a:pt x="860473" y="2060983"/>
                  <a:pt x="860473" y="2060983"/>
                  <a:pt x="860473" y="2060983"/>
                </a:cubicBezTo>
                <a:cubicBezTo>
                  <a:pt x="738225" y="2155610"/>
                  <a:pt x="738225" y="2155610"/>
                  <a:pt x="738225" y="2155610"/>
                </a:cubicBezTo>
                <a:cubicBezTo>
                  <a:pt x="373056" y="1878036"/>
                  <a:pt x="373056" y="1878036"/>
                  <a:pt x="373056" y="1878036"/>
                </a:cubicBezTo>
                <a:cubicBezTo>
                  <a:pt x="732704" y="1598885"/>
                  <a:pt x="732704" y="1598885"/>
                  <a:pt x="732704" y="1598885"/>
                </a:cubicBezTo>
                <a:close/>
                <a:moveTo>
                  <a:pt x="1480393" y="1238512"/>
                </a:moveTo>
                <a:cubicBezTo>
                  <a:pt x="1480393" y="1585480"/>
                  <a:pt x="1480393" y="1585480"/>
                  <a:pt x="1480393" y="1585480"/>
                </a:cubicBezTo>
                <a:cubicBezTo>
                  <a:pt x="1391269" y="1654085"/>
                  <a:pt x="1391269" y="1654085"/>
                  <a:pt x="1391269" y="1654085"/>
                </a:cubicBezTo>
                <a:cubicBezTo>
                  <a:pt x="1399156" y="1664336"/>
                  <a:pt x="1399156" y="1664336"/>
                  <a:pt x="1399156" y="1664336"/>
                </a:cubicBezTo>
                <a:cubicBezTo>
                  <a:pt x="1483547" y="1598885"/>
                  <a:pt x="1483547" y="1598885"/>
                  <a:pt x="1483547" y="1598885"/>
                </a:cubicBezTo>
                <a:cubicBezTo>
                  <a:pt x="1848716" y="1876459"/>
                  <a:pt x="1848716" y="1876459"/>
                  <a:pt x="1848716" y="1876459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489068" y="2155610"/>
                  <a:pt x="1489068" y="2155610"/>
                  <a:pt x="1489068" y="2155610"/>
                </a:cubicBezTo>
                <a:cubicBezTo>
                  <a:pt x="1123900" y="1878036"/>
                  <a:pt x="1123900" y="1878036"/>
                  <a:pt x="1123900" y="1878036"/>
                </a:cubicBezTo>
                <a:cubicBezTo>
                  <a:pt x="1398368" y="1665124"/>
                  <a:pt x="1398368" y="1665124"/>
                  <a:pt x="1398368" y="1665124"/>
                </a:cubicBezTo>
                <a:cubicBezTo>
                  <a:pt x="1390481" y="1654085"/>
                  <a:pt x="1390481" y="1654085"/>
                  <a:pt x="1390481" y="1654085"/>
                </a:cubicBezTo>
                <a:cubicBezTo>
                  <a:pt x="1118379" y="1865419"/>
                  <a:pt x="1118379" y="1865419"/>
                  <a:pt x="1118379" y="1865419"/>
                </a:cubicBezTo>
                <a:cubicBezTo>
                  <a:pt x="1118379" y="1519240"/>
                  <a:pt x="1118379" y="1519240"/>
                  <a:pt x="1118379" y="1519240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480393" y="1238512"/>
                  <a:pt x="1480393" y="1238512"/>
                  <a:pt x="1480393" y="1238512"/>
                </a:cubicBezTo>
                <a:close/>
                <a:moveTo>
                  <a:pt x="1110492" y="947533"/>
                </a:moveTo>
                <a:cubicBezTo>
                  <a:pt x="1475660" y="1225107"/>
                  <a:pt x="1475660" y="1225107"/>
                  <a:pt x="1475660" y="1225107"/>
                </a:cubicBezTo>
                <a:cubicBezTo>
                  <a:pt x="1223276" y="1421459"/>
                  <a:pt x="1223276" y="1421459"/>
                  <a:pt x="1223276" y="1421459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222487" y="1422247"/>
                  <a:pt x="1222487" y="1422247"/>
                  <a:pt x="1222487" y="1422247"/>
                </a:cubicBezTo>
                <a:cubicBezTo>
                  <a:pt x="1112069" y="1508201"/>
                  <a:pt x="1112069" y="1508201"/>
                  <a:pt x="1112069" y="1508201"/>
                </a:cubicBezTo>
                <a:cubicBezTo>
                  <a:pt x="746900" y="1230627"/>
                  <a:pt x="746900" y="1230627"/>
                  <a:pt x="746900" y="1230627"/>
                </a:cubicBezTo>
                <a:cubicBezTo>
                  <a:pt x="1110492" y="947533"/>
                  <a:pt x="1110492" y="947533"/>
                  <a:pt x="1110492" y="947533"/>
                </a:cubicBezTo>
                <a:close/>
                <a:moveTo>
                  <a:pt x="1488280" y="296181"/>
                </a:moveTo>
                <a:cubicBezTo>
                  <a:pt x="1498533" y="304066"/>
                  <a:pt x="1498533" y="304066"/>
                  <a:pt x="1498533" y="304066"/>
                </a:cubicBezTo>
                <a:cubicBezTo>
                  <a:pt x="1853448" y="573754"/>
                  <a:pt x="1853448" y="573754"/>
                  <a:pt x="1853448" y="573754"/>
                </a:cubicBezTo>
                <a:cubicBezTo>
                  <a:pt x="1489068" y="856060"/>
                  <a:pt x="1489068" y="856060"/>
                  <a:pt x="1489068" y="856060"/>
                </a:cubicBezTo>
                <a:cubicBezTo>
                  <a:pt x="1123900" y="578486"/>
                  <a:pt x="1123900" y="578486"/>
                  <a:pt x="1123900" y="578486"/>
                </a:cubicBezTo>
                <a:cubicBezTo>
                  <a:pt x="1488280" y="296181"/>
                  <a:pt x="1488280" y="296181"/>
                  <a:pt x="1488280" y="296181"/>
                </a:cubicBezTo>
                <a:close/>
                <a:moveTo>
                  <a:pt x="1493012" y="0"/>
                </a:moveTo>
                <a:lnTo>
                  <a:pt x="5957423" y="0"/>
                </a:lnTo>
                <a:lnTo>
                  <a:pt x="5957423" y="6858000"/>
                </a:lnTo>
                <a:lnTo>
                  <a:pt x="843615" y="6858000"/>
                </a:lnTo>
                <a:lnTo>
                  <a:pt x="810785" y="6833040"/>
                </a:lnTo>
                <a:cubicBezTo>
                  <a:pt x="746900" y="6784470"/>
                  <a:pt x="746900" y="6784470"/>
                  <a:pt x="746900" y="6784470"/>
                </a:cubicBezTo>
                <a:cubicBezTo>
                  <a:pt x="746900" y="6429617"/>
                  <a:pt x="746900" y="6429617"/>
                  <a:pt x="746900" y="6429617"/>
                </a:cubicBezTo>
                <a:cubicBezTo>
                  <a:pt x="1019002" y="6218282"/>
                  <a:pt x="1019002" y="6218282"/>
                  <a:pt x="1019002" y="6218282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1019791" y="6217493"/>
                  <a:pt x="1019791" y="6217493"/>
                  <a:pt x="1019791" y="6217493"/>
                </a:cubicBezTo>
                <a:cubicBezTo>
                  <a:pt x="1110492" y="6147311"/>
                  <a:pt x="1110492" y="6147311"/>
                  <a:pt x="1110492" y="6147311"/>
                </a:cubicBezTo>
                <a:cubicBezTo>
                  <a:pt x="1489068" y="6435925"/>
                  <a:pt x="1489068" y="6435925"/>
                  <a:pt x="1489068" y="6435925"/>
                </a:cubicBezTo>
                <a:cubicBezTo>
                  <a:pt x="1870800" y="6140214"/>
                  <a:pt x="1870800" y="6140214"/>
                  <a:pt x="1870800" y="6140214"/>
                </a:cubicBezTo>
                <a:cubicBezTo>
                  <a:pt x="1870800" y="6021930"/>
                  <a:pt x="1870800" y="6021930"/>
                  <a:pt x="1870800" y="6021930"/>
                </a:cubicBezTo>
                <a:cubicBezTo>
                  <a:pt x="1857392" y="6027450"/>
                  <a:pt x="1857392" y="6027450"/>
                  <a:pt x="1857392" y="6027450"/>
                </a:cubicBezTo>
                <a:cubicBezTo>
                  <a:pt x="1857392" y="6133906"/>
                  <a:pt x="1857392" y="6133906"/>
                  <a:pt x="1857392" y="6133906"/>
                </a:cubicBezTo>
                <a:cubicBezTo>
                  <a:pt x="1495378" y="6413845"/>
                  <a:pt x="1495378" y="6413845"/>
                  <a:pt x="1495378" y="6413845"/>
                </a:cubicBezTo>
                <a:cubicBezTo>
                  <a:pt x="1495378" y="6067667"/>
                  <a:pt x="1495378" y="6067667"/>
                  <a:pt x="1495378" y="6067667"/>
                </a:cubicBezTo>
                <a:cubicBezTo>
                  <a:pt x="1857392" y="5786939"/>
                  <a:pt x="1857392" y="5786939"/>
                  <a:pt x="1857392" y="5786939"/>
                </a:cubicBezTo>
                <a:cubicBezTo>
                  <a:pt x="1857392" y="6026661"/>
                  <a:pt x="1857392" y="6026661"/>
                  <a:pt x="1857392" y="6026661"/>
                </a:cubicBezTo>
                <a:cubicBezTo>
                  <a:pt x="1870800" y="6021141"/>
                  <a:pt x="1870800" y="6021141"/>
                  <a:pt x="1870800" y="6021141"/>
                </a:cubicBezTo>
                <a:cubicBezTo>
                  <a:pt x="1870800" y="5770379"/>
                  <a:pt x="1870800" y="5770379"/>
                  <a:pt x="1870800" y="5770379"/>
                </a:cubicBezTo>
                <a:cubicBezTo>
                  <a:pt x="1739875" y="5671020"/>
                  <a:pt x="1739875" y="5671020"/>
                  <a:pt x="1739875" y="5671020"/>
                </a:cubicBezTo>
                <a:cubicBezTo>
                  <a:pt x="1497744" y="5487285"/>
                  <a:pt x="1497744" y="5487285"/>
                  <a:pt x="1497744" y="5487285"/>
                </a:cubicBezTo>
                <a:cubicBezTo>
                  <a:pt x="1497744" y="5307493"/>
                  <a:pt x="1497744" y="5307493"/>
                  <a:pt x="1497744" y="5307493"/>
                </a:cubicBezTo>
                <a:cubicBezTo>
                  <a:pt x="1484336" y="5309858"/>
                  <a:pt x="1484336" y="5309858"/>
                  <a:pt x="1484336" y="5309858"/>
                </a:cubicBezTo>
                <a:cubicBezTo>
                  <a:pt x="1484336" y="5480976"/>
                  <a:pt x="1484336" y="5480976"/>
                  <a:pt x="1484336" y="5480976"/>
                </a:cubicBezTo>
                <a:cubicBezTo>
                  <a:pt x="1122322" y="5761705"/>
                  <a:pt x="1122322" y="5761705"/>
                  <a:pt x="1122322" y="5761705"/>
                </a:cubicBezTo>
                <a:cubicBezTo>
                  <a:pt x="1122322" y="5415526"/>
                  <a:pt x="1122322" y="5415526"/>
                  <a:pt x="1122322" y="5415526"/>
                </a:cubicBezTo>
                <a:cubicBezTo>
                  <a:pt x="1292682" y="5283047"/>
                  <a:pt x="1292682" y="5283047"/>
                  <a:pt x="1292682" y="5283047"/>
                </a:cubicBezTo>
                <a:cubicBezTo>
                  <a:pt x="1285583" y="5272796"/>
                  <a:pt x="1285583" y="5272796"/>
                  <a:pt x="1285583" y="5272796"/>
                </a:cubicBezTo>
                <a:cubicBezTo>
                  <a:pt x="1116013" y="5403697"/>
                  <a:pt x="1116013" y="5403697"/>
                  <a:pt x="1116013" y="5403697"/>
                </a:cubicBezTo>
                <a:cubicBezTo>
                  <a:pt x="750844" y="5126124"/>
                  <a:pt x="750844" y="5126124"/>
                  <a:pt x="750844" y="5126124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110492" y="4847761"/>
                  <a:pt x="1110492" y="4847761"/>
                  <a:pt x="1110492" y="4847761"/>
                </a:cubicBezTo>
                <a:cubicBezTo>
                  <a:pt x="1475660" y="5125335"/>
                  <a:pt x="1475660" y="5125335"/>
                  <a:pt x="1475660" y="5125335"/>
                </a:cubicBezTo>
                <a:cubicBezTo>
                  <a:pt x="1285583" y="5272008"/>
                  <a:pt x="1285583" y="5272008"/>
                  <a:pt x="1285583" y="5272008"/>
                </a:cubicBezTo>
                <a:cubicBezTo>
                  <a:pt x="1293470" y="5283047"/>
                  <a:pt x="1293470" y="5283047"/>
                  <a:pt x="1293470" y="5283047"/>
                </a:cubicBezTo>
                <a:cubicBezTo>
                  <a:pt x="1484336" y="5134798"/>
                  <a:pt x="1484336" y="5134798"/>
                  <a:pt x="1484336" y="5134798"/>
                </a:cubicBezTo>
                <a:cubicBezTo>
                  <a:pt x="1484336" y="5309070"/>
                  <a:pt x="1484336" y="5309070"/>
                  <a:pt x="1484336" y="5309070"/>
                </a:cubicBezTo>
                <a:cubicBezTo>
                  <a:pt x="1497744" y="5306704"/>
                  <a:pt x="1497744" y="5306704"/>
                  <a:pt x="1497744" y="5306704"/>
                </a:cubicBezTo>
                <a:cubicBezTo>
                  <a:pt x="1497744" y="5129278"/>
                  <a:pt x="1497744" y="5129278"/>
                  <a:pt x="1497744" y="5129278"/>
                </a:cubicBezTo>
                <a:cubicBezTo>
                  <a:pt x="1513518" y="5116661"/>
                  <a:pt x="1513518" y="5116661"/>
                  <a:pt x="1513518" y="5116661"/>
                </a:cubicBezTo>
                <a:cubicBezTo>
                  <a:pt x="1513518" y="5100101"/>
                  <a:pt x="1513518" y="5100101"/>
                  <a:pt x="1513518" y="5100101"/>
                </a:cubicBezTo>
                <a:cubicBezTo>
                  <a:pt x="1495378" y="5114295"/>
                  <a:pt x="1495378" y="5114295"/>
                  <a:pt x="1495378" y="5114295"/>
                </a:cubicBezTo>
                <a:cubicBezTo>
                  <a:pt x="1495378" y="4768116"/>
                  <a:pt x="1495378" y="4768116"/>
                  <a:pt x="1495378" y="4768116"/>
                </a:cubicBezTo>
                <a:cubicBezTo>
                  <a:pt x="1513518" y="4753922"/>
                  <a:pt x="1513518" y="4753922"/>
                  <a:pt x="1513518" y="4753922"/>
                </a:cubicBezTo>
                <a:cubicBezTo>
                  <a:pt x="1513518" y="4737362"/>
                  <a:pt x="1513518" y="4737362"/>
                  <a:pt x="1513518" y="4737362"/>
                </a:cubicBezTo>
                <a:cubicBezTo>
                  <a:pt x="1489068" y="4756288"/>
                  <a:pt x="1489068" y="4756288"/>
                  <a:pt x="1489068" y="4756288"/>
                </a:cubicBezTo>
                <a:cubicBezTo>
                  <a:pt x="1123900" y="4478714"/>
                  <a:pt x="1123900" y="4478714"/>
                  <a:pt x="1123900" y="4478714"/>
                </a:cubicBezTo>
                <a:cubicBezTo>
                  <a:pt x="1488280" y="4196409"/>
                  <a:pt x="1488280" y="4196409"/>
                  <a:pt x="1488280" y="4196409"/>
                </a:cubicBezTo>
                <a:cubicBezTo>
                  <a:pt x="1853448" y="4473983"/>
                  <a:pt x="1853448" y="4473983"/>
                  <a:pt x="1853448" y="4473983"/>
                </a:cubicBezTo>
                <a:cubicBezTo>
                  <a:pt x="1514307" y="4737362"/>
                  <a:pt x="1514307" y="4737362"/>
                  <a:pt x="1514307" y="4737362"/>
                </a:cubicBezTo>
                <a:cubicBezTo>
                  <a:pt x="1514307" y="4753134"/>
                  <a:pt x="1514307" y="4753134"/>
                  <a:pt x="1514307" y="4753134"/>
                </a:cubicBezTo>
                <a:cubicBezTo>
                  <a:pt x="1857392" y="4487388"/>
                  <a:pt x="1857392" y="4487388"/>
                  <a:pt x="1857392" y="4487388"/>
                </a:cubicBezTo>
                <a:cubicBezTo>
                  <a:pt x="1857392" y="4833567"/>
                  <a:pt x="1857392" y="4833567"/>
                  <a:pt x="1857392" y="4833567"/>
                </a:cubicBezTo>
                <a:cubicBezTo>
                  <a:pt x="1514307" y="5100101"/>
                  <a:pt x="1514307" y="5100101"/>
                  <a:pt x="1514307" y="5100101"/>
                </a:cubicBezTo>
                <a:cubicBezTo>
                  <a:pt x="1514307" y="5116661"/>
                  <a:pt x="1514307" y="5116661"/>
                  <a:pt x="1514307" y="5116661"/>
                </a:cubicBezTo>
                <a:cubicBezTo>
                  <a:pt x="1870800" y="4839875"/>
                  <a:pt x="1870800" y="4839875"/>
                  <a:pt x="1870800" y="4839875"/>
                </a:cubicBezTo>
                <a:cubicBezTo>
                  <a:pt x="1870800" y="4470828"/>
                  <a:pt x="1870800" y="4470828"/>
                  <a:pt x="1870800" y="4470828"/>
                </a:cubicBezTo>
                <a:cubicBezTo>
                  <a:pt x="1497744" y="4186946"/>
                  <a:pt x="1497744" y="4186946"/>
                  <a:pt x="1497744" y="4186946"/>
                </a:cubicBezTo>
                <a:cubicBezTo>
                  <a:pt x="1497744" y="3839190"/>
                  <a:pt x="1497744" y="3839190"/>
                  <a:pt x="1497744" y="3839190"/>
                </a:cubicBezTo>
                <a:cubicBezTo>
                  <a:pt x="1484336" y="3849441"/>
                  <a:pt x="1484336" y="3849441"/>
                  <a:pt x="1484336" y="3849441"/>
                </a:cubicBezTo>
                <a:cubicBezTo>
                  <a:pt x="1484336" y="4182215"/>
                  <a:pt x="1484336" y="4182215"/>
                  <a:pt x="1484336" y="4182215"/>
                </a:cubicBezTo>
                <a:cubicBezTo>
                  <a:pt x="1122322" y="4462154"/>
                  <a:pt x="1122322" y="4462154"/>
                  <a:pt x="1122322" y="4462154"/>
                </a:cubicBezTo>
                <a:cubicBezTo>
                  <a:pt x="1122322" y="4115975"/>
                  <a:pt x="1122322" y="4115975"/>
                  <a:pt x="1122322" y="4115975"/>
                </a:cubicBezTo>
                <a:cubicBezTo>
                  <a:pt x="1484336" y="3835248"/>
                  <a:pt x="1484336" y="3835248"/>
                  <a:pt x="1484336" y="3835248"/>
                </a:cubicBezTo>
                <a:cubicBezTo>
                  <a:pt x="1484336" y="3848653"/>
                  <a:pt x="1484336" y="3848653"/>
                  <a:pt x="1484336" y="3848653"/>
                </a:cubicBezTo>
                <a:cubicBezTo>
                  <a:pt x="1497744" y="3838402"/>
                  <a:pt x="1497744" y="3838402"/>
                  <a:pt x="1497744" y="3838402"/>
                </a:cubicBezTo>
                <a:cubicBezTo>
                  <a:pt x="1497744" y="3818688"/>
                  <a:pt x="1497744" y="3818688"/>
                  <a:pt x="1497744" y="3818688"/>
                </a:cubicBezTo>
                <a:cubicBezTo>
                  <a:pt x="1136519" y="3544268"/>
                  <a:pt x="1136519" y="3544268"/>
                  <a:pt x="1136519" y="3544268"/>
                </a:cubicBezTo>
                <a:cubicBezTo>
                  <a:pt x="1125477" y="3552154"/>
                  <a:pt x="1125477" y="3552154"/>
                  <a:pt x="1125477" y="3552154"/>
                </a:cubicBezTo>
                <a:cubicBezTo>
                  <a:pt x="1135730" y="3543479"/>
                  <a:pt x="1135730" y="3543479"/>
                  <a:pt x="1135730" y="3543479"/>
                </a:cubicBezTo>
                <a:cubicBezTo>
                  <a:pt x="1119956" y="3531651"/>
                  <a:pt x="1119956" y="3531651"/>
                  <a:pt x="1119956" y="3531651"/>
                </a:cubicBezTo>
                <a:cubicBezTo>
                  <a:pt x="1119956" y="3519822"/>
                  <a:pt x="1119956" y="3519822"/>
                  <a:pt x="1119956" y="3519822"/>
                </a:cubicBezTo>
                <a:cubicBezTo>
                  <a:pt x="1106548" y="3519822"/>
                  <a:pt x="1106548" y="3519822"/>
                  <a:pt x="1106548" y="3519822"/>
                </a:cubicBezTo>
                <a:cubicBezTo>
                  <a:pt x="1106548" y="3532439"/>
                  <a:pt x="1106548" y="3532439"/>
                  <a:pt x="1106548" y="3532439"/>
                </a:cubicBezTo>
                <a:cubicBezTo>
                  <a:pt x="744534" y="3812379"/>
                  <a:pt x="744534" y="3812379"/>
                  <a:pt x="744534" y="3812379"/>
                </a:cubicBezTo>
                <a:cubicBezTo>
                  <a:pt x="744534" y="3495377"/>
                  <a:pt x="744534" y="3495377"/>
                  <a:pt x="744534" y="3495377"/>
                </a:cubicBezTo>
                <a:cubicBezTo>
                  <a:pt x="744534" y="3466989"/>
                  <a:pt x="744534" y="3466989"/>
                  <a:pt x="744534" y="3466989"/>
                </a:cubicBezTo>
                <a:cubicBezTo>
                  <a:pt x="1106548" y="3186261"/>
                  <a:pt x="1106548" y="3186261"/>
                  <a:pt x="1106548" y="3186261"/>
                </a:cubicBezTo>
                <a:cubicBezTo>
                  <a:pt x="1106548" y="3500109"/>
                  <a:pt x="1106548" y="3500109"/>
                  <a:pt x="1106548" y="3500109"/>
                </a:cubicBezTo>
                <a:cubicBezTo>
                  <a:pt x="1106548" y="3519034"/>
                  <a:pt x="1106548" y="3519034"/>
                  <a:pt x="1106548" y="3519034"/>
                </a:cubicBezTo>
                <a:cubicBezTo>
                  <a:pt x="1119956" y="3519034"/>
                  <a:pt x="1119956" y="3519034"/>
                  <a:pt x="1119956" y="3519034"/>
                </a:cubicBezTo>
                <a:cubicBezTo>
                  <a:pt x="1119956" y="3180741"/>
                  <a:pt x="1119956" y="3180741"/>
                  <a:pt x="1119956" y="3180741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483547" y="2899224"/>
                  <a:pt x="1483547" y="2899224"/>
                  <a:pt x="1483547" y="2899224"/>
                </a:cubicBezTo>
                <a:cubicBezTo>
                  <a:pt x="1862913" y="3187049"/>
                  <a:pt x="1862913" y="3187049"/>
                  <a:pt x="1862913" y="3187049"/>
                </a:cubicBezTo>
                <a:cubicBezTo>
                  <a:pt x="2243855" y="2891339"/>
                  <a:pt x="2243855" y="2891339"/>
                  <a:pt x="2243855" y="2891339"/>
                </a:cubicBezTo>
                <a:cubicBezTo>
                  <a:pt x="2243855" y="2773843"/>
                  <a:pt x="2243855" y="2773843"/>
                  <a:pt x="2243855" y="2773843"/>
                </a:cubicBezTo>
                <a:cubicBezTo>
                  <a:pt x="2231236" y="2779363"/>
                  <a:pt x="2231236" y="2779363"/>
                  <a:pt x="2231236" y="2779363"/>
                </a:cubicBezTo>
                <a:cubicBezTo>
                  <a:pt x="2231236" y="2885030"/>
                  <a:pt x="2231236" y="2885030"/>
                  <a:pt x="2231236" y="2885030"/>
                </a:cubicBezTo>
                <a:cubicBezTo>
                  <a:pt x="1869222" y="3165758"/>
                  <a:pt x="1869222" y="3165758"/>
                  <a:pt x="1869222" y="3165758"/>
                </a:cubicBezTo>
                <a:cubicBezTo>
                  <a:pt x="1869222" y="2819579"/>
                  <a:pt x="1869222" y="2819579"/>
                  <a:pt x="1869222" y="2819579"/>
                </a:cubicBezTo>
                <a:cubicBezTo>
                  <a:pt x="2231236" y="2538851"/>
                  <a:pt x="2231236" y="2538851"/>
                  <a:pt x="2231236" y="2538851"/>
                </a:cubicBezTo>
                <a:cubicBezTo>
                  <a:pt x="2231236" y="2778574"/>
                  <a:pt x="2231236" y="2778574"/>
                  <a:pt x="2231236" y="2778574"/>
                </a:cubicBezTo>
                <a:cubicBezTo>
                  <a:pt x="2243855" y="2773054"/>
                  <a:pt x="2243855" y="2773054"/>
                  <a:pt x="2243855" y="2773054"/>
                </a:cubicBezTo>
                <a:cubicBezTo>
                  <a:pt x="2243855" y="2522291"/>
                  <a:pt x="2243855" y="2522291"/>
                  <a:pt x="2243855" y="2522291"/>
                </a:cubicBezTo>
                <a:cubicBezTo>
                  <a:pt x="2113720" y="2422933"/>
                  <a:pt x="2113720" y="2422933"/>
                  <a:pt x="2113720" y="2422933"/>
                </a:cubicBezTo>
                <a:cubicBezTo>
                  <a:pt x="2100312" y="2429241"/>
                  <a:pt x="2100312" y="2429241"/>
                  <a:pt x="2100312" y="2429241"/>
                </a:cubicBezTo>
                <a:cubicBezTo>
                  <a:pt x="2226503" y="2525446"/>
                  <a:pt x="2226503" y="2525446"/>
                  <a:pt x="2226503" y="2525446"/>
                </a:cubicBezTo>
                <a:cubicBezTo>
                  <a:pt x="1862124" y="2807751"/>
                  <a:pt x="1862124" y="2807751"/>
                  <a:pt x="1862124" y="2807751"/>
                </a:cubicBezTo>
                <a:cubicBezTo>
                  <a:pt x="1496955" y="2530177"/>
                  <a:pt x="1496955" y="2530177"/>
                  <a:pt x="1496955" y="2530177"/>
                </a:cubicBezTo>
                <a:cubicBezTo>
                  <a:pt x="1861335" y="2247872"/>
                  <a:pt x="1861335" y="2247872"/>
                  <a:pt x="1861335" y="2247872"/>
                </a:cubicBezTo>
                <a:cubicBezTo>
                  <a:pt x="2099523" y="2428452"/>
                  <a:pt x="2099523" y="2428452"/>
                  <a:pt x="2099523" y="2428452"/>
                </a:cubicBezTo>
                <a:cubicBezTo>
                  <a:pt x="2112931" y="2422144"/>
                  <a:pt x="2112931" y="2422144"/>
                  <a:pt x="2112931" y="2422144"/>
                </a:cubicBezTo>
                <a:cubicBezTo>
                  <a:pt x="1870800" y="2238409"/>
                  <a:pt x="1870800" y="2238409"/>
                  <a:pt x="1870800" y="2238409"/>
                </a:cubicBezTo>
                <a:cubicBezTo>
                  <a:pt x="1870800" y="2059405"/>
                  <a:pt x="1870800" y="2059405"/>
                  <a:pt x="1870800" y="2059405"/>
                </a:cubicBezTo>
                <a:cubicBezTo>
                  <a:pt x="1857392" y="2060983"/>
                  <a:pt x="1857392" y="2060983"/>
                  <a:pt x="1857392" y="2060983"/>
                </a:cubicBezTo>
                <a:cubicBezTo>
                  <a:pt x="1857392" y="2232889"/>
                  <a:pt x="1857392" y="2232889"/>
                  <a:pt x="1857392" y="2232889"/>
                </a:cubicBezTo>
                <a:cubicBezTo>
                  <a:pt x="1496167" y="2513617"/>
                  <a:pt x="1496167" y="2513617"/>
                  <a:pt x="1496167" y="2513617"/>
                </a:cubicBezTo>
                <a:cubicBezTo>
                  <a:pt x="1496167" y="2166650"/>
                  <a:pt x="1496167" y="2166650"/>
                  <a:pt x="1496167" y="2166650"/>
                </a:cubicBezTo>
                <a:cubicBezTo>
                  <a:pt x="1666526" y="2034960"/>
                  <a:pt x="1666526" y="2034960"/>
                  <a:pt x="1666526" y="2034960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666526" y="2034172"/>
                  <a:pt x="1666526" y="2034172"/>
                  <a:pt x="1666526" y="2034172"/>
                </a:cubicBezTo>
                <a:cubicBezTo>
                  <a:pt x="1857392" y="1885922"/>
                  <a:pt x="1857392" y="1885922"/>
                  <a:pt x="1857392" y="1885922"/>
                </a:cubicBezTo>
                <a:cubicBezTo>
                  <a:pt x="1857392" y="2060194"/>
                  <a:pt x="1857392" y="2060194"/>
                  <a:pt x="1857392" y="2060194"/>
                </a:cubicBezTo>
                <a:cubicBezTo>
                  <a:pt x="1870800" y="2058617"/>
                  <a:pt x="1870800" y="2058617"/>
                  <a:pt x="1870800" y="2058617"/>
                </a:cubicBezTo>
                <a:cubicBezTo>
                  <a:pt x="1870800" y="1881190"/>
                  <a:pt x="1870800" y="1881190"/>
                  <a:pt x="1870800" y="1881190"/>
                </a:cubicBezTo>
                <a:cubicBezTo>
                  <a:pt x="1886574" y="1868573"/>
                  <a:pt x="1886574" y="1868573"/>
                  <a:pt x="1886574" y="1868573"/>
                </a:cubicBezTo>
                <a:cubicBezTo>
                  <a:pt x="1886574" y="1852014"/>
                  <a:pt x="1886574" y="1852014"/>
                  <a:pt x="1886574" y="1852014"/>
                </a:cubicBezTo>
                <a:cubicBezTo>
                  <a:pt x="1869222" y="1865419"/>
                  <a:pt x="1869222" y="1865419"/>
                  <a:pt x="1869222" y="1865419"/>
                </a:cubicBezTo>
                <a:cubicBezTo>
                  <a:pt x="1869222" y="1519240"/>
                  <a:pt x="1869222" y="1519240"/>
                  <a:pt x="1869222" y="1519240"/>
                </a:cubicBezTo>
                <a:cubicBezTo>
                  <a:pt x="1886574" y="1505835"/>
                  <a:pt x="1886574" y="1505835"/>
                  <a:pt x="1886574" y="1505835"/>
                </a:cubicBezTo>
                <a:cubicBezTo>
                  <a:pt x="1886574" y="1489275"/>
                  <a:pt x="1886574" y="1489275"/>
                  <a:pt x="1886574" y="1489275"/>
                </a:cubicBezTo>
                <a:cubicBezTo>
                  <a:pt x="1862124" y="1508201"/>
                  <a:pt x="1862124" y="1508201"/>
                  <a:pt x="1862124" y="1508201"/>
                </a:cubicBezTo>
                <a:cubicBezTo>
                  <a:pt x="1496955" y="1230627"/>
                  <a:pt x="1496955" y="1230627"/>
                  <a:pt x="1496955" y="1230627"/>
                </a:cubicBezTo>
                <a:cubicBezTo>
                  <a:pt x="1861335" y="947533"/>
                  <a:pt x="1861335" y="947533"/>
                  <a:pt x="1861335" y="947533"/>
                </a:cubicBezTo>
                <a:cubicBezTo>
                  <a:pt x="2226503" y="1225107"/>
                  <a:pt x="2226503" y="1225107"/>
                  <a:pt x="2226503" y="1225107"/>
                </a:cubicBezTo>
                <a:cubicBezTo>
                  <a:pt x="1887362" y="1488487"/>
                  <a:pt x="1887362" y="1488487"/>
                  <a:pt x="1887362" y="1488487"/>
                </a:cubicBezTo>
                <a:cubicBezTo>
                  <a:pt x="1887362" y="1505046"/>
                  <a:pt x="1887362" y="1505046"/>
                  <a:pt x="1887362" y="1505046"/>
                </a:cubicBezTo>
                <a:cubicBezTo>
                  <a:pt x="2231236" y="1238512"/>
                  <a:pt x="2231236" y="1238512"/>
                  <a:pt x="2231236" y="1238512"/>
                </a:cubicBezTo>
                <a:cubicBezTo>
                  <a:pt x="2231236" y="1585480"/>
                  <a:pt x="2231236" y="1585480"/>
                  <a:pt x="2231236" y="1585480"/>
                </a:cubicBezTo>
                <a:lnTo>
                  <a:pt x="1887362" y="1851225"/>
                </a:lnTo>
                <a:cubicBezTo>
                  <a:pt x="1887362" y="1867785"/>
                  <a:pt x="1887362" y="1867785"/>
                  <a:pt x="1887362" y="1867785"/>
                </a:cubicBezTo>
                <a:cubicBezTo>
                  <a:pt x="2243855" y="1591788"/>
                  <a:pt x="2243855" y="1591788"/>
                  <a:pt x="2243855" y="1591788"/>
                </a:cubicBezTo>
                <a:cubicBezTo>
                  <a:pt x="2243855" y="1221952"/>
                  <a:pt x="2243855" y="1221952"/>
                  <a:pt x="2243855" y="1221952"/>
                </a:cubicBezTo>
                <a:cubicBezTo>
                  <a:pt x="1870800" y="938859"/>
                  <a:pt x="1870800" y="938859"/>
                  <a:pt x="1870800" y="938859"/>
                </a:cubicBezTo>
                <a:cubicBezTo>
                  <a:pt x="1870800" y="590314"/>
                  <a:pt x="1870800" y="590314"/>
                  <a:pt x="1870800" y="590314"/>
                </a:cubicBezTo>
                <a:cubicBezTo>
                  <a:pt x="1857392" y="600566"/>
                  <a:pt x="1857392" y="600566"/>
                  <a:pt x="1857392" y="600566"/>
                </a:cubicBezTo>
                <a:cubicBezTo>
                  <a:pt x="1857392" y="933339"/>
                  <a:pt x="1857392" y="933339"/>
                  <a:pt x="1857392" y="933339"/>
                </a:cubicBezTo>
                <a:cubicBezTo>
                  <a:pt x="1496167" y="1214067"/>
                  <a:pt x="1496167" y="1214067"/>
                  <a:pt x="1496167" y="1214067"/>
                </a:cubicBezTo>
                <a:cubicBezTo>
                  <a:pt x="1496167" y="867888"/>
                  <a:pt x="1496167" y="867888"/>
                  <a:pt x="1496167" y="867888"/>
                </a:cubicBezTo>
                <a:cubicBezTo>
                  <a:pt x="1857392" y="587160"/>
                  <a:pt x="1857392" y="587160"/>
                  <a:pt x="1857392" y="587160"/>
                </a:cubicBezTo>
                <a:cubicBezTo>
                  <a:pt x="1857392" y="599777"/>
                  <a:pt x="1857392" y="599777"/>
                  <a:pt x="1857392" y="599777"/>
                </a:cubicBezTo>
                <a:cubicBezTo>
                  <a:pt x="1870800" y="589526"/>
                  <a:pt x="1870800" y="589526"/>
                  <a:pt x="1870800" y="589526"/>
                </a:cubicBezTo>
                <a:cubicBezTo>
                  <a:pt x="1870800" y="570600"/>
                  <a:pt x="1870800" y="570600"/>
                  <a:pt x="1870800" y="570600"/>
                </a:cubicBezTo>
                <a:cubicBezTo>
                  <a:pt x="1509574" y="295392"/>
                  <a:pt x="1509574" y="295392"/>
                  <a:pt x="1509574" y="295392"/>
                </a:cubicBezTo>
                <a:cubicBezTo>
                  <a:pt x="1498533" y="304066"/>
                  <a:pt x="1498533" y="304066"/>
                  <a:pt x="1498533" y="304066"/>
                </a:cubicBezTo>
                <a:cubicBezTo>
                  <a:pt x="1508786" y="295392"/>
                  <a:pt x="1508786" y="295392"/>
                  <a:pt x="1508786" y="295392"/>
                </a:cubicBezTo>
                <a:cubicBezTo>
                  <a:pt x="1493012" y="283564"/>
                  <a:pt x="1493012" y="283564"/>
                  <a:pt x="1493012" y="283564"/>
                </a:cubicBezTo>
                <a:cubicBezTo>
                  <a:pt x="1493012" y="97759"/>
                  <a:pt x="1493012" y="28082"/>
                  <a:pt x="1493012" y="1953"/>
                </a:cubicBezTo>
                <a:close/>
                <a:moveTo>
                  <a:pt x="1398859" y="0"/>
                </a:moveTo>
                <a:lnTo>
                  <a:pt x="1480393" y="0"/>
                </a:lnTo>
                <a:lnTo>
                  <a:pt x="1480393" y="84404"/>
                </a:lnTo>
                <a:cubicBezTo>
                  <a:pt x="1480393" y="283564"/>
                  <a:pt x="1480393" y="283564"/>
                  <a:pt x="1480393" y="283564"/>
                </a:cubicBezTo>
                <a:cubicBezTo>
                  <a:pt x="1118379" y="564292"/>
                  <a:pt x="1118379" y="564292"/>
                  <a:pt x="1118379" y="564292"/>
                </a:cubicBezTo>
                <a:cubicBezTo>
                  <a:pt x="1118379" y="218113"/>
                  <a:pt x="1118379" y="218113"/>
                  <a:pt x="1118379" y="218113"/>
                </a:cubicBezTo>
                <a:cubicBezTo>
                  <a:pt x="1267443" y="102194"/>
                  <a:pt x="1341976" y="44235"/>
                  <a:pt x="1379242" y="15255"/>
                </a:cubicBezTo>
                <a:close/>
                <a:moveTo>
                  <a:pt x="840168" y="0"/>
                </a:moveTo>
                <a:lnTo>
                  <a:pt x="1377550" y="0"/>
                </a:lnTo>
                <a:lnTo>
                  <a:pt x="1301753" y="58896"/>
                </a:lnTo>
                <a:cubicBezTo>
                  <a:pt x="1112069" y="206284"/>
                  <a:pt x="1112069" y="206284"/>
                  <a:pt x="1112069" y="206284"/>
                </a:cubicBezTo>
                <a:cubicBezTo>
                  <a:pt x="966554" y="95886"/>
                  <a:pt x="893796" y="40686"/>
                  <a:pt x="857417" y="1308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381125"/>
            <a:ext cx="6118657" cy="45323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314036"/>
            <a:ext cx="6118656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0293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8ADFDDB7-8C7E-D45A-96B3-1A9EBD1B6760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BA0BEC-B644-623E-6D5F-4028774EC28B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pic>
          <p:nvPicPr>
            <p:cNvPr id="22" name="Logo CEA">
              <a:extLst>
                <a:ext uri="{FF2B5EF4-FFF2-40B4-BE49-F238E27FC236}">
                  <a16:creationId xmlns:a16="http://schemas.microsoft.com/office/drawing/2014/main" id="{41781B71-FA7E-3A77-138A-F8EC208614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BE852666-874F-A297-BDD1-598A6DD9D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5305156" cy="6858000"/>
          </a:xfrm>
          <a:custGeom>
            <a:avLst/>
            <a:gdLst>
              <a:gd name="connsiteX0" fmla="*/ 657398 w 5305156"/>
              <a:gd name="connsiteY0" fmla="*/ 6793932 h 6858000"/>
              <a:gd name="connsiteX1" fmla="*/ 585057 w 5305156"/>
              <a:gd name="connsiteY1" fmla="*/ 6857017 h 6858000"/>
              <a:gd name="connsiteX2" fmla="*/ 583930 w 5305156"/>
              <a:gd name="connsiteY2" fmla="*/ 6858000 h 6858000"/>
              <a:gd name="connsiteX3" fmla="*/ 732294 w 5305156"/>
              <a:gd name="connsiteY3" fmla="*/ 6858000 h 6858000"/>
              <a:gd name="connsiteX4" fmla="*/ 725614 w 5305156"/>
              <a:gd name="connsiteY4" fmla="*/ 6852286 h 6858000"/>
              <a:gd name="connsiteX5" fmla="*/ 657398 w 5305156"/>
              <a:gd name="connsiteY5" fmla="*/ 6793932 h 6858000"/>
              <a:gd name="connsiteX6" fmla="*/ 653184 w 5305156"/>
              <a:gd name="connsiteY6" fmla="*/ 6434348 h 6858000"/>
              <a:gd name="connsiteX7" fmla="*/ 330807 w 5305156"/>
              <a:gd name="connsiteY7" fmla="*/ 6715076 h 6858000"/>
              <a:gd name="connsiteX8" fmla="*/ 330807 w 5305156"/>
              <a:gd name="connsiteY8" fmla="*/ 6799592 h 6858000"/>
              <a:gd name="connsiteX9" fmla="*/ 330807 w 5305156"/>
              <a:gd name="connsiteY9" fmla="*/ 6858000 h 6858000"/>
              <a:gd name="connsiteX10" fmla="*/ 564153 w 5305156"/>
              <a:gd name="connsiteY10" fmla="*/ 6858000 h 6858000"/>
              <a:gd name="connsiteX11" fmla="*/ 568902 w 5305156"/>
              <a:gd name="connsiteY11" fmla="*/ 6853863 h 6858000"/>
              <a:gd name="connsiteX12" fmla="*/ 585057 w 5305156"/>
              <a:gd name="connsiteY12" fmla="*/ 6857017 h 6858000"/>
              <a:gd name="connsiteX13" fmla="*/ 569605 w 5305156"/>
              <a:gd name="connsiteY13" fmla="*/ 6853075 h 6858000"/>
              <a:gd name="connsiteX14" fmla="*/ 653184 w 5305156"/>
              <a:gd name="connsiteY14" fmla="*/ 6780527 h 6858000"/>
              <a:gd name="connsiteX15" fmla="*/ 653184 w 5305156"/>
              <a:gd name="connsiteY15" fmla="*/ 6434348 h 6858000"/>
              <a:gd name="connsiteX16" fmla="*/ 5047259 w 5305156"/>
              <a:gd name="connsiteY16" fmla="*/ 6343650 h 6858000"/>
              <a:gd name="connsiteX17" fmla="*/ 5047259 w 5305156"/>
              <a:gd name="connsiteY17" fmla="*/ 6707250 h 6858000"/>
              <a:gd name="connsiteX18" fmla="*/ 4683659 w 5305156"/>
              <a:gd name="connsiteY18" fmla="*/ 6707250 h 6858000"/>
              <a:gd name="connsiteX19" fmla="*/ 4683659 w 5305156"/>
              <a:gd name="connsiteY19" fmla="*/ 6343650 h 6858000"/>
              <a:gd name="connsiteX20" fmla="*/ 985394 w 5305156"/>
              <a:gd name="connsiteY20" fmla="*/ 5786939 h 6858000"/>
              <a:gd name="connsiteX21" fmla="*/ 777500 w 5305156"/>
              <a:gd name="connsiteY21" fmla="*/ 5968308 h 6858000"/>
              <a:gd name="connsiteX22" fmla="*/ 663017 w 5305156"/>
              <a:gd name="connsiteY22" fmla="*/ 6067667 h 6858000"/>
              <a:gd name="connsiteX23" fmla="*/ 663017 w 5305156"/>
              <a:gd name="connsiteY23" fmla="*/ 6413845 h 6858000"/>
              <a:gd name="connsiteX24" fmla="*/ 901815 w 5305156"/>
              <a:gd name="connsiteY24" fmla="*/ 6206454 h 6858000"/>
              <a:gd name="connsiteX25" fmla="*/ 985394 w 5305156"/>
              <a:gd name="connsiteY25" fmla="*/ 6133906 h 6858000"/>
              <a:gd name="connsiteX26" fmla="*/ 985394 w 5305156"/>
              <a:gd name="connsiteY26" fmla="*/ 5786939 h 6858000"/>
              <a:gd name="connsiteX27" fmla="*/ 1549380 w 5305156"/>
              <a:gd name="connsiteY27" fmla="*/ 5671020 h 6858000"/>
              <a:gd name="connsiteX28" fmla="*/ 1537440 w 5305156"/>
              <a:gd name="connsiteY28" fmla="*/ 5677328 h 6858000"/>
              <a:gd name="connsiteX29" fmla="*/ 1549380 w 5305156"/>
              <a:gd name="connsiteY29" fmla="*/ 5671020 h 6858000"/>
              <a:gd name="connsiteX30" fmla="*/ 1325331 w 5305156"/>
              <a:gd name="connsiteY30" fmla="*/ 5495959 h 6858000"/>
              <a:gd name="connsiteX31" fmla="*/ 1000847 w 5305156"/>
              <a:gd name="connsiteY31" fmla="*/ 5779053 h 6858000"/>
              <a:gd name="connsiteX32" fmla="*/ 1326033 w 5305156"/>
              <a:gd name="connsiteY32" fmla="*/ 6056627 h 6858000"/>
              <a:gd name="connsiteX33" fmla="*/ 1650518 w 5305156"/>
              <a:gd name="connsiteY33" fmla="*/ 5773533 h 6858000"/>
              <a:gd name="connsiteX34" fmla="*/ 1537440 w 5305156"/>
              <a:gd name="connsiteY34" fmla="*/ 5677328 h 6858000"/>
              <a:gd name="connsiteX35" fmla="*/ 1325331 w 5305156"/>
              <a:gd name="connsiteY35" fmla="*/ 5495959 h 6858000"/>
              <a:gd name="connsiteX36" fmla="*/ 320271 w 5305156"/>
              <a:gd name="connsiteY36" fmla="*/ 4847761 h 6858000"/>
              <a:gd name="connsiteX37" fmla="*/ 0 w 5305156"/>
              <a:gd name="connsiteY37" fmla="*/ 5126124 h 6858000"/>
              <a:gd name="connsiteX38" fmla="*/ 325188 w 5305156"/>
              <a:gd name="connsiteY38" fmla="*/ 5403697 h 6858000"/>
              <a:gd name="connsiteX39" fmla="*/ 433349 w 5305156"/>
              <a:gd name="connsiteY39" fmla="*/ 5309070 h 6858000"/>
              <a:gd name="connsiteX40" fmla="*/ 439670 w 5305156"/>
              <a:gd name="connsiteY40" fmla="*/ 5320898 h 6858000"/>
              <a:gd name="connsiteX41" fmla="*/ 330807 w 5305156"/>
              <a:gd name="connsiteY41" fmla="*/ 5415526 h 6858000"/>
              <a:gd name="connsiteX42" fmla="*/ 330807 w 5305156"/>
              <a:gd name="connsiteY42" fmla="*/ 5761705 h 6858000"/>
              <a:gd name="connsiteX43" fmla="*/ 563986 w 5305156"/>
              <a:gd name="connsiteY43" fmla="*/ 5559044 h 6858000"/>
              <a:gd name="connsiteX44" fmla="*/ 570307 w 5305156"/>
              <a:gd name="connsiteY44" fmla="*/ 5571661 h 6858000"/>
              <a:gd name="connsiteX45" fmla="*/ 332211 w 5305156"/>
              <a:gd name="connsiteY45" fmla="*/ 5779053 h 6858000"/>
              <a:gd name="connsiteX46" fmla="*/ 657398 w 5305156"/>
              <a:gd name="connsiteY46" fmla="*/ 6056627 h 6858000"/>
              <a:gd name="connsiteX47" fmla="*/ 771178 w 5305156"/>
              <a:gd name="connsiteY47" fmla="*/ 5957268 h 6858000"/>
              <a:gd name="connsiteX48" fmla="*/ 777500 w 5305156"/>
              <a:gd name="connsiteY48" fmla="*/ 5968308 h 6858000"/>
              <a:gd name="connsiteX49" fmla="*/ 771881 w 5305156"/>
              <a:gd name="connsiteY49" fmla="*/ 5956479 h 6858000"/>
              <a:gd name="connsiteX50" fmla="*/ 981883 w 5305156"/>
              <a:gd name="connsiteY50" fmla="*/ 5773533 h 6858000"/>
              <a:gd name="connsiteX51" fmla="*/ 656696 w 5305156"/>
              <a:gd name="connsiteY51" fmla="*/ 5495959 h 6858000"/>
              <a:gd name="connsiteX52" fmla="*/ 571010 w 5305156"/>
              <a:gd name="connsiteY52" fmla="*/ 5570873 h 6858000"/>
              <a:gd name="connsiteX53" fmla="*/ 563986 w 5305156"/>
              <a:gd name="connsiteY53" fmla="*/ 5558256 h 6858000"/>
              <a:gd name="connsiteX54" fmla="*/ 653184 w 5305156"/>
              <a:gd name="connsiteY54" fmla="*/ 5480976 h 6858000"/>
              <a:gd name="connsiteX55" fmla="*/ 653184 w 5305156"/>
              <a:gd name="connsiteY55" fmla="*/ 5134798 h 6858000"/>
              <a:gd name="connsiteX56" fmla="*/ 439670 w 5305156"/>
              <a:gd name="connsiteY56" fmla="*/ 5320110 h 6858000"/>
              <a:gd name="connsiteX57" fmla="*/ 434052 w 5305156"/>
              <a:gd name="connsiteY57" fmla="*/ 5309070 h 6858000"/>
              <a:gd name="connsiteX58" fmla="*/ 645458 w 5305156"/>
              <a:gd name="connsiteY58" fmla="*/ 5125335 h 6858000"/>
              <a:gd name="connsiteX59" fmla="*/ 320271 w 5305156"/>
              <a:gd name="connsiteY59" fmla="*/ 4847761 h 6858000"/>
              <a:gd name="connsiteX60" fmla="*/ 985394 w 5305156"/>
              <a:gd name="connsiteY60" fmla="*/ 4487388 h 6858000"/>
              <a:gd name="connsiteX61" fmla="*/ 763453 w 5305156"/>
              <a:gd name="connsiteY61" fmla="*/ 4680586 h 6858000"/>
              <a:gd name="connsiteX62" fmla="*/ 756430 w 5305156"/>
              <a:gd name="connsiteY62" fmla="*/ 4670335 h 6858000"/>
              <a:gd name="connsiteX63" fmla="*/ 762750 w 5305156"/>
              <a:gd name="connsiteY63" fmla="*/ 4680586 h 6858000"/>
              <a:gd name="connsiteX64" fmla="*/ 663017 w 5305156"/>
              <a:gd name="connsiteY64" fmla="*/ 4768116 h 6858000"/>
              <a:gd name="connsiteX65" fmla="*/ 663017 w 5305156"/>
              <a:gd name="connsiteY65" fmla="*/ 5114295 h 6858000"/>
              <a:gd name="connsiteX66" fmla="*/ 906029 w 5305156"/>
              <a:gd name="connsiteY66" fmla="*/ 4902960 h 6858000"/>
              <a:gd name="connsiteX67" fmla="*/ 913053 w 5305156"/>
              <a:gd name="connsiteY67" fmla="*/ 4913212 h 6858000"/>
              <a:gd name="connsiteX68" fmla="*/ 906732 w 5305156"/>
              <a:gd name="connsiteY68" fmla="*/ 4902172 h 6858000"/>
              <a:gd name="connsiteX69" fmla="*/ 985394 w 5305156"/>
              <a:gd name="connsiteY69" fmla="*/ 4833567 h 6858000"/>
              <a:gd name="connsiteX70" fmla="*/ 985394 w 5305156"/>
              <a:gd name="connsiteY70" fmla="*/ 4487388 h 6858000"/>
              <a:gd name="connsiteX71" fmla="*/ 656696 w 5305156"/>
              <a:gd name="connsiteY71" fmla="*/ 4196409 h 6858000"/>
              <a:gd name="connsiteX72" fmla="*/ 332211 w 5305156"/>
              <a:gd name="connsiteY72" fmla="*/ 4478714 h 6858000"/>
              <a:gd name="connsiteX73" fmla="*/ 657398 w 5305156"/>
              <a:gd name="connsiteY73" fmla="*/ 4756288 h 6858000"/>
              <a:gd name="connsiteX74" fmla="*/ 756430 w 5305156"/>
              <a:gd name="connsiteY74" fmla="*/ 4670335 h 6858000"/>
              <a:gd name="connsiteX75" fmla="*/ 981883 w 5305156"/>
              <a:gd name="connsiteY75" fmla="*/ 4473983 h 6858000"/>
              <a:gd name="connsiteX76" fmla="*/ 656696 w 5305156"/>
              <a:gd name="connsiteY76" fmla="*/ 4196409 h 6858000"/>
              <a:gd name="connsiteX77" fmla="*/ 993120 w 5305156"/>
              <a:gd name="connsiteY77" fmla="*/ 3544268 h 6858000"/>
              <a:gd name="connsiteX78" fmla="*/ 668636 w 5305156"/>
              <a:gd name="connsiteY78" fmla="*/ 3826573 h 6858000"/>
              <a:gd name="connsiteX79" fmla="*/ 993823 w 5305156"/>
              <a:gd name="connsiteY79" fmla="*/ 4104935 h 6858000"/>
              <a:gd name="connsiteX80" fmla="*/ 1318308 w 5305156"/>
              <a:gd name="connsiteY80" fmla="*/ 3821842 h 6858000"/>
              <a:gd name="connsiteX81" fmla="*/ 1002251 w 5305156"/>
              <a:gd name="connsiteY81" fmla="*/ 3552154 h 6858000"/>
              <a:gd name="connsiteX82" fmla="*/ 993120 w 5305156"/>
              <a:gd name="connsiteY82" fmla="*/ 3544268 h 6858000"/>
              <a:gd name="connsiteX83" fmla="*/ 1318308 w 5305156"/>
              <a:gd name="connsiteY83" fmla="*/ 2538851 h 6858000"/>
              <a:gd name="connsiteX84" fmla="*/ 1110412 w 5305156"/>
              <a:gd name="connsiteY84" fmla="*/ 2719432 h 6858000"/>
              <a:gd name="connsiteX85" fmla="*/ 1104092 w 5305156"/>
              <a:gd name="connsiteY85" fmla="*/ 2708392 h 6858000"/>
              <a:gd name="connsiteX86" fmla="*/ 1109710 w 5305156"/>
              <a:gd name="connsiteY86" fmla="*/ 2720221 h 6858000"/>
              <a:gd name="connsiteX87" fmla="*/ 995930 w 5305156"/>
              <a:gd name="connsiteY87" fmla="*/ 2819579 h 6858000"/>
              <a:gd name="connsiteX88" fmla="*/ 995930 w 5305156"/>
              <a:gd name="connsiteY88" fmla="*/ 3165758 h 6858000"/>
              <a:gd name="connsiteX89" fmla="*/ 1234025 w 5305156"/>
              <a:gd name="connsiteY89" fmla="*/ 2958366 h 6858000"/>
              <a:gd name="connsiteX90" fmla="*/ 1240347 w 5305156"/>
              <a:gd name="connsiteY90" fmla="*/ 2969406 h 6858000"/>
              <a:gd name="connsiteX91" fmla="*/ 1234728 w 5305156"/>
              <a:gd name="connsiteY91" fmla="*/ 2957578 h 6858000"/>
              <a:gd name="connsiteX92" fmla="*/ 1318308 w 5305156"/>
              <a:gd name="connsiteY92" fmla="*/ 2885030 h 6858000"/>
              <a:gd name="connsiteX93" fmla="*/ 1318308 w 5305156"/>
              <a:gd name="connsiteY93" fmla="*/ 2538851 h 6858000"/>
              <a:gd name="connsiteX94" fmla="*/ 652482 w 5305156"/>
              <a:gd name="connsiteY94" fmla="*/ 1598885 h 6858000"/>
              <a:gd name="connsiteX95" fmla="*/ 332211 w 5305156"/>
              <a:gd name="connsiteY95" fmla="*/ 1878036 h 6858000"/>
              <a:gd name="connsiteX96" fmla="*/ 657398 w 5305156"/>
              <a:gd name="connsiteY96" fmla="*/ 2155610 h 6858000"/>
              <a:gd name="connsiteX97" fmla="*/ 766262 w 5305156"/>
              <a:gd name="connsiteY97" fmla="*/ 2060983 h 6858000"/>
              <a:gd name="connsiteX98" fmla="*/ 771881 w 5305156"/>
              <a:gd name="connsiteY98" fmla="*/ 2072022 h 6858000"/>
              <a:gd name="connsiteX99" fmla="*/ 663017 w 5305156"/>
              <a:gd name="connsiteY99" fmla="*/ 2166650 h 6858000"/>
              <a:gd name="connsiteX100" fmla="*/ 663017 w 5305156"/>
              <a:gd name="connsiteY100" fmla="*/ 2513617 h 6858000"/>
              <a:gd name="connsiteX101" fmla="*/ 896196 w 5305156"/>
              <a:gd name="connsiteY101" fmla="*/ 2310168 h 6858000"/>
              <a:gd name="connsiteX102" fmla="*/ 902517 w 5305156"/>
              <a:gd name="connsiteY102" fmla="*/ 2322785 h 6858000"/>
              <a:gd name="connsiteX103" fmla="*/ 665124 w 5305156"/>
              <a:gd name="connsiteY103" fmla="*/ 2530177 h 6858000"/>
              <a:gd name="connsiteX104" fmla="*/ 990311 w 5305156"/>
              <a:gd name="connsiteY104" fmla="*/ 2807751 h 6858000"/>
              <a:gd name="connsiteX105" fmla="*/ 1104092 w 5305156"/>
              <a:gd name="connsiteY105" fmla="*/ 2708392 h 6858000"/>
              <a:gd name="connsiteX106" fmla="*/ 1314093 w 5305156"/>
              <a:gd name="connsiteY106" fmla="*/ 2525446 h 6858000"/>
              <a:gd name="connsiteX107" fmla="*/ 988907 w 5305156"/>
              <a:gd name="connsiteY107" fmla="*/ 2247872 h 6858000"/>
              <a:gd name="connsiteX108" fmla="*/ 903220 w 5305156"/>
              <a:gd name="connsiteY108" fmla="*/ 2322785 h 6858000"/>
              <a:gd name="connsiteX109" fmla="*/ 896899 w 5305156"/>
              <a:gd name="connsiteY109" fmla="*/ 2310168 h 6858000"/>
              <a:gd name="connsiteX110" fmla="*/ 985394 w 5305156"/>
              <a:gd name="connsiteY110" fmla="*/ 2232889 h 6858000"/>
              <a:gd name="connsiteX111" fmla="*/ 985394 w 5305156"/>
              <a:gd name="connsiteY111" fmla="*/ 1885922 h 6858000"/>
              <a:gd name="connsiteX112" fmla="*/ 772583 w 5305156"/>
              <a:gd name="connsiteY112" fmla="*/ 2072022 h 6858000"/>
              <a:gd name="connsiteX113" fmla="*/ 766262 w 5305156"/>
              <a:gd name="connsiteY113" fmla="*/ 2060194 h 6858000"/>
              <a:gd name="connsiteX114" fmla="*/ 977669 w 5305156"/>
              <a:gd name="connsiteY114" fmla="*/ 1876459 h 6858000"/>
              <a:gd name="connsiteX115" fmla="*/ 652482 w 5305156"/>
              <a:gd name="connsiteY115" fmla="*/ 1598885 h 6858000"/>
              <a:gd name="connsiteX116" fmla="*/ 1318308 w 5305156"/>
              <a:gd name="connsiteY116" fmla="*/ 1238512 h 6858000"/>
              <a:gd name="connsiteX117" fmla="*/ 1095663 w 5305156"/>
              <a:gd name="connsiteY117" fmla="*/ 1432499 h 6858000"/>
              <a:gd name="connsiteX118" fmla="*/ 995930 w 5305156"/>
              <a:gd name="connsiteY118" fmla="*/ 1519240 h 6858000"/>
              <a:gd name="connsiteX119" fmla="*/ 995930 w 5305156"/>
              <a:gd name="connsiteY119" fmla="*/ 1865419 h 6858000"/>
              <a:gd name="connsiteX120" fmla="*/ 1238240 w 5305156"/>
              <a:gd name="connsiteY120" fmla="*/ 1654085 h 6858000"/>
              <a:gd name="connsiteX121" fmla="*/ 1245264 w 5305156"/>
              <a:gd name="connsiteY121" fmla="*/ 1665124 h 6858000"/>
              <a:gd name="connsiteX122" fmla="*/ 1000847 w 5305156"/>
              <a:gd name="connsiteY122" fmla="*/ 1878036 h 6858000"/>
              <a:gd name="connsiteX123" fmla="*/ 1326033 w 5305156"/>
              <a:gd name="connsiteY123" fmla="*/ 2155610 h 6858000"/>
              <a:gd name="connsiteX124" fmla="*/ 1477038 w 5305156"/>
              <a:gd name="connsiteY124" fmla="*/ 2023920 h 6858000"/>
              <a:gd name="connsiteX125" fmla="*/ 1646304 w 5305156"/>
              <a:gd name="connsiteY125" fmla="*/ 1876459 h 6858000"/>
              <a:gd name="connsiteX126" fmla="*/ 1321116 w 5305156"/>
              <a:gd name="connsiteY126" fmla="*/ 1598885 h 6858000"/>
              <a:gd name="connsiteX127" fmla="*/ 1245965 w 5305156"/>
              <a:gd name="connsiteY127" fmla="*/ 1664336 h 6858000"/>
              <a:gd name="connsiteX128" fmla="*/ 1238942 w 5305156"/>
              <a:gd name="connsiteY128" fmla="*/ 1654085 h 6858000"/>
              <a:gd name="connsiteX129" fmla="*/ 1318308 w 5305156"/>
              <a:gd name="connsiteY129" fmla="*/ 1585480 h 6858000"/>
              <a:gd name="connsiteX130" fmla="*/ 1318308 w 5305156"/>
              <a:gd name="connsiteY130" fmla="*/ 1238512 h 6858000"/>
              <a:gd name="connsiteX131" fmla="*/ 988907 w 5305156"/>
              <a:gd name="connsiteY131" fmla="*/ 947533 h 6858000"/>
              <a:gd name="connsiteX132" fmla="*/ 665124 w 5305156"/>
              <a:gd name="connsiteY132" fmla="*/ 1230627 h 6858000"/>
              <a:gd name="connsiteX133" fmla="*/ 990311 w 5305156"/>
              <a:gd name="connsiteY133" fmla="*/ 1508201 h 6858000"/>
              <a:gd name="connsiteX134" fmla="*/ 1088639 w 5305156"/>
              <a:gd name="connsiteY134" fmla="*/ 1422247 h 6858000"/>
              <a:gd name="connsiteX135" fmla="*/ 1095663 w 5305156"/>
              <a:gd name="connsiteY135" fmla="*/ 1432499 h 6858000"/>
              <a:gd name="connsiteX136" fmla="*/ 1089342 w 5305156"/>
              <a:gd name="connsiteY136" fmla="*/ 1421459 h 6858000"/>
              <a:gd name="connsiteX137" fmla="*/ 1314093 w 5305156"/>
              <a:gd name="connsiteY137" fmla="*/ 1225107 h 6858000"/>
              <a:gd name="connsiteX138" fmla="*/ 988907 w 5305156"/>
              <a:gd name="connsiteY138" fmla="*/ 947533 h 6858000"/>
              <a:gd name="connsiteX139" fmla="*/ 1325331 w 5305156"/>
              <a:gd name="connsiteY139" fmla="*/ 296181 h 6858000"/>
              <a:gd name="connsiteX140" fmla="*/ 1000847 w 5305156"/>
              <a:gd name="connsiteY140" fmla="*/ 578486 h 6858000"/>
              <a:gd name="connsiteX141" fmla="*/ 1326033 w 5305156"/>
              <a:gd name="connsiteY141" fmla="*/ 856060 h 6858000"/>
              <a:gd name="connsiteX142" fmla="*/ 1650518 w 5305156"/>
              <a:gd name="connsiteY142" fmla="*/ 573754 h 6858000"/>
              <a:gd name="connsiteX143" fmla="*/ 1334462 w 5305156"/>
              <a:gd name="connsiteY143" fmla="*/ 304066 h 6858000"/>
              <a:gd name="connsiteX144" fmla="*/ 1325331 w 5305156"/>
              <a:gd name="connsiteY144" fmla="*/ 296181 h 6858000"/>
              <a:gd name="connsiteX145" fmla="*/ 1226725 w 5305156"/>
              <a:gd name="connsiteY145" fmla="*/ 0 h 6858000"/>
              <a:gd name="connsiteX146" fmla="*/ 748180 w 5305156"/>
              <a:gd name="connsiteY146" fmla="*/ 0 h 6858000"/>
              <a:gd name="connsiteX147" fmla="*/ 763540 w 5305156"/>
              <a:gd name="connsiteY147" fmla="*/ 13087 h 6858000"/>
              <a:gd name="connsiteX148" fmla="*/ 990311 w 5305156"/>
              <a:gd name="connsiteY148" fmla="*/ 206284 h 6858000"/>
              <a:gd name="connsiteX149" fmla="*/ 1159227 w 5305156"/>
              <a:gd name="connsiteY149" fmla="*/ 58896 h 6858000"/>
              <a:gd name="connsiteX150" fmla="*/ 1318308 w 5305156"/>
              <a:gd name="connsiteY150" fmla="*/ 0 h 6858000"/>
              <a:gd name="connsiteX151" fmla="*/ 1245701 w 5305156"/>
              <a:gd name="connsiteY151" fmla="*/ 0 h 6858000"/>
              <a:gd name="connsiteX152" fmla="*/ 1228232 w 5305156"/>
              <a:gd name="connsiteY152" fmla="*/ 15255 h 6858000"/>
              <a:gd name="connsiteX153" fmla="*/ 995930 w 5305156"/>
              <a:gd name="connsiteY153" fmla="*/ 218113 h 6858000"/>
              <a:gd name="connsiteX154" fmla="*/ 995930 w 5305156"/>
              <a:gd name="connsiteY154" fmla="*/ 564292 h 6858000"/>
              <a:gd name="connsiteX155" fmla="*/ 1318308 w 5305156"/>
              <a:gd name="connsiteY155" fmla="*/ 283564 h 6858000"/>
              <a:gd name="connsiteX156" fmla="*/ 1318308 w 5305156"/>
              <a:gd name="connsiteY156" fmla="*/ 84404 h 6858000"/>
              <a:gd name="connsiteX157" fmla="*/ 5305156 w 5305156"/>
              <a:gd name="connsiteY157" fmla="*/ 0 h 6858000"/>
              <a:gd name="connsiteX158" fmla="*/ 1329545 w 5305156"/>
              <a:gd name="connsiteY158" fmla="*/ 0 h 6858000"/>
              <a:gd name="connsiteX159" fmla="*/ 1329545 w 5305156"/>
              <a:gd name="connsiteY159" fmla="*/ 1953 h 6858000"/>
              <a:gd name="connsiteX160" fmla="*/ 1329545 w 5305156"/>
              <a:gd name="connsiteY160" fmla="*/ 283564 h 6858000"/>
              <a:gd name="connsiteX161" fmla="*/ 1343592 w 5305156"/>
              <a:gd name="connsiteY161" fmla="*/ 295392 h 6858000"/>
              <a:gd name="connsiteX162" fmla="*/ 1334462 w 5305156"/>
              <a:gd name="connsiteY162" fmla="*/ 304066 h 6858000"/>
              <a:gd name="connsiteX163" fmla="*/ 1344294 w 5305156"/>
              <a:gd name="connsiteY163" fmla="*/ 295392 h 6858000"/>
              <a:gd name="connsiteX164" fmla="*/ 1665970 w 5305156"/>
              <a:gd name="connsiteY164" fmla="*/ 570600 h 6858000"/>
              <a:gd name="connsiteX165" fmla="*/ 1665970 w 5305156"/>
              <a:gd name="connsiteY165" fmla="*/ 589526 h 6858000"/>
              <a:gd name="connsiteX166" fmla="*/ 1654030 w 5305156"/>
              <a:gd name="connsiteY166" fmla="*/ 599777 h 6858000"/>
              <a:gd name="connsiteX167" fmla="*/ 1654030 w 5305156"/>
              <a:gd name="connsiteY167" fmla="*/ 587160 h 6858000"/>
              <a:gd name="connsiteX168" fmla="*/ 1332355 w 5305156"/>
              <a:gd name="connsiteY168" fmla="*/ 867888 h 6858000"/>
              <a:gd name="connsiteX169" fmla="*/ 1332355 w 5305156"/>
              <a:gd name="connsiteY169" fmla="*/ 1214067 h 6858000"/>
              <a:gd name="connsiteX170" fmla="*/ 1654030 w 5305156"/>
              <a:gd name="connsiteY170" fmla="*/ 933339 h 6858000"/>
              <a:gd name="connsiteX171" fmla="*/ 1654030 w 5305156"/>
              <a:gd name="connsiteY171" fmla="*/ 600566 h 6858000"/>
              <a:gd name="connsiteX172" fmla="*/ 1665970 w 5305156"/>
              <a:gd name="connsiteY172" fmla="*/ 590314 h 6858000"/>
              <a:gd name="connsiteX173" fmla="*/ 1665970 w 5305156"/>
              <a:gd name="connsiteY173" fmla="*/ 938859 h 6858000"/>
              <a:gd name="connsiteX174" fmla="*/ 1998180 w 5305156"/>
              <a:gd name="connsiteY174" fmla="*/ 1221952 h 6858000"/>
              <a:gd name="connsiteX175" fmla="*/ 1998180 w 5305156"/>
              <a:gd name="connsiteY175" fmla="*/ 1591788 h 6858000"/>
              <a:gd name="connsiteX176" fmla="*/ 1680718 w 5305156"/>
              <a:gd name="connsiteY176" fmla="*/ 1867785 h 6858000"/>
              <a:gd name="connsiteX177" fmla="*/ 1680718 w 5305156"/>
              <a:gd name="connsiteY177" fmla="*/ 1851225 h 6858000"/>
              <a:gd name="connsiteX178" fmla="*/ 1986942 w 5305156"/>
              <a:gd name="connsiteY178" fmla="*/ 1585480 h 6858000"/>
              <a:gd name="connsiteX179" fmla="*/ 1986942 w 5305156"/>
              <a:gd name="connsiteY179" fmla="*/ 1238512 h 6858000"/>
              <a:gd name="connsiteX180" fmla="*/ 1680718 w 5305156"/>
              <a:gd name="connsiteY180" fmla="*/ 1505046 h 6858000"/>
              <a:gd name="connsiteX181" fmla="*/ 1680718 w 5305156"/>
              <a:gd name="connsiteY181" fmla="*/ 1488487 h 6858000"/>
              <a:gd name="connsiteX182" fmla="*/ 1982728 w 5305156"/>
              <a:gd name="connsiteY182" fmla="*/ 1225107 h 6858000"/>
              <a:gd name="connsiteX183" fmla="*/ 1657541 w 5305156"/>
              <a:gd name="connsiteY183" fmla="*/ 947533 h 6858000"/>
              <a:gd name="connsiteX184" fmla="*/ 1333056 w 5305156"/>
              <a:gd name="connsiteY184" fmla="*/ 1230627 h 6858000"/>
              <a:gd name="connsiteX185" fmla="*/ 1658244 w 5305156"/>
              <a:gd name="connsiteY185" fmla="*/ 1508201 h 6858000"/>
              <a:gd name="connsiteX186" fmla="*/ 1680017 w 5305156"/>
              <a:gd name="connsiteY186" fmla="*/ 1489275 h 6858000"/>
              <a:gd name="connsiteX187" fmla="*/ 1680017 w 5305156"/>
              <a:gd name="connsiteY187" fmla="*/ 1505835 h 6858000"/>
              <a:gd name="connsiteX188" fmla="*/ 1664565 w 5305156"/>
              <a:gd name="connsiteY188" fmla="*/ 1519240 h 6858000"/>
              <a:gd name="connsiteX189" fmla="*/ 1664565 w 5305156"/>
              <a:gd name="connsiteY189" fmla="*/ 1865419 h 6858000"/>
              <a:gd name="connsiteX190" fmla="*/ 1680017 w 5305156"/>
              <a:gd name="connsiteY190" fmla="*/ 1852014 h 6858000"/>
              <a:gd name="connsiteX191" fmla="*/ 1680017 w 5305156"/>
              <a:gd name="connsiteY191" fmla="*/ 1868573 h 6858000"/>
              <a:gd name="connsiteX192" fmla="*/ 1665970 w 5305156"/>
              <a:gd name="connsiteY192" fmla="*/ 1881190 h 6858000"/>
              <a:gd name="connsiteX193" fmla="*/ 1665970 w 5305156"/>
              <a:gd name="connsiteY193" fmla="*/ 2058617 h 6858000"/>
              <a:gd name="connsiteX194" fmla="*/ 1654030 w 5305156"/>
              <a:gd name="connsiteY194" fmla="*/ 2060194 h 6858000"/>
              <a:gd name="connsiteX195" fmla="*/ 1654030 w 5305156"/>
              <a:gd name="connsiteY195" fmla="*/ 1885922 h 6858000"/>
              <a:gd name="connsiteX196" fmla="*/ 1484061 w 5305156"/>
              <a:gd name="connsiteY196" fmla="*/ 2034172 h 6858000"/>
              <a:gd name="connsiteX197" fmla="*/ 1477038 w 5305156"/>
              <a:gd name="connsiteY197" fmla="*/ 2023920 h 6858000"/>
              <a:gd name="connsiteX198" fmla="*/ 1484061 w 5305156"/>
              <a:gd name="connsiteY198" fmla="*/ 2034960 h 6858000"/>
              <a:gd name="connsiteX199" fmla="*/ 1332355 w 5305156"/>
              <a:gd name="connsiteY199" fmla="*/ 2166650 h 6858000"/>
              <a:gd name="connsiteX200" fmla="*/ 1332355 w 5305156"/>
              <a:gd name="connsiteY200" fmla="*/ 2513617 h 6858000"/>
              <a:gd name="connsiteX201" fmla="*/ 1654030 w 5305156"/>
              <a:gd name="connsiteY201" fmla="*/ 2232889 h 6858000"/>
              <a:gd name="connsiteX202" fmla="*/ 1654030 w 5305156"/>
              <a:gd name="connsiteY202" fmla="*/ 2060983 h 6858000"/>
              <a:gd name="connsiteX203" fmla="*/ 1665970 w 5305156"/>
              <a:gd name="connsiteY203" fmla="*/ 2059405 h 6858000"/>
              <a:gd name="connsiteX204" fmla="*/ 1665970 w 5305156"/>
              <a:gd name="connsiteY204" fmla="*/ 2238409 h 6858000"/>
              <a:gd name="connsiteX205" fmla="*/ 1881590 w 5305156"/>
              <a:gd name="connsiteY205" fmla="*/ 2422144 h 6858000"/>
              <a:gd name="connsiteX206" fmla="*/ 1869650 w 5305156"/>
              <a:gd name="connsiteY206" fmla="*/ 2428452 h 6858000"/>
              <a:gd name="connsiteX207" fmla="*/ 1657541 w 5305156"/>
              <a:gd name="connsiteY207" fmla="*/ 2247872 h 6858000"/>
              <a:gd name="connsiteX208" fmla="*/ 1333056 w 5305156"/>
              <a:gd name="connsiteY208" fmla="*/ 2530177 h 6858000"/>
              <a:gd name="connsiteX209" fmla="*/ 1658244 w 5305156"/>
              <a:gd name="connsiteY209" fmla="*/ 2807751 h 6858000"/>
              <a:gd name="connsiteX210" fmla="*/ 1982728 w 5305156"/>
              <a:gd name="connsiteY210" fmla="*/ 2525446 h 6858000"/>
              <a:gd name="connsiteX211" fmla="*/ 1870353 w 5305156"/>
              <a:gd name="connsiteY211" fmla="*/ 2429241 h 6858000"/>
              <a:gd name="connsiteX212" fmla="*/ 1882293 w 5305156"/>
              <a:gd name="connsiteY212" fmla="*/ 2422933 h 6858000"/>
              <a:gd name="connsiteX213" fmla="*/ 1998180 w 5305156"/>
              <a:gd name="connsiteY213" fmla="*/ 2522291 h 6858000"/>
              <a:gd name="connsiteX214" fmla="*/ 1998180 w 5305156"/>
              <a:gd name="connsiteY214" fmla="*/ 2773054 h 6858000"/>
              <a:gd name="connsiteX215" fmla="*/ 1986942 w 5305156"/>
              <a:gd name="connsiteY215" fmla="*/ 2778574 h 6858000"/>
              <a:gd name="connsiteX216" fmla="*/ 1986942 w 5305156"/>
              <a:gd name="connsiteY216" fmla="*/ 2538851 h 6858000"/>
              <a:gd name="connsiteX217" fmla="*/ 1664565 w 5305156"/>
              <a:gd name="connsiteY217" fmla="*/ 2819579 h 6858000"/>
              <a:gd name="connsiteX218" fmla="*/ 1664565 w 5305156"/>
              <a:gd name="connsiteY218" fmla="*/ 3165758 h 6858000"/>
              <a:gd name="connsiteX219" fmla="*/ 1986942 w 5305156"/>
              <a:gd name="connsiteY219" fmla="*/ 2885030 h 6858000"/>
              <a:gd name="connsiteX220" fmla="*/ 1986942 w 5305156"/>
              <a:gd name="connsiteY220" fmla="*/ 2779363 h 6858000"/>
              <a:gd name="connsiteX221" fmla="*/ 1998180 w 5305156"/>
              <a:gd name="connsiteY221" fmla="*/ 2773843 h 6858000"/>
              <a:gd name="connsiteX222" fmla="*/ 1998180 w 5305156"/>
              <a:gd name="connsiteY222" fmla="*/ 2891339 h 6858000"/>
              <a:gd name="connsiteX223" fmla="*/ 1658946 w 5305156"/>
              <a:gd name="connsiteY223" fmla="*/ 3187049 h 6858000"/>
              <a:gd name="connsiteX224" fmla="*/ 1321116 w 5305156"/>
              <a:gd name="connsiteY224" fmla="*/ 2899224 h 6858000"/>
              <a:gd name="connsiteX225" fmla="*/ 1240347 w 5305156"/>
              <a:gd name="connsiteY225" fmla="*/ 2969406 h 6858000"/>
              <a:gd name="connsiteX226" fmla="*/ 997334 w 5305156"/>
              <a:gd name="connsiteY226" fmla="*/ 3180741 h 6858000"/>
              <a:gd name="connsiteX227" fmla="*/ 997334 w 5305156"/>
              <a:gd name="connsiteY227" fmla="*/ 3519034 h 6858000"/>
              <a:gd name="connsiteX228" fmla="*/ 985394 w 5305156"/>
              <a:gd name="connsiteY228" fmla="*/ 3519034 h 6858000"/>
              <a:gd name="connsiteX229" fmla="*/ 985394 w 5305156"/>
              <a:gd name="connsiteY229" fmla="*/ 3500109 h 6858000"/>
              <a:gd name="connsiteX230" fmla="*/ 985394 w 5305156"/>
              <a:gd name="connsiteY230" fmla="*/ 3186261 h 6858000"/>
              <a:gd name="connsiteX231" fmla="*/ 663017 w 5305156"/>
              <a:gd name="connsiteY231" fmla="*/ 3466989 h 6858000"/>
              <a:gd name="connsiteX232" fmla="*/ 663017 w 5305156"/>
              <a:gd name="connsiteY232" fmla="*/ 3495377 h 6858000"/>
              <a:gd name="connsiteX233" fmla="*/ 663017 w 5305156"/>
              <a:gd name="connsiteY233" fmla="*/ 3812379 h 6858000"/>
              <a:gd name="connsiteX234" fmla="*/ 985394 w 5305156"/>
              <a:gd name="connsiteY234" fmla="*/ 3532439 h 6858000"/>
              <a:gd name="connsiteX235" fmla="*/ 985394 w 5305156"/>
              <a:gd name="connsiteY235" fmla="*/ 3519822 h 6858000"/>
              <a:gd name="connsiteX236" fmla="*/ 997334 w 5305156"/>
              <a:gd name="connsiteY236" fmla="*/ 3519822 h 6858000"/>
              <a:gd name="connsiteX237" fmla="*/ 997334 w 5305156"/>
              <a:gd name="connsiteY237" fmla="*/ 3531651 h 6858000"/>
              <a:gd name="connsiteX238" fmla="*/ 1011381 w 5305156"/>
              <a:gd name="connsiteY238" fmla="*/ 3543479 h 6858000"/>
              <a:gd name="connsiteX239" fmla="*/ 1002251 w 5305156"/>
              <a:gd name="connsiteY239" fmla="*/ 3552154 h 6858000"/>
              <a:gd name="connsiteX240" fmla="*/ 1012084 w 5305156"/>
              <a:gd name="connsiteY240" fmla="*/ 3544268 h 6858000"/>
              <a:gd name="connsiteX241" fmla="*/ 1333759 w 5305156"/>
              <a:gd name="connsiteY241" fmla="*/ 3818688 h 6858000"/>
              <a:gd name="connsiteX242" fmla="*/ 1333759 w 5305156"/>
              <a:gd name="connsiteY242" fmla="*/ 3838402 h 6858000"/>
              <a:gd name="connsiteX243" fmla="*/ 1321819 w 5305156"/>
              <a:gd name="connsiteY243" fmla="*/ 3848653 h 6858000"/>
              <a:gd name="connsiteX244" fmla="*/ 1321819 w 5305156"/>
              <a:gd name="connsiteY244" fmla="*/ 3835248 h 6858000"/>
              <a:gd name="connsiteX245" fmla="*/ 999441 w 5305156"/>
              <a:gd name="connsiteY245" fmla="*/ 4115975 h 6858000"/>
              <a:gd name="connsiteX246" fmla="*/ 999441 w 5305156"/>
              <a:gd name="connsiteY246" fmla="*/ 4462154 h 6858000"/>
              <a:gd name="connsiteX247" fmla="*/ 1321819 w 5305156"/>
              <a:gd name="connsiteY247" fmla="*/ 4182215 h 6858000"/>
              <a:gd name="connsiteX248" fmla="*/ 1321819 w 5305156"/>
              <a:gd name="connsiteY248" fmla="*/ 3849441 h 6858000"/>
              <a:gd name="connsiteX249" fmla="*/ 1333759 w 5305156"/>
              <a:gd name="connsiteY249" fmla="*/ 3839190 h 6858000"/>
              <a:gd name="connsiteX250" fmla="*/ 1333759 w 5305156"/>
              <a:gd name="connsiteY250" fmla="*/ 4186946 h 6858000"/>
              <a:gd name="connsiteX251" fmla="*/ 1665970 w 5305156"/>
              <a:gd name="connsiteY251" fmla="*/ 4470828 h 6858000"/>
              <a:gd name="connsiteX252" fmla="*/ 1665970 w 5305156"/>
              <a:gd name="connsiteY252" fmla="*/ 4839875 h 6858000"/>
              <a:gd name="connsiteX253" fmla="*/ 1348509 w 5305156"/>
              <a:gd name="connsiteY253" fmla="*/ 5116661 h 6858000"/>
              <a:gd name="connsiteX254" fmla="*/ 1348509 w 5305156"/>
              <a:gd name="connsiteY254" fmla="*/ 5100101 h 6858000"/>
              <a:gd name="connsiteX255" fmla="*/ 1654030 w 5305156"/>
              <a:gd name="connsiteY255" fmla="*/ 4833567 h 6858000"/>
              <a:gd name="connsiteX256" fmla="*/ 1654030 w 5305156"/>
              <a:gd name="connsiteY256" fmla="*/ 4487388 h 6858000"/>
              <a:gd name="connsiteX257" fmla="*/ 1348509 w 5305156"/>
              <a:gd name="connsiteY257" fmla="*/ 4753134 h 6858000"/>
              <a:gd name="connsiteX258" fmla="*/ 1348509 w 5305156"/>
              <a:gd name="connsiteY258" fmla="*/ 4737362 h 6858000"/>
              <a:gd name="connsiteX259" fmla="*/ 1650518 w 5305156"/>
              <a:gd name="connsiteY259" fmla="*/ 4473983 h 6858000"/>
              <a:gd name="connsiteX260" fmla="*/ 1325331 w 5305156"/>
              <a:gd name="connsiteY260" fmla="*/ 4196409 h 6858000"/>
              <a:gd name="connsiteX261" fmla="*/ 1000847 w 5305156"/>
              <a:gd name="connsiteY261" fmla="*/ 4478714 h 6858000"/>
              <a:gd name="connsiteX262" fmla="*/ 1326033 w 5305156"/>
              <a:gd name="connsiteY262" fmla="*/ 4756288 h 6858000"/>
              <a:gd name="connsiteX263" fmla="*/ 1347806 w 5305156"/>
              <a:gd name="connsiteY263" fmla="*/ 4737362 h 6858000"/>
              <a:gd name="connsiteX264" fmla="*/ 1347806 w 5305156"/>
              <a:gd name="connsiteY264" fmla="*/ 4753922 h 6858000"/>
              <a:gd name="connsiteX265" fmla="*/ 1331652 w 5305156"/>
              <a:gd name="connsiteY265" fmla="*/ 4768116 h 6858000"/>
              <a:gd name="connsiteX266" fmla="*/ 1331652 w 5305156"/>
              <a:gd name="connsiteY266" fmla="*/ 5114295 h 6858000"/>
              <a:gd name="connsiteX267" fmla="*/ 1347806 w 5305156"/>
              <a:gd name="connsiteY267" fmla="*/ 5100101 h 6858000"/>
              <a:gd name="connsiteX268" fmla="*/ 1347806 w 5305156"/>
              <a:gd name="connsiteY268" fmla="*/ 5116661 h 6858000"/>
              <a:gd name="connsiteX269" fmla="*/ 1333759 w 5305156"/>
              <a:gd name="connsiteY269" fmla="*/ 5129278 h 6858000"/>
              <a:gd name="connsiteX270" fmla="*/ 1333759 w 5305156"/>
              <a:gd name="connsiteY270" fmla="*/ 5306704 h 6858000"/>
              <a:gd name="connsiteX271" fmla="*/ 1321819 w 5305156"/>
              <a:gd name="connsiteY271" fmla="*/ 5309070 h 6858000"/>
              <a:gd name="connsiteX272" fmla="*/ 1321819 w 5305156"/>
              <a:gd name="connsiteY272" fmla="*/ 5134798 h 6858000"/>
              <a:gd name="connsiteX273" fmla="*/ 1151851 w 5305156"/>
              <a:gd name="connsiteY273" fmla="*/ 5283047 h 6858000"/>
              <a:gd name="connsiteX274" fmla="*/ 1144827 w 5305156"/>
              <a:gd name="connsiteY274" fmla="*/ 5272008 h 6858000"/>
              <a:gd name="connsiteX275" fmla="*/ 1314093 w 5305156"/>
              <a:gd name="connsiteY275" fmla="*/ 5125335 h 6858000"/>
              <a:gd name="connsiteX276" fmla="*/ 988907 w 5305156"/>
              <a:gd name="connsiteY276" fmla="*/ 4847761 h 6858000"/>
              <a:gd name="connsiteX277" fmla="*/ 913053 w 5305156"/>
              <a:gd name="connsiteY277" fmla="*/ 4913212 h 6858000"/>
              <a:gd name="connsiteX278" fmla="*/ 668636 w 5305156"/>
              <a:gd name="connsiteY278" fmla="*/ 5126124 h 6858000"/>
              <a:gd name="connsiteX279" fmla="*/ 993823 w 5305156"/>
              <a:gd name="connsiteY279" fmla="*/ 5403697 h 6858000"/>
              <a:gd name="connsiteX280" fmla="*/ 1144827 w 5305156"/>
              <a:gd name="connsiteY280" fmla="*/ 5272796 h 6858000"/>
              <a:gd name="connsiteX281" fmla="*/ 1151149 w 5305156"/>
              <a:gd name="connsiteY281" fmla="*/ 5283047 h 6858000"/>
              <a:gd name="connsiteX282" fmla="*/ 999441 w 5305156"/>
              <a:gd name="connsiteY282" fmla="*/ 5415526 h 6858000"/>
              <a:gd name="connsiteX283" fmla="*/ 999441 w 5305156"/>
              <a:gd name="connsiteY283" fmla="*/ 5761705 h 6858000"/>
              <a:gd name="connsiteX284" fmla="*/ 1321819 w 5305156"/>
              <a:gd name="connsiteY284" fmla="*/ 5480976 h 6858000"/>
              <a:gd name="connsiteX285" fmla="*/ 1321819 w 5305156"/>
              <a:gd name="connsiteY285" fmla="*/ 5309858 h 6858000"/>
              <a:gd name="connsiteX286" fmla="*/ 1333759 w 5305156"/>
              <a:gd name="connsiteY286" fmla="*/ 5307493 h 6858000"/>
              <a:gd name="connsiteX287" fmla="*/ 1333759 w 5305156"/>
              <a:gd name="connsiteY287" fmla="*/ 5487285 h 6858000"/>
              <a:gd name="connsiteX288" fmla="*/ 1549380 w 5305156"/>
              <a:gd name="connsiteY288" fmla="*/ 5671020 h 6858000"/>
              <a:gd name="connsiteX289" fmla="*/ 1665970 w 5305156"/>
              <a:gd name="connsiteY289" fmla="*/ 5770379 h 6858000"/>
              <a:gd name="connsiteX290" fmla="*/ 1665970 w 5305156"/>
              <a:gd name="connsiteY290" fmla="*/ 6021141 h 6858000"/>
              <a:gd name="connsiteX291" fmla="*/ 1654030 w 5305156"/>
              <a:gd name="connsiteY291" fmla="*/ 6026661 h 6858000"/>
              <a:gd name="connsiteX292" fmla="*/ 1654030 w 5305156"/>
              <a:gd name="connsiteY292" fmla="*/ 5786939 h 6858000"/>
              <a:gd name="connsiteX293" fmla="*/ 1331652 w 5305156"/>
              <a:gd name="connsiteY293" fmla="*/ 6067667 h 6858000"/>
              <a:gd name="connsiteX294" fmla="*/ 1331652 w 5305156"/>
              <a:gd name="connsiteY294" fmla="*/ 6413845 h 6858000"/>
              <a:gd name="connsiteX295" fmla="*/ 1654030 w 5305156"/>
              <a:gd name="connsiteY295" fmla="*/ 6133906 h 6858000"/>
              <a:gd name="connsiteX296" fmla="*/ 1654030 w 5305156"/>
              <a:gd name="connsiteY296" fmla="*/ 6027450 h 6858000"/>
              <a:gd name="connsiteX297" fmla="*/ 1665970 w 5305156"/>
              <a:gd name="connsiteY297" fmla="*/ 6021930 h 6858000"/>
              <a:gd name="connsiteX298" fmla="*/ 1665970 w 5305156"/>
              <a:gd name="connsiteY298" fmla="*/ 6140214 h 6858000"/>
              <a:gd name="connsiteX299" fmla="*/ 1326033 w 5305156"/>
              <a:gd name="connsiteY299" fmla="*/ 6435925 h 6858000"/>
              <a:gd name="connsiteX300" fmla="*/ 988907 w 5305156"/>
              <a:gd name="connsiteY300" fmla="*/ 6147311 h 6858000"/>
              <a:gd name="connsiteX301" fmla="*/ 908136 w 5305156"/>
              <a:gd name="connsiteY301" fmla="*/ 6217493 h 6858000"/>
              <a:gd name="connsiteX302" fmla="*/ 901815 w 5305156"/>
              <a:gd name="connsiteY302" fmla="*/ 6206454 h 6858000"/>
              <a:gd name="connsiteX303" fmla="*/ 907434 w 5305156"/>
              <a:gd name="connsiteY303" fmla="*/ 6218282 h 6858000"/>
              <a:gd name="connsiteX304" fmla="*/ 665124 w 5305156"/>
              <a:gd name="connsiteY304" fmla="*/ 6429617 h 6858000"/>
              <a:gd name="connsiteX305" fmla="*/ 665124 w 5305156"/>
              <a:gd name="connsiteY305" fmla="*/ 6784470 h 6858000"/>
              <a:gd name="connsiteX306" fmla="*/ 722014 w 5305156"/>
              <a:gd name="connsiteY306" fmla="*/ 6833040 h 6858000"/>
              <a:gd name="connsiteX307" fmla="*/ 751249 w 5305156"/>
              <a:gd name="connsiteY307" fmla="*/ 6858000 h 6858000"/>
              <a:gd name="connsiteX308" fmla="*/ 5305156 w 5305156"/>
              <a:gd name="connsiteY30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</a:cxnLst>
            <a:rect l="l" t="t" r="r" b="b"/>
            <a:pathLst>
              <a:path w="5305156" h="6858000">
                <a:moveTo>
                  <a:pt x="657398" y="6793932"/>
                </a:moveTo>
                <a:cubicBezTo>
                  <a:pt x="657398" y="6793932"/>
                  <a:pt x="657398" y="6793932"/>
                  <a:pt x="585057" y="6857017"/>
                </a:cubicBezTo>
                <a:lnTo>
                  <a:pt x="583930" y="6858000"/>
                </a:lnTo>
                <a:lnTo>
                  <a:pt x="732294" y="6858000"/>
                </a:lnTo>
                <a:lnTo>
                  <a:pt x="725614" y="6852286"/>
                </a:lnTo>
                <a:cubicBezTo>
                  <a:pt x="709021" y="6838092"/>
                  <a:pt x="686897" y="6819166"/>
                  <a:pt x="657398" y="6793932"/>
                </a:cubicBezTo>
                <a:close/>
                <a:moveTo>
                  <a:pt x="653184" y="6434348"/>
                </a:moveTo>
                <a:cubicBezTo>
                  <a:pt x="653184" y="6434348"/>
                  <a:pt x="653184" y="6434348"/>
                  <a:pt x="330807" y="6715076"/>
                </a:cubicBezTo>
                <a:cubicBezTo>
                  <a:pt x="330807" y="6715076"/>
                  <a:pt x="330807" y="6715076"/>
                  <a:pt x="330807" y="6799592"/>
                </a:cubicBezTo>
                <a:lnTo>
                  <a:pt x="330807" y="6858000"/>
                </a:lnTo>
                <a:lnTo>
                  <a:pt x="564153" y="6858000"/>
                </a:lnTo>
                <a:lnTo>
                  <a:pt x="568902" y="6853863"/>
                </a:lnTo>
                <a:cubicBezTo>
                  <a:pt x="573818" y="6854652"/>
                  <a:pt x="579438" y="6856229"/>
                  <a:pt x="585057" y="6857017"/>
                </a:cubicBezTo>
                <a:cubicBezTo>
                  <a:pt x="579438" y="6855440"/>
                  <a:pt x="574521" y="6854652"/>
                  <a:pt x="569605" y="6853075"/>
                </a:cubicBezTo>
                <a:cubicBezTo>
                  <a:pt x="569605" y="6853075"/>
                  <a:pt x="569605" y="6853075"/>
                  <a:pt x="653184" y="6780527"/>
                </a:cubicBezTo>
                <a:cubicBezTo>
                  <a:pt x="653184" y="6780527"/>
                  <a:pt x="653184" y="6780527"/>
                  <a:pt x="653184" y="6434348"/>
                </a:cubicBezTo>
                <a:close/>
                <a:moveTo>
                  <a:pt x="5047259" y="6343650"/>
                </a:moveTo>
                <a:lnTo>
                  <a:pt x="5047259" y="6707250"/>
                </a:lnTo>
                <a:lnTo>
                  <a:pt x="4683659" y="6707250"/>
                </a:lnTo>
                <a:lnTo>
                  <a:pt x="4683659" y="6343650"/>
                </a:lnTo>
                <a:close/>
                <a:moveTo>
                  <a:pt x="985394" y="5786939"/>
                </a:moveTo>
                <a:cubicBezTo>
                  <a:pt x="985394" y="5786939"/>
                  <a:pt x="985394" y="5786939"/>
                  <a:pt x="777500" y="5968308"/>
                </a:cubicBezTo>
                <a:cubicBezTo>
                  <a:pt x="777500" y="5968308"/>
                  <a:pt x="777500" y="5968308"/>
                  <a:pt x="663017" y="6067667"/>
                </a:cubicBezTo>
                <a:cubicBezTo>
                  <a:pt x="663017" y="6067667"/>
                  <a:pt x="663017" y="6067667"/>
                  <a:pt x="663017" y="6413845"/>
                </a:cubicBezTo>
                <a:cubicBezTo>
                  <a:pt x="663017" y="6413845"/>
                  <a:pt x="663017" y="6413845"/>
                  <a:pt x="901815" y="6206454"/>
                </a:cubicBezTo>
                <a:cubicBezTo>
                  <a:pt x="901815" y="6206454"/>
                  <a:pt x="901815" y="6206454"/>
                  <a:pt x="985394" y="6133906"/>
                </a:cubicBezTo>
                <a:cubicBezTo>
                  <a:pt x="985394" y="6133906"/>
                  <a:pt x="985394" y="6133906"/>
                  <a:pt x="985394" y="5786939"/>
                </a:cubicBezTo>
                <a:close/>
                <a:moveTo>
                  <a:pt x="1549380" y="5671020"/>
                </a:moveTo>
                <a:cubicBezTo>
                  <a:pt x="1537440" y="5677328"/>
                  <a:pt x="1537440" y="5677328"/>
                  <a:pt x="1537440" y="5677328"/>
                </a:cubicBezTo>
                <a:cubicBezTo>
                  <a:pt x="1549380" y="5671020"/>
                  <a:pt x="1549380" y="5671020"/>
                  <a:pt x="1549380" y="5671020"/>
                </a:cubicBezTo>
                <a:close/>
                <a:moveTo>
                  <a:pt x="1325331" y="5495959"/>
                </a:moveTo>
                <a:cubicBezTo>
                  <a:pt x="1325331" y="5495959"/>
                  <a:pt x="1325331" y="5495959"/>
                  <a:pt x="1000847" y="5779053"/>
                </a:cubicBezTo>
                <a:cubicBezTo>
                  <a:pt x="1000847" y="5779053"/>
                  <a:pt x="1000847" y="5779053"/>
                  <a:pt x="1326033" y="6056627"/>
                </a:cubicBezTo>
                <a:cubicBezTo>
                  <a:pt x="1326033" y="6056627"/>
                  <a:pt x="1326033" y="6056627"/>
                  <a:pt x="1650518" y="5773533"/>
                </a:cubicBezTo>
                <a:cubicBezTo>
                  <a:pt x="1650518" y="5773533"/>
                  <a:pt x="1650518" y="5773533"/>
                  <a:pt x="1537440" y="5677328"/>
                </a:cubicBezTo>
                <a:cubicBezTo>
                  <a:pt x="1537440" y="5677328"/>
                  <a:pt x="1537440" y="5677328"/>
                  <a:pt x="1325331" y="5495959"/>
                </a:cubicBezTo>
                <a:close/>
                <a:moveTo>
                  <a:pt x="320271" y="4847761"/>
                </a:moveTo>
                <a:cubicBezTo>
                  <a:pt x="320271" y="4847761"/>
                  <a:pt x="320271" y="4847761"/>
                  <a:pt x="0" y="5126124"/>
                </a:cubicBezTo>
                <a:cubicBezTo>
                  <a:pt x="0" y="5126124"/>
                  <a:pt x="0" y="5126124"/>
                  <a:pt x="325188" y="5403697"/>
                </a:cubicBezTo>
                <a:cubicBezTo>
                  <a:pt x="325188" y="5403697"/>
                  <a:pt x="325188" y="5403697"/>
                  <a:pt x="433349" y="5309070"/>
                </a:cubicBezTo>
                <a:cubicBezTo>
                  <a:pt x="433349" y="5309070"/>
                  <a:pt x="433349" y="5309070"/>
                  <a:pt x="439670" y="5320898"/>
                </a:cubicBezTo>
                <a:cubicBezTo>
                  <a:pt x="439670" y="5320898"/>
                  <a:pt x="439670" y="5320898"/>
                  <a:pt x="330807" y="5415526"/>
                </a:cubicBezTo>
                <a:cubicBezTo>
                  <a:pt x="330807" y="5415526"/>
                  <a:pt x="330807" y="5415526"/>
                  <a:pt x="330807" y="5761705"/>
                </a:cubicBezTo>
                <a:cubicBezTo>
                  <a:pt x="330807" y="5761705"/>
                  <a:pt x="330807" y="5761705"/>
                  <a:pt x="563986" y="5559044"/>
                </a:cubicBezTo>
                <a:cubicBezTo>
                  <a:pt x="563986" y="5559044"/>
                  <a:pt x="563986" y="5559044"/>
                  <a:pt x="570307" y="5571661"/>
                </a:cubicBezTo>
                <a:cubicBezTo>
                  <a:pt x="570307" y="5571661"/>
                  <a:pt x="570307" y="5571661"/>
                  <a:pt x="332211" y="5779053"/>
                </a:cubicBezTo>
                <a:cubicBezTo>
                  <a:pt x="332211" y="5779053"/>
                  <a:pt x="332211" y="5779053"/>
                  <a:pt x="657398" y="6056627"/>
                </a:cubicBezTo>
                <a:cubicBezTo>
                  <a:pt x="657398" y="6056627"/>
                  <a:pt x="657398" y="6056627"/>
                  <a:pt x="771178" y="5957268"/>
                </a:cubicBezTo>
                <a:cubicBezTo>
                  <a:pt x="771178" y="5957268"/>
                  <a:pt x="771178" y="5957268"/>
                  <a:pt x="777500" y="5968308"/>
                </a:cubicBezTo>
                <a:cubicBezTo>
                  <a:pt x="777500" y="5968308"/>
                  <a:pt x="777500" y="5968308"/>
                  <a:pt x="771881" y="5956479"/>
                </a:cubicBezTo>
                <a:cubicBezTo>
                  <a:pt x="771881" y="5956479"/>
                  <a:pt x="771881" y="5956479"/>
                  <a:pt x="981883" y="5773533"/>
                </a:cubicBezTo>
                <a:cubicBezTo>
                  <a:pt x="981883" y="5773533"/>
                  <a:pt x="981883" y="5773533"/>
                  <a:pt x="656696" y="5495959"/>
                </a:cubicBezTo>
                <a:cubicBezTo>
                  <a:pt x="656696" y="5495959"/>
                  <a:pt x="656696" y="5495959"/>
                  <a:pt x="571010" y="5570873"/>
                </a:cubicBezTo>
                <a:cubicBezTo>
                  <a:pt x="571010" y="5570873"/>
                  <a:pt x="571010" y="5570873"/>
                  <a:pt x="563986" y="5558256"/>
                </a:cubicBezTo>
                <a:cubicBezTo>
                  <a:pt x="563986" y="5558256"/>
                  <a:pt x="563986" y="5558256"/>
                  <a:pt x="653184" y="5480976"/>
                </a:cubicBezTo>
                <a:cubicBezTo>
                  <a:pt x="653184" y="5480976"/>
                  <a:pt x="653184" y="5480976"/>
                  <a:pt x="653184" y="5134798"/>
                </a:cubicBezTo>
                <a:cubicBezTo>
                  <a:pt x="653184" y="5134798"/>
                  <a:pt x="653184" y="5134798"/>
                  <a:pt x="439670" y="5320110"/>
                </a:cubicBezTo>
                <a:cubicBezTo>
                  <a:pt x="439670" y="5320110"/>
                  <a:pt x="439670" y="5320110"/>
                  <a:pt x="434052" y="5309070"/>
                </a:cubicBezTo>
                <a:cubicBezTo>
                  <a:pt x="434052" y="5309070"/>
                  <a:pt x="434052" y="5309070"/>
                  <a:pt x="645458" y="5125335"/>
                </a:cubicBezTo>
                <a:cubicBezTo>
                  <a:pt x="645458" y="5125335"/>
                  <a:pt x="645458" y="5125335"/>
                  <a:pt x="320271" y="4847761"/>
                </a:cubicBezTo>
                <a:close/>
                <a:moveTo>
                  <a:pt x="985394" y="4487388"/>
                </a:moveTo>
                <a:cubicBezTo>
                  <a:pt x="985394" y="4487388"/>
                  <a:pt x="985394" y="4487388"/>
                  <a:pt x="763453" y="4680586"/>
                </a:cubicBezTo>
                <a:cubicBezTo>
                  <a:pt x="763453" y="4680586"/>
                  <a:pt x="763453" y="4680586"/>
                  <a:pt x="756430" y="4670335"/>
                </a:cubicBezTo>
                <a:cubicBezTo>
                  <a:pt x="756430" y="4670335"/>
                  <a:pt x="756430" y="4670335"/>
                  <a:pt x="762750" y="4680586"/>
                </a:cubicBezTo>
                <a:cubicBezTo>
                  <a:pt x="762750" y="4680586"/>
                  <a:pt x="762750" y="4680586"/>
                  <a:pt x="663017" y="4768116"/>
                </a:cubicBezTo>
                <a:cubicBezTo>
                  <a:pt x="663017" y="4768116"/>
                  <a:pt x="663017" y="4768116"/>
                  <a:pt x="663017" y="5114295"/>
                </a:cubicBezTo>
                <a:cubicBezTo>
                  <a:pt x="663017" y="5114295"/>
                  <a:pt x="663017" y="5114295"/>
                  <a:pt x="906029" y="4902960"/>
                </a:cubicBezTo>
                <a:cubicBezTo>
                  <a:pt x="906029" y="4902960"/>
                  <a:pt x="906029" y="4902960"/>
                  <a:pt x="913053" y="4913212"/>
                </a:cubicBezTo>
                <a:cubicBezTo>
                  <a:pt x="913053" y="4913212"/>
                  <a:pt x="913053" y="4913212"/>
                  <a:pt x="906732" y="4902172"/>
                </a:cubicBezTo>
                <a:cubicBezTo>
                  <a:pt x="906732" y="4902172"/>
                  <a:pt x="906732" y="4902172"/>
                  <a:pt x="985394" y="4833567"/>
                </a:cubicBezTo>
                <a:cubicBezTo>
                  <a:pt x="985394" y="4833567"/>
                  <a:pt x="985394" y="4833567"/>
                  <a:pt x="985394" y="4487388"/>
                </a:cubicBezTo>
                <a:close/>
                <a:moveTo>
                  <a:pt x="656696" y="4196409"/>
                </a:moveTo>
                <a:cubicBezTo>
                  <a:pt x="656696" y="4196409"/>
                  <a:pt x="656696" y="4196409"/>
                  <a:pt x="332211" y="4478714"/>
                </a:cubicBezTo>
                <a:cubicBezTo>
                  <a:pt x="332211" y="4478714"/>
                  <a:pt x="332211" y="4478714"/>
                  <a:pt x="657398" y="4756288"/>
                </a:cubicBezTo>
                <a:cubicBezTo>
                  <a:pt x="657398" y="4756288"/>
                  <a:pt x="657398" y="4756288"/>
                  <a:pt x="756430" y="4670335"/>
                </a:cubicBezTo>
                <a:cubicBezTo>
                  <a:pt x="756430" y="4670335"/>
                  <a:pt x="756430" y="4670335"/>
                  <a:pt x="981883" y="4473983"/>
                </a:cubicBezTo>
                <a:cubicBezTo>
                  <a:pt x="981883" y="4473983"/>
                  <a:pt x="981883" y="4473983"/>
                  <a:pt x="656696" y="4196409"/>
                </a:cubicBezTo>
                <a:close/>
                <a:moveTo>
                  <a:pt x="993120" y="3544268"/>
                </a:moveTo>
                <a:cubicBezTo>
                  <a:pt x="993120" y="3544268"/>
                  <a:pt x="993120" y="3544268"/>
                  <a:pt x="668636" y="3826573"/>
                </a:cubicBezTo>
                <a:cubicBezTo>
                  <a:pt x="668636" y="3826573"/>
                  <a:pt x="668636" y="3826573"/>
                  <a:pt x="993823" y="4104935"/>
                </a:cubicBezTo>
                <a:cubicBezTo>
                  <a:pt x="993823" y="4104935"/>
                  <a:pt x="993823" y="4104935"/>
                  <a:pt x="1318308" y="3821842"/>
                </a:cubicBezTo>
                <a:cubicBezTo>
                  <a:pt x="1318308" y="3821842"/>
                  <a:pt x="1318308" y="3821842"/>
                  <a:pt x="1002251" y="3552154"/>
                </a:cubicBezTo>
                <a:cubicBezTo>
                  <a:pt x="1002251" y="3552154"/>
                  <a:pt x="1002251" y="3552154"/>
                  <a:pt x="993120" y="3544268"/>
                </a:cubicBezTo>
                <a:close/>
                <a:moveTo>
                  <a:pt x="1318308" y="2538851"/>
                </a:moveTo>
                <a:cubicBezTo>
                  <a:pt x="1318308" y="2538851"/>
                  <a:pt x="1318308" y="2538851"/>
                  <a:pt x="1110412" y="2719432"/>
                </a:cubicBezTo>
                <a:cubicBezTo>
                  <a:pt x="1110412" y="2719432"/>
                  <a:pt x="1110412" y="2719432"/>
                  <a:pt x="1104092" y="2708392"/>
                </a:cubicBezTo>
                <a:cubicBezTo>
                  <a:pt x="1104092" y="2708392"/>
                  <a:pt x="1104092" y="2708392"/>
                  <a:pt x="1109710" y="2720221"/>
                </a:cubicBezTo>
                <a:cubicBezTo>
                  <a:pt x="1109710" y="2720221"/>
                  <a:pt x="1109710" y="2720221"/>
                  <a:pt x="995930" y="2819579"/>
                </a:cubicBezTo>
                <a:cubicBezTo>
                  <a:pt x="995930" y="2819579"/>
                  <a:pt x="995930" y="2819579"/>
                  <a:pt x="995930" y="3165758"/>
                </a:cubicBezTo>
                <a:cubicBezTo>
                  <a:pt x="995930" y="3165758"/>
                  <a:pt x="995930" y="3165758"/>
                  <a:pt x="1234025" y="2958366"/>
                </a:cubicBezTo>
                <a:cubicBezTo>
                  <a:pt x="1234025" y="2958366"/>
                  <a:pt x="1234025" y="2958366"/>
                  <a:pt x="1240347" y="2969406"/>
                </a:cubicBezTo>
                <a:cubicBezTo>
                  <a:pt x="1240347" y="2969406"/>
                  <a:pt x="1240347" y="2969406"/>
                  <a:pt x="1234728" y="2957578"/>
                </a:cubicBezTo>
                <a:cubicBezTo>
                  <a:pt x="1234728" y="2957578"/>
                  <a:pt x="1234728" y="2957578"/>
                  <a:pt x="1318308" y="2885030"/>
                </a:cubicBezTo>
                <a:cubicBezTo>
                  <a:pt x="1318308" y="2885030"/>
                  <a:pt x="1318308" y="2885030"/>
                  <a:pt x="1318308" y="2538851"/>
                </a:cubicBezTo>
                <a:close/>
                <a:moveTo>
                  <a:pt x="652482" y="1598885"/>
                </a:moveTo>
                <a:cubicBezTo>
                  <a:pt x="652482" y="1598885"/>
                  <a:pt x="652482" y="1598885"/>
                  <a:pt x="332211" y="1878036"/>
                </a:cubicBezTo>
                <a:cubicBezTo>
                  <a:pt x="332211" y="1878036"/>
                  <a:pt x="332211" y="1878036"/>
                  <a:pt x="657398" y="2155610"/>
                </a:cubicBezTo>
                <a:cubicBezTo>
                  <a:pt x="657398" y="2155610"/>
                  <a:pt x="657398" y="2155610"/>
                  <a:pt x="766262" y="2060983"/>
                </a:cubicBezTo>
                <a:cubicBezTo>
                  <a:pt x="766262" y="2060983"/>
                  <a:pt x="766262" y="2060983"/>
                  <a:pt x="771881" y="2072022"/>
                </a:cubicBezTo>
                <a:cubicBezTo>
                  <a:pt x="771881" y="2072022"/>
                  <a:pt x="771881" y="2072022"/>
                  <a:pt x="663017" y="2166650"/>
                </a:cubicBezTo>
                <a:cubicBezTo>
                  <a:pt x="663017" y="2166650"/>
                  <a:pt x="663017" y="2166650"/>
                  <a:pt x="663017" y="2513617"/>
                </a:cubicBezTo>
                <a:cubicBezTo>
                  <a:pt x="663017" y="2513617"/>
                  <a:pt x="663017" y="2513617"/>
                  <a:pt x="896196" y="2310168"/>
                </a:cubicBezTo>
                <a:cubicBezTo>
                  <a:pt x="896196" y="2310168"/>
                  <a:pt x="896196" y="2310168"/>
                  <a:pt x="902517" y="2322785"/>
                </a:cubicBezTo>
                <a:cubicBezTo>
                  <a:pt x="902517" y="2322785"/>
                  <a:pt x="902517" y="2322785"/>
                  <a:pt x="665124" y="2530177"/>
                </a:cubicBezTo>
                <a:cubicBezTo>
                  <a:pt x="665124" y="2530177"/>
                  <a:pt x="665124" y="2530177"/>
                  <a:pt x="990311" y="2807751"/>
                </a:cubicBezTo>
                <a:cubicBezTo>
                  <a:pt x="990311" y="2807751"/>
                  <a:pt x="990311" y="2807751"/>
                  <a:pt x="1104092" y="2708392"/>
                </a:cubicBezTo>
                <a:cubicBezTo>
                  <a:pt x="1104092" y="2708392"/>
                  <a:pt x="1104092" y="2708392"/>
                  <a:pt x="1314093" y="2525446"/>
                </a:cubicBezTo>
                <a:cubicBezTo>
                  <a:pt x="1314093" y="2525446"/>
                  <a:pt x="1314093" y="2525446"/>
                  <a:pt x="988907" y="2247872"/>
                </a:cubicBezTo>
                <a:cubicBezTo>
                  <a:pt x="988907" y="2247872"/>
                  <a:pt x="988907" y="2247872"/>
                  <a:pt x="903220" y="2322785"/>
                </a:cubicBezTo>
                <a:cubicBezTo>
                  <a:pt x="903220" y="2322785"/>
                  <a:pt x="903220" y="2322785"/>
                  <a:pt x="896899" y="2310168"/>
                </a:cubicBezTo>
                <a:cubicBezTo>
                  <a:pt x="896899" y="2310168"/>
                  <a:pt x="896899" y="2310168"/>
                  <a:pt x="985394" y="2232889"/>
                </a:cubicBezTo>
                <a:cubicBezTo>
                  <a:pt x="985394" y="2232889"/>
                  <a:pt x="985394" y="2232889"/>
                  <a:pt x="985394" y="1885922"/>
                </a:cubicBezTo>
                <a:cubicBezTo>
                  <a:pt x="985394" y="1885922"/>
                  <a:pt x="985394" y="1885922"/>
                  <a:pt x="772583" y="2072022"/>
                </a:cubicBezTo>
                <a:cubicBezTo>
                  <a:pt x="772583" y="2072022"/>
                  <a:pt x="772583" y="2072022"/>
                  <a:pt x="766262" y="2060194"/>
                </a:cubicBezTo>
                <a:cubicBezTo>
                  <a:pt x="766262" y="2060194"/>
                  <a:pt x="766262" y="2060194"/>
                  <a:pt x="977669" y="1876459"/>
                </a:cubicBezTo>
                <a:cubicBezTo>
                  <a:pt x="977669" y="1876459"/>
                  <a:pt x="977669" y="1876459"/>
                  <a:pt x="652482" y="1598885"/>
                </a:cubicBezTo>
                <a:close/>
                <a:moveTo>
                  <a:pt x="1318308" y="1238512"/>
                </a:moveTo>
                <a:cubicBezTo>
                  <a:pt x="1318308" y="1238512"/>
                  <a:pt x="1318308" y="1238512"/>
                  <a:pt x="1095663" y="1432499"/>
                </a:cubicBezTo>
                <a:cubicBezTo>
                  <a:pt x="1095663" y="1432499"/>
                  <a:pt x="1095663" y="1432499"/>
                  <a:pt x="995930" y="1519240"/>
                </a:cubicBezTo>
                <a:cubicBezTo>
                  <a:pt x="995930" y="1519240"/>
                  <a:pt x="995930" y="1519240"/>
                  <a:pt x="995930" y="1865419"/>
                </a:cubicBezTo>
                <a:cubicBezTo>
                  <a:pt x="995930" y="1865419"/>
                  <a:pt x="995930" y="1865419"/>
                  <a:pt x="1238240" y="1654085"/>
                </a:cubicBezTo>
                <a:cubicBezTo>
                  <a:pt x="1238240" y="1654085"/>
                  <a:pt x="1238240" y="1654085"/>
                  <a:pt x="1245264" y="1665124"/>
                </a:cubicBezTo>
                <a:cubicBezTo>
                  <a:pt x="1245264" y="1665124"/>
                  <a:pt x="1245264" y="1665124"/>
                  <a:pt x="1000847" y="1878036"/>
                </a:cubicBezTo>
                <a:cubicBezTo>
                  <a:pt x="1000847" y="1878036"/>
                  <a:pt x="1000847" y="1878036"/>
                  <a:pt x="1326033" y="2155610"/>
                </a:cubicBezTo>
                <a:cubicBezTo>
                  <a:pt x="1326033" y="2155610"/>
                  <a:pt x="1326033" y="2155610"/>
                  <a:pt x="1477038" y="2023920"/>
                </a:cubicBezTo>
                <a:cubicBezTo>
                  <a:pt x="1477038" y="2023920"/>
                  <a:pt x="1477038" y="2023920"/>
                  <a:pt x="1646304" y="1876459"/>
                </a:cubicBezTo>
                <a:cubicBezTo>
                  <a:pt x="1646304" y="1876459"/>
                  <a:pt x="1646304" y="1876459"/>
                  <a:pt x="1321116" y="1598885"/>
                </a:cubicBezTo>
                <a:cubicBezTo>
                  <a:pt x="1321116" y="1598885"/>
                  <a:pt x="1321116" y="1598885"/>
                  <a:pt x="1245965" y="1664336"/>
                </a:cubicBezTo>
                <a:cubicBezTo>
                  <a:pt x="1245965" y="1664336"/>
                  <a:pt x="1245965" y="1664336"/>
                  <a:pt x="1238942" y="1654085"/>
                </a:cubicBezTo>
                <a:cubicBezTo>
                  <a:pt x="1238942" y="1654085"/>
                  <a:pt x="1238942" y="1654085"/>
                  <a:pt x="1318308" y="1585480"/>
                </a:cubicBezTo>
                <a:cubicBezTo>
                  <a:pt x="1318308" y="1585480"/>
                  <a:pt x="1318308" y="1585480"/>
                  <a:pt x="1318308" y="1238512"/>
                </a:cubicBezTo>
                <a:close/>
                <a:moveTo>
                  <a:pt x="988907" y="947533"/>
                </a:moveTo>
                <a:cubicBezTo>
                  <a:pt x="988907" y="947533"/>
                  <a:pt x="988907" y="947533"/>
                  <a:pt x="665124" y="1230627"/>
                </a:cubicBezTo>
                <a:cubicBezTo>
                  <a:pt x="665124" y="1230627"/>
                  <a:pt x="665124" y="1230627"/>
                  <a:pt x="990311" y="1508201"/>
                </a:cubicBezTo>
                <a:cubicBezTo>
                  <a:pt x="990311" y="1508201"/>
                  <a:pt x="990311" y="1508201"/>
                  <a:pt x="1088639" y="1422247"/>
                </a:cubicBezTo>
                <a:cubicBezTo>
                  <a:pt x="1088639" y="1422247"/>
                  <a:pt x="1088639" y="1422247"/>
                  <a:pt x="1095663" y="1432499"/>
                </a:cubicBezTo>
                <a:cubicBezTo>
                  <a:pt x="1095663" y="1432499"/>
                  <a:pt x="1095663" y="1432499"/>
                  <a:pt x="1089342" y="1421459"/>
                </a:cubicBezTo>
                <a:cubicBezTo>
                  <a:pt x="1089342" y="1421459"/>
                  <a:pt x="1089342" y="1421459"/>
                  <a:pt x="1314093" y="1225107"/>
                </a:cubicBezTo>
                <a:cubicBezTo>
                  <a:pt x="1314093" y="1225107"/>
                  <a:pt x="1314093" y="1225107"/>
                  <a:pt x="988907" y="947533"/>
                </a:cubicBezTo>
                <a:close/>
                <a:moveTo>
                  <a:pt x="1325331" y="296181"/>
                </a:moveTo>
                <a:cubicBezTo>
                  <a:pt x="1325331" y="296181"/>
                  <a:pt x="1325331" y="296181"/>
                  <a:pt x="1000847" y="578486"/>
                </a:cubicBezTo>
                <a:cubicBezTo>
                  <a:pt x="1000847" y="578486"/>
                  <a:pt x="1000847" y="578486"/>
                  <a:pt x="1326033" y="856060"/>
                </a:cubicBezTo>
                <a:cubicBezTo>
                  <a:pt x="1326033" y="856060"/>
                  <a:pt x="1326033" y="856060"/>
                  <a:pt x="1650518" y="573754"/>
                </a:cubicBezTo>
                <a:cubicBezTo>
                  <a:pt x="1650518" y="573754"/>
                  <a:pt x="1650518" y="573754"/>
                  <a:pt x="1334462" y="304066"/>
                </a:cubicBezTo>
                <a:cubicBezTo>
                  <a:pt x="1334462" y="304066"/>
                  <a:pt x="1334462" y="304066"/>
                  <a:pt x="1325331" y="296181"/>
                </a:cubicBezTo>
                <a:close/>
                <a:moveTo>
                  <a:pt x="1226725" y="0"/>
                </a:moveTo>
                <a:lnTo>
                  <a:pt x="748180" y="0"/>
                </a:lnTo>
                <a:lnTo>
                  <a:pt x="763540" y="13087"/>
                </a:lnTo>
                <a:cubicBezTo>
                  <a:pt x="795936" y="40686"/>
                  <a:pt x="860728" y="95886"/>
                  <a:pt x="990311" y="206284"/>
                </a:cubicBezTo>
                <a:cubicBezTo>
                  <a:pt x="990311" y="206284"/>
                  <a:pt x="990311" y="206284"/>
                  <a:pt x="1159227" y="58896"/>
                </a:cubicBezTo>
                <a:close/>
                <a:moveTo>
                  <a:pt x="1318308" y="0"/>
                </a:moveTo>
                <a:lnTo>
                  <a:pt x="1245701" y="0"/>
                </a:lnTo>
                <a:lnTo>
                  <a:pt x="1228232" y="15255"/>
                </a:lnTo>
                <a:cubicBezTo>
                  <a:pt x="1195046" y="44235"/>
                  <a:pt x="1128673" y="102194"/>
                  <a:pt x="995930" y="218113"/>
                </a:cubicBezTo>
                <a:cubicBezTo>
                  <a:pt x="995930" y="218113"/>
                  <a:pt x="995930" y="218113"/>
                  <a:pt x="995930" y="564292"/>
                </a:cubicBezTo>
                <a:cubicBezTo>
                  <a:pt x="995930" y="564292"/>
                  <a:pt x="995930" y="564292"/>
                  <a:pt x="1318308" y="283564"/>
                </a:cubicBezTo>
                <a:cubicBezTo>
                  <a:pt x="1318308" y="283564"/>
                  <a:pt x="1318308" y="283564"/>
                  <a:pt x="1318308" y="84404"/>
                </a:cubicBezTo>
                <a:close/>
                <a:moveTo>
                  <a:pt x="5305156" y="0"/>
                </a:moveTo>
                <a:lnTo>
                  <a:pt x="1329545" y="0"/>
                </a:lnTo>
                <a:lnTo>
                  <a:pt x="1329545" y="1953"/>
                </a:lnTo>
                <a:cubicBezTo>
                  <a:pt x="1329545" y="28082"/>
                  <a:pt x="1329545" y="97759"/>
                  <a:pt x="1329545" y="283564"/>
                </a:cubicBezTo>
                <a:cubicBezTo>
                  <a:pt x="1329545" y="283564"/>
                  <a:pt x="1329545" y="283564"/>
                  <a:pt x="1343592" y="295392"/>
                </a:cubicBezTo>
                <a:cubicBezTo>
                  <a:pt x="1343592" y="295392"/>
                  <a:pt x="1343592" y="295392"/>
                  <a:pt x="1334462" y="304066"/>
                </a:cubicBezTo>
                <a:cubicBezTo>
                  <a:pt x="1334462" y="304066"/>
                  <a:pt x="1334462" y="304066"/>
                  <a:pt x="1344294" y="295392"/>
                </a:cubicBezTo>
                <a:cubicBezTo>
                  <a:pt x="1344294" y="295392"/>
                  <a:pt x="1344294" y="295392"/>
                  <a:pt x="1665970" y="570600"/>
                </a:cubicBezTo>
                <a:cubicBezTo>
                  <a:pt x="1665970" y="570600"/>
                  <a:pt x="1665970" y="570600"/>
                  <a:pt x="1665970" y="589526"/>
                </a:cubicBezTo>
                <a:cubicBezTo>
                  <a:pt x="1665970" y="589526"/>
                  <a:pt x="1665970" y="589526"/>
                  <a:pt x="1654030" y="599777"/>
                </a:cubicBezTo>
                <a:cubicBezTo>
                  <a:pt x="1654030" y="599777"/>
                  <a:pt x="1654030" y="599777"/>
                  <a:pt x="1654030" y="587160"/>
                </a:cubicBezTo>
                <a:cubicBezTo>
                  <a:pt x="1654030" y="587160"/>
                  <a:pt x="1654030" y="587160"/>
                  <a:pt x="1332355" y="867888"/>
                </a:cubicBezTo>
                <a:cubicBezTo>
                  <a:pt x="1332355" y="867888"/>
                  <a:pt x="1332355" y="867888"/>
                  <a:pt x="1332355" y="1214067"/>
                </a:cubicBezTo>
                <a:cubicBezTo>
                  <a:pt x="1332355" y="1214067"/>
                  <a:pt x="1332355" y="1214067"/>
                  <a:pt x="1654030" y="933339"/>
                </a:cubicBezTo>
                <a:cubicBezTo>
                  <a:pt x="1654030" y="933339"/>
                  <a:pt x="1654030" y="933339"/>
                  <a:pt x="1654030" y="600566"/>
                </a:cubicBezTo>
                <a:cubicBezTo>
                  <a:pt x="1654030" y="600566"/>
                  <a:pt x="1654030" y="600566"/>
                  <a:pt x="1665970" y="590314"/>
                </a:cubicBezTo>
                <a:cubicBezTo>
                  <a:pt x="1665970" y="590314"/>
                  <a:pt x="1665970" y="590314"/>
                  <a:pt x="1665970" y="938859"/>
                </a:cubicBezTo>
                <a:cubicBezTo>
                  <a:pt x="1665970" y="938859"/>
                  <a:pt x="1665970" y="938859"/>
                  <a:pt x="1998180" y="1221952"/>
                </a:cubicBezTo>
                <a:cubicBezTo>
                  <a:pt x="1998180" y="1221952"/>
                  <a:pt x="1998180" y="1221952"/>
                  <a:pt x="1998180" y="1591788"/>
                </a:cubicBezTo>
                <a:cubicBezTo>
                  <a:pt x="1998180" y="1591788"/>
                  <a:pt x="1998180" y="1591788"/>
                  <a:pt x="1680718" y="1867785"/>
                </a:cubicBezTo>
                <a:cubicBezTo>
                  <a:pt x="1680718" y="1867785"/>
                  <a:pt x="1680718" y="1867785"/>
                  <a:pt x="1680718" y="1851225"/>
                </a:cubicBezTo>
                <a:lnTo>
                  <a:pt x="1986942" y="1585480"/>
                </a:lnTo>
                <a:cubicBezTo>
                  <a:pt x="1986942" y="1585480"/>
                  <a:pt x="1986942" y="1585480"/>
                  <a:pt x="1986942" y="1238512"/>
                </a:cubicBezTo>
                <a:cubicBezTo>
                  <a:pt x="1986942" y="1238512"/>
                  <a:pt x="1986942" y="1238512"/>
                  <a:pt x="1680718" y="1505046"/>
                </a:cubicBezTo>
                <a:cubicBezTo>
                  <a:pt x="1680718" y="1505046"/>
                  <a:pt x="1680718" y="1505046"/>
                  <a:pt x="1680718" y="1488487"/>
                </a:cubicBezTo>
                <a:cubicBezTo>
                  <a:pt x="1680718" y="1488487"/>
                  <a:pt x="1680718" y="1488487"/>
                  <a:pt x="1982728" y="1225107"/>
                </a:cubicBezTo>
                <a:cubicBezTo>
                  <a:pt x="1982728" y="1225107"/>
                  <a:pt x="1982728" y="1225107"/>
                  <a:pt x="1657541" y="947533"/>
                </a:cubicBezTo>
                <a:cubicBezTo>
                  <a:pt x="1657541" y="947533"/>
                  <a:pt x="1657541" y="947533"/>
                  <a:pt x="1333056" y="1230627"/>
                </a:cubicBezTo>
                <a:cubicBezTo>
                  <a:pt x="1333056" y="1230627"/>
                  <a:pt x="1333056" y="1230627"/>
                  <a:pt x="1658244" y="1508201"/>
                </a:cubicBezTo>
                <a:cubicBezTo>
                  <a:pt x="1658244" y="1508201"/>
                  <a:pt x="1658244" y="1508201"/>
                  <a:pt x="1680017" y="1489275"/>
                </a:cubicBezTo>
                <a:cubicBezTo>
                  <a:pt x="1680017" y="1489275"/>
                  <a:pt x="1680017" y="1489275"/>
                  <a:pt x="1680017" y="1505835"/>
                </a:cubicBezTo>
                <a:cubicBezTo>
                  <a:pt x="1680017" y="1505835"/>
                  <a:pt x="1680017" y="1505835"/>
                  <a:pt x="1664565" y="1519240"/>
                </a:cubicBezTo>
                <a:cubicBezTo>
                  <a:pt x="1664565" y="1519240"/>
                  <a:pt x="1664565" y="1519240"/>
                  <a:pt x="1664565" y="1865419"/>
                </a:cubicBezTo>
                <a:cubicBezTo>
                  <a:pt x="1664565" y="1865419"/>
                  <a:pt x="1664565" y="1865419"/>
                  <a:pt x="1680017" y="1852014"/>
                </a:cubicBezTo>
                <a:cubicBezTo>
                  <a:pt x="1680017" y="1852014"/>
                  <a:pt x="1680017" y="1852014"/>
                  <a:pt x="1680017" y="1868573"/>
                </a:cubicBezTo>
                <a:cubicBezTo>
                  <a:pt x="1680017" y="1868573"/>
                  <a:pt x="1680017" y="1868573"/>
                  <a:pt x="1665970" y="1881190"/>
                </a:cubicBezTo>
                <a:cubicBezTo>
                  <a:pt x="1665970" y="1881190"/>
                  <a:pt x="1665970" y="1881190"/>
                  <a:pt x="1665970" y="2058617"/>
                </a:cubicBezTo>
                <a:cubicBezTo>
                  <a:pt x="1665970" y="2058617"/>
                  <a:pt x="1665970" y="2058617"/>
                  <a:pt x="1654030" y="2060194"/>
                </a:cubicBezTo>
                <a:cubicBezTo>
                  <a:pt x="1654030" y="2060194"/>
                  <a:pt x="1654030" y="2060194"/>
                  <a:pt x="1654030" y="1885922"/>
                </a:cubicBezTo>
                <a:cubicBezTo>
                  <a:pt x="1654030" y="1885922"/>
                  <a:pt x="1654030" y="1885922"/>
                  <a:pt x="1484061" y="2034172"/>
                </a:cubicBezTo>
                <a:cubicBezTo>
                  <a:pt x="1484061" y="2034172"/>
                  <a:pt x="1484061" y="2034172"/>
                  <a:pt x="1477038" y="2023920"/>
                </a:cubicBezTo>
                <a:cubicBezTo>
                  <a:pt x="1477038" y="2023920"/>
                  <a:pt x="1477038" y="2023920"/>
                  <a:pt x="1484061" y="2034960"/>
                </a:cubicBezTo>
                <a:cubicBezTo>
                  <a:pt x="1484061" y="2034960"/>
                  <a:pt x="1484061" y="2034960"/>
                  <a:pt x="1332355" y="2166650"/>
                </a:cubicBezTo>
                <a:cubicBezTo>
                  <a:pt x="1332355" y="2166650"/>
                  <a:pt x="1332355" y="2166650"/>
                  <a:pt x="1332355" y="2513617"/>
                </a:cubicBezTo>
                <a:cubicBezTo>
                  <a:pt x="1332355" y="2513617"/>
                  <a:pt x="1332355" y="2513617"/>
                  <a:pt x="1654030" y="2232889"/>
                </a:cubicBezTo>
                <a:cubicBezTo>
                  <a:pt x="1654030" y="2232889"/>
                  <a:pt x="1654030" y="2232889"/>
                  <a:pt x="1654030" y="2060983"/>
                </a:cubicBezTo>
                <a:cubicBezTo>
                  <a:pt x="1654030" y="2060983"/>
                  <a:pt x="1654030" y="2060983"/>
                  <a:pt x="1665970" y="2059405"/>
                </a:cubicBezTo>
                <a:cubicBezTo>
                  <a:pt x="1665970" y="2059405"/>
                  <a:pt x="1665970" y="2059405"/>
                  <a:pt x="1665970" y="2238409"/>
                </a:cubicBezTo>
                <a:cubicBezTo>
                  <a:pt x="1665970" y="2238409"/>
                  <a:pt x="1665970" y="2238409"/>
                  <a:pt x="1881590" y="2422144"/>
                </a:cubicBezTo>
                <a:cubicBezTo>
                  <a:pt x="1881590" y="2422144"/>
                  <a:pt x="1881590" y="2422144"/>
                  <a:pt x="1869650" y="2428452"/>
                </a:cubicBezTo>
                <a:cubicBezTo>
                  <a:pt x="1869650" y="2428452"/>
                  <a:pt x="1869650" y="2428452"/>
                  <a:pt x="1657541" y="2247872"/>
                </a:cubicBezTo>
                <a:cubicBezTo>
                  <a:pt x="1657541" y="2247872"/>
                  <a:pt x="1657541" y="2247872"/>
                  <a:pt x="1333056" y="2530177"/>
                </a:cubicBezTo>
                <a:cubicBezTo>
                  <a:pt x="1333056" y="2530177"/>
                  <a:pt x="1333056" y="2530177"/>
                  <a:pt x="1658244" y="2807751"/>
                </a:cubicBezTo>
                <a:cubicBezTo>
                  <a:pt x="1658244" y="2807751"/>
                  <a:pt x="1658244" y="2807751"/>
                  <a:pt x="1982728" y="2525446"/>
                </a:cubicBezTo>
                <a:cubicBezTo>
                  <a:pt x="1982728" y="2525446"/>
                  <a:pt x="1982728" y="2525446"/>
                  <a:pt x="1870353" y="2429241"/>
                </a:cubicBezTo>
                <a:cubicBezTo>
                  <a:pt x="1870353" y="2429241"/>
                  <a:pt x="1870353" y="2429241"/>
                  <a:pt x="1882293" y="2422933"/>
                </a:cubicBezTo>
                <a:cubicBezTo>
                  <a:pt x="1882293" y="2422933"/>
                  <a:pt x="1882293" y="2422933"/>
                  <a:pt x="1998180" y="2522291"/>
                </a:cubicBezTo>
                <a:cubicBezTo>
                  <a:pt x="1998180" y="2522291"/>
                  <a:pt x="1998180" y="2522291"/>
                  <a:pt x="1998180" y="2773054"/>
                </a:cubicBezTo>
                <a:cubicBezTo>
                  <a:pt x="1998180" y="2773054"/>
                  <a:pt x="1998180" y="2773054"/>
                  <a:pt x="1986942" y="2778574"/>
                </a:cubicBezTo>
                <a:cubicBezTo>
                  <a:pt x="1986942" y="2778574"/>
                  <a:pt x="1986942" y="2778574"/>
                  <a:pt x="1986942" y="2538851"/>
                </a:cubicBezTo>
                <a:cubicBezTo>
                  <a:pt x="1986942" y="2538851"/>
                  <a:pt x="1986942" y="2538851"/>
                  <a:pt x="1664565" y="2819579"/>
                </a:cubicBezTo>
                <a:cubicBezTo>
                  <a:pt x="1664565" y="2819579"/>
                  <a:pt x="1664565" y="2819579"/>
                  <a:pt x="1664565" y="3165758"/>
                </a:cubicBezTo>
                <a:cubicBezTo>
                  <a:pt x="1664565" y="3165758"/>
                  <a:pt x="1664565" y="3165758"/>
                  <a:pt x="1986942" y="2885030"/>
                </a:cubicBezTo>
                <a:cubicBezTo>
                  <a:pt x="1986942" y="2885030"/>
                  <a:pt x="1986942" y="2885030"/>
                  <a:pt x="1986942" y="2779363"/>
                </a:cubicBezTo>
                <a:cubicBezTo>
                  <a:pt x="1986942" y="2779363"/>
                  <a:pt x="1986942" y="2779363"/>
                  <a:pt x="1998180" y="2773843"/>
                </a:cubicBezTo>
                <a:cubicBezTo>
                  <a:pt x="1998180" y="2773843"/>
                  <a:pt x="1998180" y="2773843"/>
                  <a:pt x="1998180" y="2891339"/>
                </a:cubicBezTo>
                <a:cubicBezTo>
                  <a:pt x="1998180" y="2891339"/>
                  <a:pt x="1998180" y="2891339"/>
                  <a:pt x="1658946" y="3187049"/>
                </a:cubicBezTo>
                <a:cubicBezTo>
                  <a:pt x="1658946" y="3187049"/>
                  <a:pt x="1658946" y="3187049"/>
                  <a:pt x="1321116" y="2899224"/>
                </a:cubicBezTo>
                <a:cubicBezTo>
                  <a:pt x="1321116" y="2899224"/>
                  <a:pt x="1321116" y="2899224"/>
                  <a:pt x="1240347" y="2969406"/>
                </a:cubicBezTo>
                <a:cubicBezTo>
                  <a:pt x="1240347" y="2969406"/>
                  <a:pt x="1240347" y="2969406"/>
                  <a:pt x="997334" y="3180741"/>
                </a:cubicBezTo>
                <a:cubicBezTo>
                  <a:pt x="997334" y="3180741"/>
                  <a:pt x="997334" y="3180741"/>
                  <a:pt x="997334" y="3519034"/>
                </a:cubicBezTo>
                <a:cubicBezTo>
                  <a:pt x="997334" y="3519034"/>
                  <a:pt x="997334" y="3519034"/>
                  <a:pt x="985394" y="3519034"/>
                </a:cubicBezTo>
                <a:cubicBezTo>
                  <a:pt x="985394" y="3519034"/>
                  <a:pt x="985394" y="3519034"/>
                  <a:pt x="985394" y="3500109"/>
                </a:cubicBezTo>
                <a:cubicBezTo>
                  <a:pt x="985394" y="3500109"/>
                  <a:pt x="985394" y="3500109"/>
                  <a:pt x="985394" y="3186261"/>
                </a:cubicBezTo>
                <a:cubicBezTo>
                  <a:pt x="985394" y="3186261"/>
                  <a:pt x="985394" y="3186261"/>
                  <a:pt x="663017" y="3466989"/>
                </a:cubicBezTo>
                <a:cubicBezTo>
                  <a:pt x="663017" y="3466989"/>
                  <a:pt x="663017" y="3466989"/>
                  <a:pt x="663017" y="3495377"/>
                </a:cubicBezTo>
                <a:cubicBezTo>
                  <a:pt x="663017" y="3495377"/>
                  <a:pt x="663017" y="3495377"/>
                  <a:pt x="663017" y="3812379"/>
                </a:cubicBezTo>
                <a:cubicBezTo>
                  <a:pt x="663017" y="3812379"/>
                  <a:pt x="663017" y="3812379"/>
                  <a:pt x="985394" y="3532439"/>
                </a:cubicBezTo>
                <a:cubicBezTo>
                  <a:pt x="985394" y="3532439"/>
                  <a:pt x="985394" y="3532439"/>
                  <a:pt x="985394" y="3519822"/>
                </a:cubicBezTo>
                <a:cubicBezTo>
                  <a:pt x="985394" y="3519822"/>
                  <a:pt x="985394" y="3519822"/>
                  <a:pt x="997334" y="3519822"/>
                </a:cubicBezTo>
                <a:cubicBezTo>
                  <a:pt x="997334" y="3519822"/>
                  <a:pt x="997334" y="3519822"/>
                  <a:pt x="997334" y="3531651"/>
                </a:cubicBezTo>
                <a:cubicBezTo>
                  <a:pt x="997334" y="3531651"/>
                  <a:pt x="997334" y="3531651"/>
                  <a:pt x="1011381" y="3543479"/>
                </a:cubicBezTo>
                <a:cubicBezTo>
                  <a:pt x="1011381" y="3543479"/>
                  <a:pt x="1011381" y="3543479"/>
                  <a:pt x="1002251" y="3552154"/>
                </a:cubicBezTo>
                <a:cubicBezTo>
                  <a:pt x="1002251" y="3552154"/>
                  <a:pt x="1002251" y="3552154"/>
                  <a:pt x="1012084" y="3544268"/>
                </a:cubicBezTo>
                <a:cubicBezTo>
                  <a:pt x="1012084" y="3544268"/>
                  <a:pt x="1012084" y="3544268"/>
                  <a:pt x="1333759" y="3818688"/>
                </a:cubicBezTo>
                <a:cubicBezTo>
                  <a:pt x="1333759" y="3818688"/>
                  <a:pt x="1333759" y="3818688"/>
                  <a:pt x="1333759" y="3838402"/>
                </a:cubicBezTo>
                <a:cubicBezTo>
                  <a:pt x="1333759" y="3838402"/>
                  <a:pt x="1333759" y="3838402"/>
                  <a:pt x="1321819" y="3848653"/>
                </a:cubicBezTo>
                <a:cubicBezTo>
                  <a:pt x="1321819" y="3848653"/>
                  <a:pt x="1321819" y="3848653"/>
                  <a:pt x="1321819" y="3835248"/>
                </a:cubicBezTo>
                <a:cubicBezTo>
                  <a:pt x="1321819" y="3835248"/>
                  <a:pt x="1321819" y="3835248"/>
                  <a:pt x="999441" y="4115975"/>
                </a:cubicBezTo>
                <a:cubicBezTo>
                  <a:pt x="999441" y="4115975"/>
                  <a:pt x="999441" y="4115975"/>
                  <a:pt x="999441" y="4462154"/>
                </a:cubicBezTo>
                <a:cubicBezTo>
                  <a:pt x="999441" y="4462154"/>
                  <a:pt x="999441" y="4462154"/>
                  <a:pt x="1321819" y="4182215"/>
                </a:cubicBezTo>
                <a:cubicBezTo>
                  <a:pt x="1321819" y="4182215"/>
                  <a:pt x="1321819" y="4182215"/>
                  <a:pt x="1321819" y="3849441"/>
                </a:cubicBezTo>
                <a:cubicBezTo>
                  <a:pt x="1321819" y="3849441"/>
                  <a:pt x="1321819" y="3849441"/>
                  <a:pt x="1333759" y="3839190"/>
                </a:cubicBezTo>
                <a:cubicBezTo>
                  <a:pt x="1333759" y="3839190"/>
                  <a:pt x="1333759" y="3839190"/>
                  <a:pt x="1333759" y="4186946"/>
                </a:cubicBezTo>
                <a:cubicBezTo>
                  <a:pt x="1333759" y="4186946"/>
                  <a:pt x="1333759" y="4186946"/>
                  <a:pt x="1665970" y="4470828"/>
                </a:cubicBezTo>
                <a:cubicBezTo>
                  <a:pt x="1665970" y="4470828"/>
                  <a:pt x="1665970" y="4470828"/>
                  <a:pt x="1665970" y="4839875"/>
                </a:cubicBezTo>
                <a:cubicBezTo>
                  <a:pt x="1665970" y="4839875"/>
                  <a:pt x="1665970" y="4839875"/>
                  <a:pt x="1348509" y="5116661"/>
                </a:cubicBezTo>
                <a:cubicBezTo>
                  <a:pt x="1348509" y="5116661"/>
                  <a:pt x="1348509" y="5116661"/>
                  <a:pt x="1348509" y="5100101"/>
                </a:cubicBezTo>
                <a:cubicBezTo>
                  <a:pt x="1348509" y="5100101"/>
                  <a:pt x="1348509" y="5100101"/>
                  <a:pt x="1654030" y="4833567"/>
                </a:cubicBezTo>
                <a:cubicBezTo>
                  <a:pt x="1654030" y="4833567"/>
                  <a:pt x="1654030" y="4833567"/>
                  <a:pt x="1654030" y="4487388"/>
                </a:cubicBezTo>
                <a:cubicBezTo>
                  <a:pt x="1654030" y="4487388"/>
                  <a:pt x="1654030" y="4487388"/>
                  <a:pt x="1348509" y="4753134"/>
                </a:cubicBezTo>
                <a:cubicBezTo>
                  <a:pt x="1348509" y="4753134"/>
                  <a:pt x="1348509" y="4753134"/>
                  <a:pt x="1348509" y="4737362"/>
                </a:cubicBezTo>
                <a:cubicBezTo>
                  <a:pt x="1348509" y="4737362"/>
                  <a:pt x="1348509" y="4737362"/>
                  <a:pt x="1650518" y="4473983"/>
                </a:cubicBezTo>
                <a:cubicBezTo>
                  <a:pt x="1650518" y="4473983"/>
                  <a:pt x="1650518" y="4473983"/>
                  <a:pt x="1325331" y="4196409"/>
                </a:cubicBezTo>
                <a:cubicBezTo>
                  <a:pt x="1325331" y="4196409"/>
                  <a:pt x="1325331" y="4196409"/>
                  <a:pt x="1000847" y="4478714"/>
                </a:cubicBezTo>
                <a:cubicBezTo>
                  <a:pt x="1000847" y="4478714"/>
                  <a:pt x="1000847" y="4478714"/>
                  <a:pt x="1326033" y="4756288"/>
                </a:cubicBezTo>
                <a:cubicBezTo>
                  <a:pt x="1326033" y="4756288"/>
                  <a:pt x="1326033" y="4756288"/>
                  <a:pt x="1347806" y="4737362"/>
                </a:cubicBezTo>
                <a:cubicBezTo>
                  <a:pt x="1347806" y="4737362"/>
                  <a:pt x="1347806" y="4737362"/>
                  <a:pt x="1347806" y="4753922"/>
                </a:cubicBezTo>
                <a:cubicBezTo>
                  <a:pt x="1347806" y="4753922"/>
                  <a:pt x="1347806" y="4753922"/>
                  <a:pt x="1331652" y="4768116"/>
                </a:cubicBezTo>
                <a:cubicBezTo>
                  <a:pt x="1331652" y="4768116"/>
                  <a:pt x="1331652" y="4768116"/>
                  <a:pt x="1331652" y="5114295"/>
                </a:cubicBezTo>
                <a:cubicBezTo>
                  <a:pt x="1331652" y="5114295"/>
                  <a:pt x="1331652" y="5114295"/>
                  <a:pt x="1347806" y="5100101"/>
                </a:cubicBezTo>
                <a:cubicBezTo>
                  <a:pt x="1347806" y="5100101"/>
                  <a:pt x="1347806" y="5100101"/>
                  <a:pt x="1347806" y="5116661"/>
                </a:cubicBezTo>
                <a:cubicBezTo>
                  <a:pt x="1347806" y="5116661"/>
                  <a:pt x="1347806" y="5116661"/>
                  <a:pt x="1333759" y="5129278"/>
                </a:cubicBezTo>
                <a:cubicBezTo>
                  <a:pt x="1333759" y="5129278"/>
                  <a:pt x="1333759" y="5129278"/>
                  <a:pt x="1333759" y="5306704"/>
                </a:cubicBezTo>
                <a:cubicBezTo>
                  <a:pt x="1333759" y="5306704"/>
                  <a:pt x="1333759" y="5306704"/>
                  <a:pt x="1321819" y="5309070"/>
                </a:cubicBezTo>
                <a:cubicBezTo>
                  <a:pt x="1321819" y="5309070"/>
                  <a:pt x="1321819" y="5309070"/>
                  <a:pt x="1321819" y="5134798"/>
                </a:cubicBezTo>
                <a:cubicBezTo>
                  <a:pt x="1321819" y="5134798"/>
                  <a:pt x="1321819" y="5134798"/>
                  <a:pt x="1151851" y="5283047"/>
                </a:cubicBezTo>
                <a:cubicBezTo>
                  <a:pt x="1151851" y="5283047"/>
                  <a:pt x="1151851" y="5283047"/>
                  <a:pt x="1144827" y="5272008"/>
                </a:cubicBezTo>
                <a:cubicBezTo>
                  <a:pt x="1144827" y="5272008"/>
                  <a:pt x="1144827" y="5272008"/>
                  <a:pt x="1314093" y="5125335"/>
                </a:cubicBezTo>
                <a:cubicBezTo>
                  <a:pt x="1314093" y="5125335"/>
                  <a:pt x="1314093" y="5125335"/>
                  <a:pt x="988907" y="4847761"/>
                </a:cubicBezTo>
                <a:cubicBezTo>
                  <a:pt x="988907" y="4847761"/>
                  <a:pt x="988907" y="4847761"/>
                  <a:pt x="913053" y="4913212"/>
                </a:cubicBezTo>
                <a:cubicBezTo>
                  <a:pt x="913053" y="4913212"/>
                  <a:pt x="913053" y="4913212"/>
                  <a:pt x="668636" y="5126124"/>
                </a:cubicBezTo>
                <a:cubicBezTo>
                  <a:pt x="668636" y="5126124"/>
                  <a:pt x="668636" y="5126124"/>
                  <a:pt x="993823" y="5403697"/>
                </a:cubicBezTo>
                <a:cubicBezTo>
                  <a:pt x="993823" y="5403697"/>
                  <a:pt x="993823" y="5403697"/>
                  <a:pt x="1144827" y="5272796"/>
                </a:cubicBezTo>
                <a:cubicBezTo>
                  <a:pt x="1144827" y="5272796"/>
                  <a:pt x="1144827" y="5272796"/>
                  <a:pt x="1151149" y="5283047"/>
                </a:cubicBezTo>
                <a:cubicBezTo>
                  <a:pt x="1151149" y="5283047"/>
                  <a:pt x="1151149" y="5283047"/>
                  <a:pt x="999441" y="5415526"/>
                </a:cubicBezTo>
                <a:cubicBezTo>
                  <a:pt x="999441" y="5415526"/>
                  <a:pt x="999441" y="5415526"/>
                  <a:pt x="999441" y="5761705"/>
                </a:cubicBezTo>
                <a:cubicBezTo>
                  <a:pt x="999441" y="5761705"/>
                  <a:pt x="999441" y="5761705"/>
                  <a:pt x="1321819" y="5480976"/>
                </a:cubicBezTo>
                <a:cubicBezTo>
                  <a:pt x="1321819" y="5480976"/>
                  <a:pt x="1321819" y="5480976"/>
                  <a:pt x="1321819" y="5309858"/>
                </a:cubicBezTo>
                <a:cubicBezTo>
                  <a:pt x="1321819" y="5309858"/>
                  <a:pt x="1321819" y="5309858"/>
                  <a:pt x="1333759" y="5307493"/>
                </a:cubicBezTo>
                <a:cubicBezTo>
                  <a:pt x="1333759" y="5307493"/>
                  <a:pt x="1333759" y="5307493"/>
                  <a:pt x="1333759" y="5487285"/>
                </a:cubicBezTo>
                <a:cubicBezTo>
                  <a:pt x="1333759" y="5487285"/>
                  <a:pt x="1333759" y="5487285"/>
                  <a:pt x="1549380" y="5671020"/>
                </a:cubicBezTo>
                <a:cubicBezTo>
                  <a:pt x="1549380" y="5671020"/>
                  <a:pt x="1549380" y="5671020"/>
                  <a:pt x="1665970" y="5770379"/>
                </a:cubicBezTo>
                <a:cubicBezTo>
                  <a:pt x="1665970" y="5770379"/>
                  <a:pt x="1665970" y="5770379"/>
                  <a:pt x="1665970" y="6021141"/>
                </a:cubicBezTo>
                <a:cubicBezTo>
                  <a:pt x="1665970" y="6021141"/>
                  <a:pt x="1665970" y="6021141"/>
                  <a:pt x="1654030" y="6026661"/>
                </a:cubicBezTo>
                <a:cubicBezTo>
                  <a:pt x="1654030" y="6026661"/>
                  <a:pt x="1654030" y="6026661"/>
                  <a:pt x="1654030" y="5786939"/>
                </a:cubicBezTo>
                <a:cubicBezTo>
                  <a:pt x="1654030" y="5786939"/>
                  <a:pt x="1654030" y="5786939"/>
                  <a:pt x="1331652" y="6067667"/>
                </a:cubicBezTo>
                <a:cubicBezTo>
                  <a:pt x="1331652" y="6067667"/>
                  <a:pt x="1331652" y="6067667"/>
                  <a:pt x="1331652" y="6413845"/>
                </a:cubicBezTo>
                <a:cubicBezTo>
                  <a:pt x="1331652" y="6413845"/>
                  <a:pt x="1331652" y="6413845"/>
                  <a:pt x="1654030" y="6133906"/>
                </a:cubicBezTo>
                <a:cubicBezTo>
                  <a:pt x="1654030" y="6133906"/>
                  <a:pt x="1654030" y="6133906"/>
                  <a:pt x="1654030" y="6027450"/>
                </a:cubicBezTo>
                <a:cubicBezTo>
                  <a:pt x="1654030" y="6027450"/>
                  <a:pt x="1654030" y="6027450"/>
                  <a:pt x="1665970" y="6021930"/>
                </a:cubicBezTo>
                <a:cubicBezTo>
                  <a:pt x="1665970" y="6021930"/>
                  <a:pt x="1665970" y="6021930"/>
                  <a:pt x="1665970" y="6140214"/>
                </a:cubicBezTo>
                <a:cubicBezTo>
                  <a:pt x="1665970" y="6140214"/>
                  <a:pt x="1665970" y="6140214"/>
                  <a:pt x="1326033" y="6435925"/>
                </a:cubicBezTo>
                <a:cubicBezTo>
                  <a:pt x="1326033" y="6435925"/>
                  <a:pt x="1326033" y="6435925"/>
                  <a:pt x="988907" y="6147311"/>
                </a:cubicBezTo>
                <a:cubicBezTo>
                  <a:pt x="988907" y="6147311"/>
                  <a:pt x="988907" y="6147311"/>
                  <a:pt x="908136" y="6217493"/>
                </a:cubicBezTo>
                <a:cubicBezTo>
                  <a:pt x="908136" y="6217493"/>
                  <a:pt x="908136" y="6217493"/>
                  <a:pt x="901815" y="6206454"/>
                </a:cubicBezTo>
                <a:cubicBezTo>
                  <a:pt x="901815" y="6206454"/>
                  <a:pt x="901815" y="6206454"/>
                  <a:pt x="907434" y="6218282"/>
                </a:cubicBezTo>
                <a:cubicBezTo>
                  <a:pt x="907434" y="6218282"/>
                  <a:pt x="907434" y="6218282"/>
                  <a:pt x="665124" y="6429617"/>
                </a:cubicBezTo>
                <a:cubicBezTo>
                  <a:pt x="665124" y="6429617"/>
                  <a:pt x="665124" y="6429617"/>
                  <a:pt x="665124" y="6784470"/>
                </a:cubicBezTo>
                <a:cubicBezTo>
                  <a:pt x="665124" y="6784470"/>
                  <a:pt x="665124" y="6784470"/>
                  <a:pt x="722014" y="6833040"/>
                </a:cubicBezTo>
                <a:lnTo>
                  <a:pt x="751249" y="6858000"/>
                </a:lnTo>
                <a:lnTo>
                  <a:pt x="5305156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05E3D2-1467-BBD4-EE19-55F1FF901071}"/>
              </a:ext>
            </a:extLst>
          </p:cNvPr>
          <p:cNvSpPr/>
          <p:nvPr userDrawn="1"/>
        </p:nvSpPr>
        <p:spPr>
          <a:xfrm>
            <a:off x="7170057" y="0"/>
            <a:ext cx="5021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+ contenu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1890" y="1381125"/>
            <a:ext cx="5979247" cy="45323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695" y="314036"/>
            <a:ext cx="5976441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</p:spTree>
    <p:extLst>
      <p:ext uri="{BB962C8B-B14F-4D97-AF65-F5344CB8AC3E}">
        <p14:creationId xmlns:p14="http://schemas.microsoft.com/office/powerpoint/2010/main" val="39372705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haut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-35541" y="-27742"/>
            <a:ext cx="12125939" cy="2408374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  <a:gd name="connsiteX0" fmla="*/ 738225 w 42118086"/>
              <a:gd name="connsiteY0" fmla="*/ 6911396 h 6975464"/>
              <a:gd name="connsiteX1" fmla="*/ 814828 w 42118086"/>
              <a:gd name="connsiteY1" fmla="*/ 6969750 h 6975464"/>
              <a:gd name="connsiteX2" fmla="*/ 822329 w 42118086"/>
              <a:gd name="connsiteY2" fmla="*/ 6975464 h 6975464"/>
              <a:gd name="connsiteX3" fmla="*/ 655724 w 42118086"/>
              <a:gd name="connsiteY3" fmla="*/ 6975464 h 6975464"/>
              <a:gd name="connsiteX4" fmla="*/ 656989 w 42118086"/>
              <a:gd name="connsiteY4" fmla="*/ 6974481 h 6975464"/>
              <a:gd name="connsiteX5" fmla="*/ 738225 w 42118086"/>
              <a:gd name="connsiteY5" fmla="*/ 6911396 h 6975464"/>
              <a:gd name="connsiteX6" fmla="*/ 733493 w 42118086"/>
              <a:gd name="connsiteY6" fmla="*/ 6551812 h 6975464"/>
              <a:gd name="connsiteX7" fmla="*/ 733493 w 42118086"/>
              <a:gd name="connsiteY7" fmla="*/ 6897991 h 6975464"/>
              <a:gd name="connsiteX8" fmla="*/ 639637 w 42118086"/>
              <a:gd name="connsiteY8" fmla="*/ 6970539 h 6975464"/>
              <a:gd name="connsiteX9" fmla="*/ 656989 w 42118086"/>
              <a:gd name="connsiteY9" fmla="*/ 6974481 h 6975464"/>
              <a:gd name="connsiteX10" fmla="*/ 638848 w 42118086"/>
              <a:gd name="connsiteY10" fmla="*/ 6971327 h 6975464"/>
              <a:gd name="connsiteX11" fmla="*/ 633515 w 42118086"/>
              <a:gd name="connsiteY11" fmla="*/ 6975464 h 6975464"/>
              <a:gd name="connsiteX12" fmla="*/ 371479 w 42118086"/>
              <a:gd name="connsiteY12" fmla="*/ 6975464 h 6975464"/>
              <a:gd name="connsiteX13" fmla="*/ 371479 w 42118086"/>
              <a:gd name="connsiteY13" fmla="*/ 6917056 h 6975464"/>
              <a:gd name="connsiteX14" fmla="*/ 371479 w 42118086"/>
              <a:gd name="connsiteY14" fmla="*/ 6832540 h 6975464"/>
              <a:gd name="connsiteX15" fmla="*/ 733493 w 42118086"/>
              <a:gd name="connsiteY15" fmla="*/ 6551812 h 6975464"/>
              <a:gd name="connsiteX16" fmla="*/ 1106548 w 42118086"/>
              <a:gd name="connsiteY16" fmla="*/ 5904403 h 6975464"/>
              <a:gd name="connsiteX17" fmla="*/ 1106548 w 42118086"/>
              <a:gd name="connsiteY17" fmla="*/ 6251370 h 6975464"/>
              <a:gd name="connsiteX18" fmla="*/ 1012693 w 42118086"/>
              <a:gd name="connsiteY18" fmla="*/ 6323918 h 6975464"/>
              <a:gd name="connsiteX19" fmla="*/ 744534 w 42118086"/>
              <a:gd name="connsiteY19" fmla="*/ 6531309 h 6975464"/>
              <a:gd name="connsiteX20" fmla="*/ 744534 w 42118086"/>
              <a:gd name="connsiteY20" fmla="*/ 6185131 h 6975464"/>
              <a:gd name="connsiteX21" fmla="*/ 873093 w 42118086"/>
              <a:gd name="connsiteY21" fmla="*/ 6085772 h 6975464"/>
              <a:gd name="connsiteX22" fmla="*/ 1106548 w 42118086"/>
              <a:gd name="connsiteY22" fmla="*/ 5904403 h 6975464"/>
              <a:gd name="connsiteX23" fmla="*/ 1739875 w 42118086"/>
              <a:gd name="connsiteY23" fmla="*/ 5788484 h 6975464"/>
              <a:gd name="connsiteX24" fmla="*/ 1726467 w 42118086"/>
              <a:gd name="connsiteY24" fmla="*/ 5794792 h 6975464"/>
              <a:gd name="connsiteX25" fmla="*/ 1739875 w 42118086"/>
              <a:gd name="connsiteY25" fmla="*/ 5788484 h 6975464"/>
              <a:gd name="connsiteX26" fmla="*/ 1488280 w 42118086"/>
              <a:gd name="connsiteY26" fmla="*/ 5613423 h 6975464"/>
              <a:gd name="connsiteX27" fmla="*/ 1726467 w 42118086"/>
              <a:gd name="connsiteY27" fmla="*/ 5794792 h 6975464"/>
              <a:gd name="connsiteX28" fmla="*/ 1853448 w 42118086"/>
              <a:gd name="connsiteY28" fmla="*/ 5890997 h 6975464"/>
              <a:gd name="connsiteX29" fmla="*/ 1489068 w 42118086"/>
              <a:gd name="connsiteY29" fmla="*/ 6174091 h 6975464"/>
              <a:gd name="connsiteX30" fmla="*/ 1123900 w 42118086"/>
              <a:gd name="connsiteY30" fmla="*/ 5896517 h 6975464"/>
              <a:gd name="connsiteX31" fmla="*/ 1488280 w 42118086"/>
              <a:gd name="connsiteY31" fmla="*/ 5613423 h 6975464"/>
              <a:gd name="connsiteX32" fmla="*/ 359648 w 42118086"/>
              <a:gd name="connsiteY32" fmla="*/ 4965225 h 6975464"/>
              <a:gd name="connsiteX33" fmla="*/ 724817 w 42118086"/>
              <a:gd name="connsiteY33" fmla="*/ 5242799 h 6975464"/>
              <a:gd name="connsiteX34" fmla="*/ 487418 w 42118086"/>
              <a:gd name="connsiteY34" fmla="*/ 5426534 h 6975464"/>
              <a:gd name="connsiteX35" fmla="*/ 493727 w 42118086"/>
              <a:gd name="connsiteY35" fmla="*/ 5437574 h 6975464"/>
              <a:gd name="connsiteX36" fmla="*/ 733493 w 42118086"/>
              <a:gd name="connsiteY36" fmla="*/ 5252262 h 6975464"/>
              <a:gd name="connsiteX37" fmla="*/ 733493 w 42118086"/>
              <a:gd name="connsiteY37" fmla="*/ 5598440 h 6975464"/>
              <a:gd name="connsiteX38" fmla="*/ 633328 w 42118086"/>
              <a:gd name="connsiteY38" fmla="*/ 5675720 h 6975464"/>
              <a:gd name="connsiteX39" fmla="*/ 641215 w 42118086"/>
              <a:gd name="connsiteY39" fmla="*/ 5688337 h 6975464"/>
              <a:gd name="connsiteX40" fmla="*/ 737436 w 42118086"/>
              <a:gd name="connsiteY40" fmla="*/ 5613423 h 6975464"/>
              <a:gd name="connsiteX41" fmla="*/ 1102605 w 42118086"/>
              <a:gd name="connsiteY41" fmla="*/ 5890997 h 6975464"/>
              <a:gd name="connsiteX42" fmla="*/ 866783 w 42118086"/>
              <a:gd name="connsiteY42" fmla="*/ 6073943 h 6975464"/>
              <a:gd name="connsiteX43" fmla="*/ 873093 w 42118086"/>
              <a:gd name="connsiteY43" fmla="*/ 6085772 h 6975464"/>
              <a:gd name="connsiteX44" fmla="*/ 865994 w 42118086"/>
              <a:gd name="connsiteY44" fmla="*/ 6074732 h 6975464"/>
              <a:gd name="connsiteX45" fmla="*/ 738225 w 42118086"/>
              <a:gd name="connsiteY45" fmla="*/ 6174091 h 6975464"/>
              <a:gd name="connsiteX46" fmla="*/ 373056 w 42118086"/>
              <a:gd name="connsiteY46" fmla="*/ 5896517 h 6975464"/>
              <a:gd name="connsiteX47" fmla="*/ 640426 w 42118086"/>
              <a:gd name="connsiteY47" fmla="*/ 5689125 h 6975464"/>
              <a:gd name="connsiteX48" fmla="*/ 633328 w 42118086"/>
              <a:gd name="connsiteY48" fmla="*/ 5676508 h 6975464"/>
              <a:gd name="connsiteX49" fmla="*/ 371479 w 42118086"/>
              <a:gd name="connsiteY49" fmla="*/ 5879169 h 6975464"/>
              <a:gd name="connsiteX50" fmla="*/ 371479 w 42118086"/>
              <a:gd name="connsiteY50" fmla="*/ 5532990 h 6975464"/>
              <a:gd name="connsiteX51" fmla="*/ 493727 w 42118086"/>
              <a:gd name="connsiteY51" fmla="*/ 5438362 h 6975464"/>
              <a:gd name="connsiteX52" fmla="*/ 486629 w 42118086"/>
              <a:gd name="connsiteY52" fmla="*/ 5426534 h 6975464"/>
              <a:gd name="connsiteX53" fmla="*/ 365169 w 42118086"/>
              <a:gd name="connsiteY53" fmla="*/ 5521161 h 6975464"/>
              <a:gd name="connsiteX54" fmla="*/ 0 w 42118086"/>
              <a:gd name="connsiteY54" fmla="*/ 5243588 h 6975464"/>
              <a:gd name="connsiteX55" fmla="*/ 359648 w 42118086"/>
              <a:gd name="connsiteY55" fmla="*/ 4965225 h 6975464"/>
              <a:gd name="connsiteX56" fmla="*/ 1106548 w 42118086"/>
              <a:gd name="connsiteY56" fmla="*/ 4604852 h 6975464"/>
              <a:gd name="connsiteX57" fmla="*/ 1106548 w 42118086"/>
              <a:gd name="connsiteY57" fmla="*/ 4951031 h 6975464"/>
              <a:gd name="connsiteX58" fmla="*/ 1018214 w 42118086"/>
              <a:gd name="connsiteY58" fmla="*/ 5019636 h 6975464"/>
              <a:gd name="connsiteX59" fmla="*/ 1025312 w 42118086"/>
              <a:gd name="connsiteY59" fmla="*/ 5030676 h 6975464"/>
              <a:gd name="connsiteX60" fmla="*/ 1017425 w 42118086"/>
              <a:gd name="connsiteY60" fmla="*/ 5020424 h 6975464"/>
              <a:gd name="connsiteX61" fmla="*/ 744534 w 42118086"/>
              <a:gd name="connsiteY61" fmla="*/ 5231759 h 6975464"/>
              <a:gd name="connsiteX62" fmla="*/ 744534 w 42118086"/>
              <a:gd name="connsiteY62" fmla="*/ 4885580 h 6975464"/>
              <a:gd name="connsiteX63" fmla="*/ 856530 w 42118086"/>
              <a:gd name="connsiteY63" fmla="*/ 4798050 h 6975464"/>
              <a:gd name="connsiteX64" fmla="*/ 849432 w 42118086"/>
              <a:gd name="connsiteY64" fmla="*/ 4787799 h 6975464"/>
              <a:gd name="connsiteX65" fmla="*/ 857319 w 42118086"/>
              <a:gd name="connsiteY65" fmla="*/ 4798050 h 6975464"/>
              <a:gd name="connsiteX66" fmla="*/ 1106548 w 42118086"/>
              <a:gd name="connsiteY66" fmla="*/ 4604852 h 6975464"/>
              <a:gd name="connsiteX67" fmla="*/ 737436 w 42118086"/>
              <a:gd name="connsiteY67" fmla="*/ 4313873 h 6975464"/>
              <a:gd name="connsiteX68" fmla="*/ 1102605 w 42118086"/>
              <a:gd name="connsiteY68" fmla="*/ 4591447 h 6975464"/>
              <a:gd name="connsiteX69" fmla="*/ 849432 w 42118086"/>
              <a:gd name="connsiteY69" fmla="*/ 4787799 h 6975464"/>
              <a:gd name="connsiteX70" fmla="*/ 738225 w 42118086"/>
              <a:gd name="connsiteY70" fmla="*/ 4873752 h 6975464"/>
              <a:gd name="connsiteX71" fmla="*/ 373056 w 42118086"/>
              <a:gd name="connsiteY71" fmla="*/ 4596178 h 6975464"/>
              <a:gd name="connsiteX72" fmla="*/ 737436 w 42118086"/>
              <a:gd name="connsiteY72" fmla="*/ 4313873 h 6975464"/>
              <a:gd name="connsiteX73" fmla="*/ 1115224 w 42118086"/>
              <a:gd name="connsiteY73" fmla="*/ 3661732 h 6975464"/>
              <a:gd name="connsiteX74" fmla="*/ 1125477 w 42118086"/>
              <a:gd name="connsiteY74" fmla="*/ 3669618 h 6975464"/>
              <a:gd name="connsiteX75" fmla="*/ 1480393 w 42118086"/>
              <a:gd name="connsiteY75" fmla="*/ 3939306 h 6975464"/>
              <a:gd name="connsiteX76" fmla="*/ 1116013 w 42118086"/>
              <a:gd name="connsiteY76" fmla="*/ 4222399 h 6975464"/>
              <a:gd name="connsiteX77" fmla="*/ 750844 w 42118086"/>
              <a:gd name="connsiteY77" fmla="*/ 3944037 h 6975464"/>
              <a:gd name="connsiteX78" fmla="*/ 1115224 w 42118086"/>
              <a:gd name="connsiteY78" fmla="*/ 3661732 h 6975464"/>
              <a:gd name="connsiteX79" fmla="*/ 1480393 w 42118086"/>
              <a:gd name="connsiteY79" fmla="*/ 2656315 h 6975464"/>
              <a:gd name="connsiteX80" fmla="*/ 1480393 w 42118086"/>
              <a:gd name="connsiteY80" fmla="*/ 3002494 h 6975464"/>
              <a:gd name="connsiteX81" fmla="*/ 1386537 w 42118086"/>
              <a:gd name="connsiteY81" fmla="*/ 3075042 h 6975464"/>
              <a:gd name="connsiteX82" fmla="*/ 1392847 w 42118086"/>
              <a:gd name="connsiteY82" fmla="*/ 3086870 h 6975464"/>
              <a:gd name="connsiteX83" fmla="*/ 1385748 w 42118086"/>
              <a:gd name="connsiteY83" fmla="*/ 3075830 h 6975464"/>
              <a:gd name="connsiteX84" fmla="*/ 1118379 w 42118086"/>
              <a:gd name="connsiteY84" fmla="*/ 3283222 h 6975464"/>
              <a:gd name="connsiteX85" fmla="*/ 1118379 w 42118086"/>
              <a:gd name="connsiteY85" fmla="*/ 2937043 h 6975464"/>
              <a:gd name="connsiteX86" fmla="*/ 1246148 w 42118086"/>
              <a:gd name="connsiteY86" fmla="*/ 2837685 h 6975464"/>
              <a:gd name="connsiteX87" fmla="*/ 1239839 w 42118086"/>
              <a:gd name="connsiteY87" fmla="*/ 2825856 h 6975464"/>
              <a:gd name="connsiteX88" fmla="*/ 1246937 w 42118086"/>
              <a:gd name="connsiteY88" fmla="*/ 2836896 h 6975464"/>
              <a:gd name="connsiteX89" fmla="*/ 1480393 w 42118086"/>
              <a:gd name="connsiteY89" fmla="*/ 2656315 h 6975464"/>
              <a:gd name="connsiteX90" fmla="*/ 732704 w 42118086"/>
              <a:gd name="connsiteY90" fmla="*/ 1716349 h 6975464"/>
              <a:gd name="connsiteX91" fmla="*/ 1097873 w 42118086"/>
              <a:gd name="connsiteY91" fmla="*/ 1993923 h 6975464"/>
              <a:gd name="connsiteX92" fmla="*/ 860473 w 42118086"/>
              <a:gd name="connsiteY92" fmla="*/ 2177658 h 6975464"/>
              <a:gd name="connsiteX93" fmla="*/ 867572 w 42118086"/>
              <a:gd name="connsiteY93" fmla="*/ 2189486 h 6975464"/>
              <a:gd name="connsiteX94" fmla="*/ 1106548 w 42118086"/>
              <a:gd name="connsiteY94" fmla="*/ 2003386 h 6975464"/>
              <a:gd name="connsiteX95" fmla="*/ 1106548 w 42118086"/>
              <a:gd name="connsiteY95" fmla="*/ 2350353 h 6975464"/>
              <a:gd name="connsiteX96" fmla="*/ 1007172 w 42118086"/>
              <a:gd name="connsiteY96" fmla="*/ 2427632 h 6975464"/>
              <a:gd name="connsiteX97" fmla="*/ 1014270 w 42118086"/>
              <a:gd name="connsiteY97" fmla="*/ 2440249 h 6975464"/>
              <a:gd name="connsiteX98" fmla="*/ 1110492 w 42118086"/>
              <a:gd name="connsiteY98" fmla="*/ 2365336 h 6975464"/>
              <a:gd name="connsiteX99" fmla="*/ 1475660 w 42118086"/>
              <a:gd name="connsiteY99" fmla="*/ 2642910 h 6975464"/>
              <a:gd name="connsiteX100" fmla="*/ 1239839 w 42118086"/>
              <a:gd name="connsiteY100" fmla="*/ 2825856 h 6975464"/>
              <a:gd name="connsiteX101" fmla="*/ 1112069 w 42118086"/>
              <a:gd name="connsiteY101" fmla="*/ 2925215 h 6975464"/>
              <a:gd name="connsiteX102" fmla="*/ 746900 w 42118086"/>
              <a:gd name="connsiteY102" fmla="*/ 2647641 h 6975464"/>
              <a:gd name="connsiteX103" fmla="*/ 1013481 w 42118086"/>
              <a:gd name="connsiteY103" fmla="*/ 2440249 h 6975464"/>
              <a:gd name="connsiteX104" fmla="*/ 1006383 w 42118086"/>
              <a:gd name="connsiteY104" fmla="*/ 2427632 h 6975464"/>
              <a:gd name="connsiteX105" fmla="*/ 744534 w 42118086"/>
              <a:gd name="connsiteY105" fmla="*/ 2631081 h 6975464"/>
              <a:gd name="connsiteX106" fmla="*/ 744534 w 42118086"/>
              <a:gd name="connsiteY106" fmla="*/ 2284114 h 6975464"/>
              <a:gd name="connsiteX107" fmla="*/ 866783 w 42118086"/>
              <a:gd name="connsiteY107" fmla="*/ 2189486 h 6975464"/>
              <a:gd name="connsiteX108" fmla="*/ 860473 w 42118086"/>
              <a:gd name="connsiteY108" fmla="*/ 2178447 h 6975464"/>
              <a:gd name="connsiteX109" fmla="*/ 738225 w 42118086"/>
              <a:gd name="connsiteY109" fmla="*/ 2273074 h 6975464"/>
              <a:gd name="connsiteX110" fmla="*/ 373056 w 42118086"/>
              <a:gd name="connsiteY110" fmla="*/ 1995500 h 6975464"/>
              <a:gd name="connsiteX111" fmla="*/ 732704 w 42118086"/>
              <a:gd name="connsiteY111" fmla="*/ 1716349 h 6975464"/>
              <a:gd name="connsiteX112" fmla="*/ 1480393 w 42118086"/>
              <a:gd name="connsiteY112" fmla="*/ 1355976 h 6975464"/>
              <a:gd name="connsiteX113" fmla="*/ 1480393 w 42118086"/>
              <a:gd name="connsiteY113" fmla="*/ 1702944 h 6975464"/>
              <a:gd name="connsiteX114" fmla="*/ 1391269 w 42118086"/>
              <a:gd name="connsiteY114" fmla="*/ 1771549 h 6975464"/>
              <a:gd name="connsiteX115" fmla="*/ 1399156 w 42118086"/>
              <a:gd name="connsiteY115" fmla="*/ 1781800 h 6975464"/>
              <a:gd name="connsiteX116" fmla="*/ 1483547 w 42118086"/>
              <a:gd name="connsiteY116" fmla="*/ 1716349 h 6975464"/>
              <a:gd name="connsiteX117" fmla="*/ 1848716 w 42118086"/>
              <a:gd name="connsiteY117" fmla="*/ 1993923 h 6975464"/>
              <a:gd name="connsiteX118" fmla="*/ 1658639 w 42118086"/>
              <a:gd name="connsiteY118" fmla="*/ 2141384 h 6975464"/>
              <a:gd name="connsiteX119" fmla="*/ 1489068 w 42118086"/>
              <a:gd name="connsiteY119" fmla="*/ 2273074 h 6975464"/>
              <a:gd name="connsiteX120" fmla="*/ 1123900 w 42118086"/>
              <a:gd name="connsiteY120" fmla="*/ 1995500 h 6975464"/>
              <a:gd name="connsiteX121" fmla="*/ 1398368 w 42118086"/>
              <a:gd name="connsiteY121" fmla="*/ 1782588 h 6975464"/>
              <a:gd name="connsiteX122" fmla="*/ 1390481 w 42118086"/>
              <a:gd name="connsiteY122" fmla="*/ 1771549 h 6975464"/>
              <a:gd name="connsiteX123" fmla="*/ 1118379 w 42118086"/>
              <a:gd name="connsiteY123" fmla="*/ 1982883 h 6975464"/>
              <a:gd name="connsiteX124" fmla="*/ 1118379 w 42118086"/>
              <a:gd name="connsiteY124" fmla="*/ 1636704 h 6975464"/>
              <a:gd name="connsiteX125" fmla="*/ 1230374 w 42118086"/>
              <a:gd name="connsiteY125" fmla="*/ 1549963 h 6975464"/>
              <a:gd name="connsiteX126" fmla="*/ 1480393 w 42118086"/>
              <a:gd name="connsiteY126" fmla="*/ 1355976 h 6975464"/>
              <a:gd name="connsiteX127" fmla="*/ 1110492 w 42118086"/>
              <a:gd name="connsiteY127" fmla="*/ 1064997 h 6975464"/>
              <a:gd name="connsiteX128" fmla="*/ 1475660 w 42118086"/>
              <a:gd name="connsiteY128" fmla="*/ 1342571 h 6975464"/>
              <a:gd name="connsiteX129" fmla="*/ 1223276 w 42118086"/>
              <a:gd name="connsiteY129" fmla="*/ 1538923 h 6975464"/>
              <a:gd name="connsiteX130" fmla="*/ 1230374 w 42118086"/>
              <a:gd name="connsiteY130" fmla="*/ 1549963 h 6975464"/>
              <a:gd name="connsiteX131" fmla="*/ 1222487 w 42118086"/>
              <a:gd name="connsiteY131" fmla="*/ 1539711 h 6975464"/>
              <a:gd name="connsiteX132" fmla="*/ 1112069 w 42118086"/>
              <a:gd name="connsiteY132" fmla="*/ 1625665 h 6975464"/>
              <a:gd name="connsiteX133" fmla="*/ 746900 w 42118086"/>
              <a:gd name="connsiteY133" fmla="*/ 1348091 h 6975464"/>
              <a:gd name="connsiteX134" fmla="*/ 1110492 w 42118086"/>
              <a:gd name="connsiteY134" fmla="*/ 1064997 h 6975464"/>
              <a:gd name="connsiteX135" fmla="*/ 1488280 w 42118086"/>
              <a:gd name="connsiteY135" fmla="*/ 413645 h 6975464"/>
              <a:gd name="connsiteX136" fmla="*/ 1498533 w 42118086"/>
              <a:gd name="connsiteY136" fmla="*/ 421530 h 6975464"/>
              <a:gd name="connsiteX137" fmla="*/ 1853448 w 42118086"/>
              <a:gd name="connsiteY137" fmla="*/ 691218 h 6975464"/>
              <a:gd name="connsiteX138" fmla="*/ 1489068 w 42118086"/>
              <a:gd name="connsiteY138" fmla="*/ 973524 h 6975464"/>
              <a:gd name="connsiteX139" fmla="*/ 1123900 w 42118086"/>
              <a:gd name="connsiteY139" fmla="*/ 695950 h 6975464"/>
              <a:gd name="connsiteX140" fmla="*/ 1488280 w 42118086"/>
              <a:gd name="connsiteY140" fmla="*/ 413645 h 6975464"/>
              <a:gd name="connsiteX141" fmla="*/ 1493012 w 42118086"/>
              <a:gd name="connsiteY141" fmla="*/ 117464 h 6975464"/>
              <a:gd name="connsiteX142" fmla="*/ 42118086 w 42118086"/>
              <a:gd name="connsiteY142" fmla="*/ 0 h 6975464"/>
              <a:gd name="connsiteX143" fmla="*/ 5957423 w 42118086"/>
              <a:gd name="connsiteY143" fmla="*/ 6975464 h 6975464"/>
              <a:gd name="connsiteX144" fmla="*/ 843615 w 42118086"/>
              <a:gd name="connsiteY144" fmla="*/ 6975464 h 6975464"/>
              <a:gd name="connsiteX145" fmla="*/ 810785 w 42118086"/>
              <a:gd name="connsiteY145" fmla="*/ 6950504 h 6975464"/>
              <a:gd name="connsiteX146" fmla="*/ 746900 w 42118086"/>
              <a:gd name="connsiteY146" fmla="*/ 6901934 h 6975464"/>
              <a:gd name="connsiteX147" fmla="*/ 746900 w 42118086"/>
              <a:gd name="connsiteY147" fmla="*/ 6547081 h 6975464"/>
              <a:gd name="connsiteX148" fmla="*/ 1019002 w 42118086"/>
              <a:gd name="connsiteY148" fmla="*/ 6335746 h 6975464"/>
              <a:gd name="connsiteX149" fmla="*/ 1012693 w 42118086"/>
              <a:gd name="connsiteY149" fmla="*/ 6323918 h 6975464"/>
              <a:gd name="connsiteX150" fmla="*/ 1019791 w 42118086"/>
              <a:gd name="connsiteY150" fmla="*/ 6334957 h 6975464"/>
              <a:gd name="connsiteX151" fmla="*/ 1110492 w 42118086"/>
              <a:gd name="connsiteY151" fmla="*/ 6264775 h 6975464"/>
              <a:gd name="connsiteX152" fmla="*/ 1489068 w 42118086"/>
              <a:gd name="connsiteY152" fmla="*/ 6553389 h 6975464"/>
              <a:gd name="connsiteX153" fmla="*/ 1870800 w 42118086"/>
              <a:gd name="connsiteY153" fmla="*/ 6257678 h 6975464"/>
              <a:gd name="connsiteX154" fmla="*/ 1870800 w 42118086"/>
              <a:gd name="connsiteY154" fmla="*/ 6139394 h 6975464"/>
              <a:gd name="connsiteX155" fmla="*/ 1857392 w 42118086"/>
              <a:gd name="connsiteY155" fmla="*/ 6144914 h 6975464"/>
              <a:gd name="connsiteX156" fmla="*/ 1857392 w 42118086"/>
              <a:gd name="connsiteY156" fmla="*/ 6251370 h 6975464"/>
              <a:gd name="connsiteX157" fmla="*/ 1495378 w 42118086"/>
              <a:gd name="connsiteY157" fmla="*/ 6531309 h 6975464"/>
              <a:gd name="connsiteX158" fmla="*/ 1495378 w 42118086"/>
              <a:gd name="connsiteY158" fmla="*/ 6185131 h 6975464"/>
              <a:gd name="connsiteX159" fmla="*/ 1857392 w 42118086"/>
              <a:gd name="connsiteY159" fmla="*/ 5904403 h 6975464"/>
              <a:gd name="connsiteX160" fmla="*/ 1857392 w 42118086"/>
              <a:gd name="connsiteY160" fmla="*/ 6144125 h 6975464"/>
              <a:gd name="connsiteX161" fmla="*/ 1870800 w 42118086"/>
              <a:gd name="connsiteY161" fmla="*/ 6138605 h 6975464"/>
              <a:gd name="connsiteX162" fmla="*/ 1870800 w 42118086"/>
              <a:gd name="connsiteY162" fmla="*/ 5887843 h 6975464"/>
              <a:gd name="connsiteX163" fmla="*/ 1739875 w 42118086"/>
              <a:gd name="connsiteY163" fmla="*/ 5788484 h 6975464"/>
              <a:gd name="connsiteX164" fmla="*/ 1497744 w 42118086"/>
              <a:gd name="connsiteY164" fmla="*/ 5604749 h 6975464"/>
              <a:gd name="connsiteX165" fmla="*/ 1497744 w 42118086"/>
              <a:gd name="connsiteY165" fmla="*/ 5424957 h 6975464"/>
              <a:gd name="connsiteX166" fmla="*/ 1484336 w 42118086"/>
              <a:gd name="connsiteY166" fmla="*/ 5427322 h 6975464"/>
              <a:gd name="connsiteX167" fmla="*/ 1484336 w 42118086"/>
              <a:gd name="connsiteY167" fmla="*/ 5598440 h 6975464"/>
              <a:gd name="connsiteX168" fmla="*/ 1122322 w 42118086"/>
              <a:gd name="connsiteY168" fmla="*/ 5879169 h 6975464"/>
              <a:gd name="connsiteX169" fmla="*/ 1122322 w 42118086"/>
              <a:gd name="connsiteY169" fmla="*/ 5532990 h 6975464"/>
              <a:gd name="connsiteX170" fmla="*/ 1292682 w 42118086"/>
              <a:gd name="connsiteY170" fmla="*/ 5400511 h 6975464"/>
              <a:gd name="connsiteX171" fmla="*/ 1285583 w 42118086"/>
              <a:gd name="connsiteY171" fmla="*/ 5390260 h 6975464"/>
              <a:gd name="connsiteX172" fmla="*/ 1116013 w 42118086"/>
              <a:gd name="connsiteY172" fmla="*/ 5521161 h 6975464"/>
              <a:gd name="connsiteX173" fmla="*/ 750844 w 42118086"/>
              <a:gd name="connsiteY173" fmla="*/ 5243588 h 6975464"/>
              <a:gd name="connsiteX174" fmla="*/ 1025312 w 42118086"/>
              <a:gd name="connsiteY174" fmla="*/ 5030676 h 6975464"/>
              <a:gd name="connsiteX175" fmla="*/ 1110492 w 42118086"/>
              <a:gd name="connsiteY175" fmla="*/ 4965225 h 6975464"/>
              <a:gd name="connsiteX176" fmla="*/ 1475660 w 42118086"/>
              <a:gd name="connsiteY176" fmla="*/ 5242799 h 6975464"/>
              <a:gd name="connsiteX177" fmla="*/ 1285583 w 42118086"/>
              <a:gd name="connsiteY177" fmla="*/ 5389472 h 6975464"/>
              <a:gd name="connsiteX178" fmla="*/ 1293470 w 42118086"/>
              <a:gd name="connsiteY178" fmla="*/ 5400511 h 6975464"/>
              <a:gd name="connsiteX179" fmla="*/ 1484336 w 42118086"/>
              <a:gd name="connsiteY179" fmla="*/ 5252262 h 6975464"/>
              <a:gd name="connsiteX180" fmla="*/ 1484336 w 42118086"/>
              <a:gd name="connsiteY180" fmla="*/ 5426534 h 6975464"/>
              <a:gd name="connsiteX181" fmla="*/ 1497744 w 42118086"/>
              <a:gd name="connsiteY181" fmla="*/ 5424168 h 6975464"/>
              <a:gd name="connsiteX182" fmla="*/ 1497744 w 42118086"/>
              <a:gd name="connsiteY182" fmla="*/ 5246742 h 6975464"/>
              <a:gd name="connsiteX183" fmla="*/ 1513518 w 42118086"/>
              <a:gd name="connsiteY183" fmla="*/ 5234125 h 6975464"/>
              <a:gd name="connsiteX184" fmla="*/ 1513518 w 42118086"/>
              <a:gd name="connsiteY184" fmla="*/ 5217565 h 6975464"/>
              <a:gd name="connsiteX185" fmla="*/ 1495378 w 42118086"/>
              <a:gd name="connsiteY185" fmla="*/ 5231759 h 6975464"/>
              <a:gd name="connsiteX186" fmla="*/ 1495378 w 42118086"/>
              <a:gd name="connsiteY186" fmla="*/ 4885580 h 6975464"/>
              <a:gd name="connsiteX187" fmla="*/ 1513518 w 42118086"/>
              <a:gd name="connsiteY187" fmla="*/ 4871386 h 6975464"/>
              <a:gd name="connsiteX188" fmla="*/ 1513518 w 42118086"/>
              <a:gd name="connsiteY188" fmla="*/ 4854826 h 6975464"/>
              <a:gd name="connsiteX189" fmla="*/ 1489068 w 42118086"/>
              <a:gd name="connsiteY189" fmla="*/ 4873752 h 6975464"/>
              <a:gd name="connsiteX190" fmla="*/ 1123900 w 42118086"/>
              <a:gd name="connsiteY190" fmla="*/ 4596178 h 6975464"/>
              <a:gd name="connsiteX191" fmla="*/ 1488280 w 42118086"/>
              <a:gd name="connsiteY191" fmla="*/ 4313873 h 6975464"/>
              <a:gd name="connsiteX192" fmla="*/ 1853448 w 42118086"/>
              <a:gd name="connsiteY192" fmla="*/ 4591447 h 6975464"/>
              <a:gd name="connsiteX193" fmla="*/ 1514307 w 42118086"/>
              <a:gd name="connsiteY193" fmla="*/ 4854826 h 6975464"/>
              <a:gd name="connsiteX194" fmla="*/ 1514307 w 42118086"/>
              <a:gd name="connsiteY194" fmla="*/ 4870598 h 6975464"/>
              <a:gd name="connsiteX195" fmla="*/ 1857392 w 42118086"/>
              <a:gd name="connsiteY195" fmla="*/ 4604852 h 6975464"/>
              <a:gd name="connsiteX196" fmla="*/ 1857392 w 42118086"/>
              <a:gd name="connsiteY196" fmla="*/ 4951031 h 6975464"/>
              <a:gd name="connsiteX197" fmla="*/ 1514307 w 42118086"/>
              <a:gd name="connsiteY197" fmla="*/ 5217565 h 6975464"/>
              <a:gd name="connsiteX198" fmla="*/ 1514307 w 42118086"/>
              <a:gd name="connsiteY198" fmla="*/ 5234125 h 6975464"/>
              <a:gd name="connsiteX199" fmla="*/ 1870800 w 42118086"/>
              <a:gd name="connsiteY199" fmla="*/ 4957339 h 6975464"/>
              <a:gd name="connsiteX200" fmla="*/ 1870800 w 42118086"/>
              <a:gd name="connsiteY200" fmla="*/ 4588292 h 6975464"/>
              <a:gd name="connsiteX201" fmla="*/ 1497744 w 42118086"/>
              <a:gd name="connsiteY201" fmla="*/ 4304410 h 6975464"/>
              <a:gd name="connsiteX202" fmla="*/ 1497744 w 42118086"/>
              <a:gd name="connsiteY202" fmla="*/ 3956654 h 6975464"/>
              <a:gd name="connsiteX203" fmla="*/ 1484336 w 42118086"/>
              <a:gd name="connsiteY203" fmla="*/ 3966905 h 6975464"/>
              <a:gd name="connsiteX204" fmla="*/ 1484336 w 42118086"/>
              <a:gd name="connsiteY204" fmla="*/ 4299679 h 6975464"/>
              <a:gd name="connsiteX205" fmla="*/ 1122322 w 42118086"/>
              <a:gd name="connsiteY205" fmla="*/ 4579618 h 6975464"/>
              <a:gd name="connsiteX206" fmla="*/ 1122322 w 42118086"/>
              <a:gd name="connsiteY206" fmla="*/ 4233439 h 6975464"/>
              <a:gd name="connsiteX207" fmla="*/ 1484336 w 42118086"/>
              <a:gd name="connsiteY207" fmla="*/ 3952712 h 6975464"/>
              <a:gd name="connsiteX208" fmla="*/ 1484336 w 42118086"/>
              <a:gd name="connsiteY208" fmla="*/ 3966117 h 6975464"/>
              <a:gd name="connsiteX209" fmla="*/ 1497744 w 42118086"/>
              <a:gd name="connsiteY209" fmla="*/ 3955866 h 6975464"/>
              <a:gd name="connsiteX210" fmla="*/ 1497744 w 42118086"/>
              <a:gd name="connsiteY210" fmla="*/ 3936152 h 6975464"/>
              <a:gd name="connsiteX211" fmla="*/ 1136519 w 42118086"/>
              <a:gd name="connsiteY211" fmla="*/ 3661732 h 6975464"/>
              <a:gd name="connsiteX212" fmla="*/ 1125477 w 42118086"/>
              <a:gd name="connsiteY212" fmla="*/ 3669618 h 6975464"/>
              <a:gd name="connsiteX213" fmla="*/ 1135730 w 42118086"/>
              <a:gd name="connsiteY213" fmla="*/ 3660943 h 6975464"/>
              <a:gd name="connsiteX214" fmla="*/ 1119956 w 42118086"/>
              <a:gd name="connsiteY214" fmla="*/ 3649115 h 6975464"/>
              <a:gd name="connsiteX215" fmla="*/ 1119956 w 42118086"/>
              <a:gd name="connsiteY215" fmla="*/ 3637286 h 6975464"/>
              <a:gd name="connsiteX216" fmla="*/ 1106548 w 42118086"/>
              <a:gd name="connsiteY216" fmla="*/ 3637286 h 6975464"/>
              <a:gd name="connsiteX217" fmla="*/ 1106548 w 42118086"/>
              <a:gd name="connsiteY217" fmla="*/ 3649903 h 6975464"/>
              <a:gd name="connsiteX218" fmla="*/ 744534 w 42118086"/>
              <a:gd name="connsiteY218" fmla="*/ 3929843 h 6975464"/>
              <a:gd name="connsiteX219" fmla="*/ 744534 w 42118086"/>
              <a:gd name="connsiteY219" fmla="*/ 3612841 h 6975464"/>
              <a:gd name="connsiteX220" fmla="*/ 744534 w 42118086"/>
              <a:gd name="connsiteY220" fmla="*/ 3584453 h 6975464"/>
              <a:gd name="connsiteX221" fmla="*/ 1106548 w 42118086"/>
              <a:gd name="connsiteY221" fmla="*/ 3303725 h 6975464"/>
              <a:gd name="connsiteX222" fmla="*/ 1106548 w 42118086"/>
              <a:gd name="connsiteY222" fmla="*/ 3617573 h 6975464"/>
              <a:gd name="connsiteX223" fmla="*/ 1106548 w 42118086"/>
              <a:gd name="connsiteY223" fmla="*/ 3636498 h 6975464"/>
              <a:gd name="connsiteX224" fmla="*/ 1119956 w 42118086"/>
              <a:gd name="connsiteY224" fmla="*/ 3636498 h 6975464"/>
              <a:gd name="connsiteX225" fmla="*/ 1119956 w 42118086"/>
              <a:gd name="connsiteY225" fmla="*/ 3298205 h 6975464"/>
              <a:gd name="connsiteX226" fmla="*/ 1392847 w 42118086"/>
              <a:gd name="connsiteY226" fmla="*/ 3086870 h 6975464"/>
              <a:gd name="connsiteX227" fmla="*/ 1483547 w 42118086"/>
              <a:gd name="connsiteY227" fmla="*/ 3016688 h 6975464"/>
              <a:gd name="connsiteX228" fmla="*/ 1862913 w 42118086"/>
              <a:gd name="connsiteY228" fmla="*/ 3304513 h 6975464"/>
              <a:gd name="connsiteX229" fmla="*/ 2243855 w 42118086"/>
              <a:gd name="connsiteY229" fmla="*/ 3008803 h 6975464"/>
              <a:gd name="connsiteX230" fmla="*/ 2243855 w 42118086"/>
              <a:gd name="connsiteY230" fmla="*/ 2891307 h 6975464"/>
              <a:gd name="connsiteX231" fmla="*/ 2231236 w 42118086"/>
              <a:gd name="connsiteY231" fmla="*/ 2896827 h 6975464"/>
              <a:gd name="connsiteX232" fmla="*/ 2231236 w 42118086"/>
              <a:gd name="connsiteY232" fmla="*/ 3002494 h 6975464"/>
              <a:gd name="connsiteX233" fmla="*/ 1869222 w 42118086"/>
              <a:gd name="connsiteY233" fmla="*/ 3283222 h 6975464"/>
              <a:gd name="connsiteX234" fmla="*/ 1869222 w 42118086"/>
              <a:gd name="connsiteY234" fmla="*/ 2937043 h 6975464"/>
              <a:gd name="connsiteX235" fmla="*/ 2231236 w 42118086"/>
              <a:gd name="connsiteY235" fmla="*/ 2656315 h 6975464"/>
              <a:gd name="connsiteX236" fmla="*/ 2231236 w 42118086"/>
              <a:gd name="connsiteY236" fmla="*/ 2896038 h 6975464"/>
              <a:gd name="connsiteX237" fmla="*/ 2243855 w 42118086"/>
              <a:gd name="connsiteY237" fmla="*/ 2890518 h 6975464"/>
              <a:gd name="connsiteX238" fmla="*/ 2243855 w 42118086"/>
              <a:gd name="connsiteY238" fmla="*/ 2639755 h 6975464"/>
              <a:gd name="connsiteX239" fmla="*/ 2113720 w 42118086"/>
              <a:gd name="connsiteY239" fmla="*/ 2540397 h 6975464"/>
              <a:gd name="connsiteX240" fmla="*/ 2100312 w 42118086"/>
              <a:gd name="connsiteY240" fmla="*/ 2546705 h 6975464"/>
              <a:gd name="connsiteX241" fmla="*/ 2226503 w 42118086"/>
              <a:gd name="connsiteY241" fmla="*/ 2642910 h 6975464"/>
              <a:gd name="connsiteX242" fmla="*/ 1862124 w 42118086"/>
              <a:gd name="connsiteY242" fmla="*/ 2925215 h 6975464"/>
              <a:gd name="connsiteX243" fmla="*/ 1496955 w 42118086"/>
              <a:gd name="connsiteY243" fmla="*/ 2647641 h 6975464"/>
              <a:gd name="connsiteX244" fmla="*/ 1861335 w 42118086"/>
              <a:gd name="connsiteY244" fmla="*/ 2365336 h 6975464"/>
              <a:gd name="connsiteX245" fmla="*/ 2099523 w 42118086"/>
              <a:gd name="connsiteY245" fmla="*/ 2545916 h 6975464"/>
              <a:gd name="connsiteX246" fmla="*/ 2112931 w 42118086"/>
              <a:gd name="connsiteY246" fmla="*/ 2539608 h 6975464"/>
              <a:gd name="connsiteX247" fmla="*/ 1870800 w 42118086"/>
              <a:gd name="connsiteY247" fmla="*/ 2355873 h 6975464"/>
              <a:gd name="connsiteX248" fmla="*/ 1870800 w 42118086"/>
              <a:gd name="connsiteY248" fmla="*/ 2176869 h 6975464"/>
              <a:gd name="connsiteX249" fmla="*/ 1857392 w 42118086"/>
              <a:gd name="connsiteY249" fmla="*/ 2178447 h 6975464"/>
              <a:gd name="connsiteX250" fmla="*/ 1857392 w 42118086"/>
              <a:gd name="connsiteY250" fmla="*/ 2350353 h 6975464"/>
              <a:gd name="connsiteX251" fmla="*/ 1496167 w 42118086"/>
              <a:gd name="connsiteY251" fmla="*/ 2631081 h 6975464"/>
              <a:gd name="connsiteX252" fmla="*/ 1496167 w 42118086"/>
              <a:gd name="connsiteY252" fmla="*/ 2284114 h 6975464"/>
              <a:gd name="connsiteX253" fmla="*/ 1666526 w 42118086"/>
              <a:gd name="connsiteY253" fmla="*/ 2152424 h 6975464"/>
              <a:gd name="connsiteX254" fmla="*/ 1658639 w 42118086"/>
              <a:gd name="connsiteY254" fmla="*/ 2141384 h 6975464"/>
              <a:gd name="connsiteX255" fmla="*/ 1666526 w 42118086"/>
              <a:gd name="connsiteY255" fmla="*/ 2151636 h 6975464"/>
              <a:gd name="connsiteX256" fmla="*/ 1857392 w 42118086"/>
              <a:gd name="connsiteY256" fmla="*/ 2003386 h 6975464"/>
              <a:gd name="connsiteX257" fmla="*/ 1857392 w 42118086"/>
              <a:gd name="connsiteY257" fmla="*/ 2177658 h 6975464"/>
              <a:gd name="connsiteX258" fmla="*/ 1870800 w 42118086"/>
              <a:gd name="connsiteY258" fmla="*/ 2176081 h 6975464"/>
              <a:gd name="connsiteX259" fmla="*/ 1870800 w 42118086"/>
              <a:gd name="connsiteY259" fmla="*/ 1998654 h 6975464"/>
              <a:gd name="connsiteX260" fmla="*/ 1886574 w 42118086"/>
              <a:gd name="connsiteY260" fmla="*/ 1986037 h 6975464"/>
              <a:gd name="connsiteX261" fmla="*/ 1886574 w 42118086"/>
              <a:gd name="connsiteY261" fmla="*/ 1969478 h 6975464"/>
              <a:gd name="connsiteX262" fmla="*/ 1869222 w 42118086"/>
              <a:gd name="connsiteY262" fmla="*/ 1982883 h 6975464"/>
              <a:gd name="connsiteX263" fmla="*/ 1869222 w 42118086"/>
              <a:gd name="connsiteY263" fmla="*/ 1636704 h 6975464"/>
              <a:gd name="connsiteX264" fmla="*/ 1886574 w 42118086"/>
              <a:gd name="connsiteY264" fmla="*/ 1623299 h 6975464"/>
              <a:gd name="connsiteX265" fmla="*/ 1886574 w 42118086"/>
              <a:gd name="connsiteY265" fmla="*/ 1606739 h 6975464"/>
              <a:gd name="connsiteX266" fmla="*/ 1862124 w 42118086"/>
              <a:gd name="connsiteY266" fmla="*/ 1625665 h 6975464"/>
              <a:gd name="connsiteX267" fmla="*/ 1496955 w 42118086"/>
              <a:gd name="connsiteY267" fmla="*/ 1348091 h 6975464"/>
              <a:gd name="connsiteX268" fmla="*/ 1861335 w 42118086"/>
              <a:gd name="connsiteY268" fmla="*/ 1064997 h 6975464"/>
              <a:gd name="connsiteX269" fmla="*/ 2226503 w 42118086"/>
              <a:gd name="connsiteY269" fmla="*/ 1342571 h 6975464"/>
              <a:gd name="connsiteX270" fmla="*/ 1887362 w 42118086"/>
              <a:gd name="connsiteY270" fmla="*/ 1605951 h 6975464"/>
              <a:gd name="connsiteX271" fmla="*/ 1887362 w 42118086"/>
              <a:gd name="connsiteY271" fmla="*/ 1622510 h 6975464"/>
              <a:gd name="connsiteX272" fmla="*/ 2231236 w 42118086"/>
              <a:gd name="connsiteY272" fmla="*/ 1355976 h 6975464"/>
              <a:gd name="connsiteX273" fmla="*/ 2231236 w 42118086"/>
              <a:gd name="connsiteY273" fmla="*/ 1702944 h 6975464"/>
              <a:gd name="connsiteX274" fmla="*/ 1887362 w 42118086"/>
              <a:gd name="connsiteY274" fmla="*/ 1968689 h 6975464"/>
              <a:gd name="connsiteX275" fmla="*/ 1887362 w 42118086"/>
              <a:gd name="connsiteY275" fmla="*/ 1985249 h 6975464"/>
              <a:gd name="connsiteX276" fmla="*/ 2243855 w 42118086"/>
              <a:gd name="connsiteY276" fmla="*/ 1709252 h 6975464"/>
              <a:gd name="connsiteX277" fmla="*/ 2243855 w 42118086"/>
              <a:gd name="connsiteY277" fmla="*/ 1339416 h 6975464"/>
              <a:gd name="connsiteX278" fmla="*/ 1870800 w 42118086"/>
              <a:gd name="connsiteY278" fmla="*/ 1056323 h 6975464"/>
              <a:gd name="connsiteX279" fmla="*/ 1870800 w 42118086"/>
              <a:gd name="connsiteY279" fmla="*/ 707778 h 6975464"/>
              <a:gd name="connsiteX280" fmla="*/ 1857392 w 42118086"/>
              <a:gd name="connsiteY280" fmla="*/ 718030 h 6975464"/>
              <a:gd name="connsiteX281" fmla="*/ 1857392 w 42118086"/>
              <a:gd name="connsiteY281" fmla="*/ 1050803 h 6975464"/>
              <a:gd name="connsiteX282" fmla="*/ 1496167 w 42118086"/>
              <a:gd name="connsiteY282" fmla="*/ 1331531 h 6975464"/>
              <a:gd name="connsiteX283" fmla="*/ 1496167 w 42118086"/>
              <a:gd name="connsiteY283" fmla="*/ 985352 h 6975464"/>
              <a:gd name="connsiteX284" fmla="*/ 1857392 w 42118086"/>
              <a:gd name="connsiteY284" fmla="*/ 704624 h 6975464"/>
              <a:gd name="connsiteX285" fmla="*/ 1857392 w 42118086"/>
              <a:gd name="connsiteY285" fmla="*/ 717241 h 6975464"/>
              <a:gd name="connsiteX286" fmla="*/ 1870800 w 42118086"/>
              <a:gd name="connsiteY286" fmla="*/ 706990 h 6975464"/>
              <a:gd name="connsiteX287" fmla="*/ 1870800 w 42118086"/>
              <a:gd name="connsiteY287" fmla="*/ 688064 h 6975464"/>
              <a:gd name="connsiteX288" fmla="*/ 1509574 w 42118086"/>
              <a:gd name="connsiteY288" fmla="*/ 412856 h 6975464"/>
              <a:gd name="connsiteX289" fmla="*/ 1498533 w 42118086"/>
              <a:gd name="connsiteY289" fmla="*/ 421530 h 6975464"/>
              <a:gd name="connsiteX290" fmla="*/ 1508786 w 42118086"/>
              <a:gd name="connsiteY290" fmla="*/ 412856 h 6975464"/>
              <a:gd name="connsiteX291" fmla="*/ 1493012 w 42118086"/>
              <a:gd name="connsiteY291" fmla="*/ 401028 h 6975464"/>
              <a:gd name="connsiteX292" fmla="*/ 1493012 w 42118086"/>
              <a:gd name="connsiteY292" fmla="*/ 119417 h 6975464"/>
              <a:gd name="connsiteX293" fmla="*/ 1493012 w 42118086"/>
              <a:gd name="connsiteY293" fmla="*/ 117464 h 6975464"/>
              <a:gd name="connsiteX294" fmla="*/ 1398859 w 42118086"/>
              <a:gd name="connsiteY294" fmla="*/ 117464 h 6975464"/>
              <a:gd name="connsiteX295" fmla="*/ 1480393 w 42118086"/>
              <a:gd name="connsiteY295" fmla="*/ 117464 h 6975464"/>
              <a:gd name="connsiteX296" fmla="*/ 1480393 w 42118086"/>
              <a:gd name="connsiteY296" fmla="*/ 201868 h 6975464"/>
              <a:gd name="connsiteX297" fmla="*/ 1480393 w 42118086"/>
              <a:gd name="connsiteY297" fmla="*/ 401028 h 6975464"/>
              <a:gd name="connsiteX298" fmla="*/ 1118379 w 42118086"/>
              <a:gd name="connsiteY298" fmla="*/ 681756 h 6975464"/>
              <a:gd name="connsiteX299" fmla="*/ 1118379 w 42118086"/>
              <a:gd name="connsiteY299" fmla="*/ 335577 h 6975464"/>
              <a:gd name="connsiteX300" fmla="*/ 1379242 w 42118086"/>
              <a:gd name="connsiteY300" fmla="*/ 132719 h 6975464"/>
              <a:gd name="connsiteX301" fmla="*/ 1398859 w 42118086"/>
              <a:gd name="connsiteY301" fmla="*/ 117464 h 6975464"/>
              <a:gd name="connsiteX302" fmla="*/ 840168 w 42118086"/>
              <a:gd name="connsiteY302" fmla="*/ 117464 h 6975464"/>
              <a:gd name="connsiteX303" fmla="*/ 1377550 w 42118086"/>
              <a:gd name="connsiteY303" fmla="*/ 117464 h 6975464"/>
              <a:gd name="connsiteX304" fmla="*/ 1301753 w 42118086"/>
              <a:gd name="connsiteY304" fmla="*/ 176360 h 6975464"/>
              <a:gd name="connsiteX305" fmla="*/ 1112069 w 42118086"/>
              <a:gd name="connsiteY305" fmla="*/ 323748 h 6975464"/>
              <a:gd name="connsiteX306" fmla="*/ 857417 w 42118086"/>
              <a:gd name="connsiteY306" fmla="*/ 130551 h 6975464"/>
              <a:gd name="connsiteX307" fmla="*/ 840168 w 42118086"/>
              <a:gd name="connsiteY307" fmla="*/ 117464 h 6975464"/>
              <a:gd name="connsiteX0" fmla="*/ 738225 w 42198532"/>
              <a:gd name="connsiteY0" fmla="*/ 6911396 h 6975464"/>
              <a:gd name="connsiteX1" fmla="*/ 814828 w 42198532"/>
              <a:gd name="connsiteY1" fmla="*/ 6969750 h 6975464"/>
              <a:gd name="connsiteX2" fmla="*/ 822329 w 42198532"/>
              <a:gd name="connsiteY2" fmla="*/ 6975464 h 6975464"/>
              <a:gd name="connsiteX3" fmla="*/ 655724 w 42198532"/>
              <a:gd name="connsiteY3" fmla="*/ 6975464 h 6975464"/>
              <a:gd name="connsiteX4" fmla="*/ 656989 w 42198532"/>
              <a:gd name="connsiteY4" fmla="*/ 6974481 h 6975464"/>
              <a:gd name="connsiteX5" fmla="*/ 738225 w 42198532"/>
              <a:gd name="connsiteY5" fmla="*/ 6911396 h 6975464"/>
              <a:gd name="connsiteX6" fmla="*/ 733493 w 42198532"/>
              <a:gd name="connsiteY6" fmla="*/ 6551812 h 6975464"/>
              <a:gd name="connsiteX7" fmla="*/ 733493 w 42198532"/>
              <a:gd name="connsiteY7" fmla="*/ 6897991 h 6975464"/>
              <a:gd name="connsiteX8" fmla="*/ 639637 w 42198532"/>
              <a:gd name="connsiteY8" fmla="*/ 6970539 h 6975464"/>
              <a:gd name="connsiteX9" fmla="*/ 656989 w 42198532"/>
              <a:gd name="connsiteY9" fmla="*/ 6974481 h 6975464"/>
              <a:gd name="connsiteX10" fmla="*/ 638848 w 42198532"/>
              <a:gd name="connsiteY10" fmla="*/ 6971327 h 6975464"/>
              <a:gd name="connsiteX11" fmla="*/ 633515 w 42198532"/>
              <a:gd name="connsiteY11" fmla="*/ 6975464 h 6975464"/>
              <a:gd name="connsiteX12" fmla="*/ 371479 w 42198532"/>
              <a:gd name="connsiteY12" fmla="*/ 6975464 h 6975464"/>
              <a:gd name="connsiteX13" fmla="*/ 371479 w 42198532"/>
              <a:gd name="connsiteY13" fmla="*/ 6917056 h 6975464"/>
              <a:gd name="connsiteX14" fmla="*/ 371479 w 42198532"/>
              <a:gd name="connsiteY14" fmla="*/ 6832540 h 6975464"/>
              <a:gd name="connsiteX15" fmla="*/ 733493 w 42198532"/>
              <a:gd name="connsiteY15" fmla="*/ 6551812 h 6975464"/>
              <a:gd name="connsiteX16" fmla="*/ 1106548 w 42198532"/>
              <a:gd name="connsiteY16" fmla="*/ 5904403 h 6975464"/>
              <a:gd name="connsiteX17" fmla="*/ 1106548 w 42198532"/>
              <a:gd name="connsiteY17" fmla="*/ 6251370 h 6975464"/>
              <a:gd name="connsiteX18" fmla="*/ 1012693 w 42198532"/>
              <a:gd name="connsiteY18" fmla="*/ 6323918 h 6975464"/>
              <a:gd name="connsiteX19" fmla="*/ 744534 w 42198532"/>
              <a:gd name="connsiteY19" fmla="*/ 6531309 h 6975464"/>
              <a:gd name="connsiteX20" fmla="*/ 744534 w 42198532"/>
              <a:gd name="connsiteY20" fmla="*/ 6185131 h 6975464"/>
              <a:gd name="connsiteX21" fmla="*/ 873093 w 42198532"/>
              <a:gd name="connsiteY21" fmla="*/ 6085772 h 6975464"/>
              <a:gd name="connsiteX22" fmla="*/ 1106548 w 42198532"/>
              <a:gd name="connsiteY22" fmla="*/ 5904403 h 6975464"/>
              <a:gd name="connsiteX23" fmla="*/ 1739875 w 42198532"/>
              <a:gd name="connsiteY23" fmla="*/ 5788484 h 6975464"/>
              <a:gd name="connsiteX24" fmla="*/ 1726467 w 42198532"/>
              <a:gd name="connsiteY24" fmla="*/ 5794792 h 6975464"/>
              <a:gd name="connsiteX25" fmla="*/ 1739875 w 42198532"/>
              <a:gd name="connsiteY25" fmla="*/ 5788484 h 6975464"/>
              <a:gd name="connsiteX26" fmla="*/ 1488280 w 42198532"/>
              <a:gd name="connsiteY26" fmla="*/ 5613423 h 6975464"/>
              <a:gd name="connsiteX27" fmla="*/ 1726467 w 42198532"/>
              <a:gd name="connsiteY27" fmla="*/ 5794792 h 6975464"/>
              <a:gd name="connsiteX28" fmla="*/ 1853448 w 42198532"/>
              <a:gd name="connsiteY28" fmla="*/ 5890997 h 6975464"/>
              <a:gd name="connsiteX29" fmla="*/ 1489068 w 42198532"/>
              <a:gd name="connsiteY29" fmla="*/ 6174091 h 6975464"/>
              <a:gd name="connsiteX30" fmla="*/ 1123900 w 42198532"/>
              <a:gd name="connsiteY30" fmla="*/ 5896517 h 6975464"/>
              <a:gd name="connsiteX31" fmla="*/ 1488280 w 42198532"/>
              <a:gd name="connsiteY31" fmla="*/ 5613423 h 6975464"/>
              <a:gd name="connsiteX32" fmla="*/ 359648 w 42198532"/>
              <a:gd name="connsiteY32" fmla="*/ 4965225 h 6975464"/>
              <a:gd name="connsiteX33" fmla="*/ 724817 w 42198532"/>
              <a:gd name="connsiteY33" fmla="*/ 5242799 h 6975464"/>
              <a:gd name="connsiteX34" fmla="*/ 487418 w 42198532"/>
              <a:gd name="connsiteY34" fmla="*/ 5426534 h 6975464"/>
              <a:gd name="connsiteX35" fmla="*/ 493727 w 42198532"/>
              <a:gd name="connsiteY35" fmla="*/ 5437574 h 6975464"/>
              <a:gd name="connsiteX36" fmla="*/ 733493 w 42198532"/>
              <a:gd name="connsiteY36" fmla="*/ 5252262 h 6975464"/>
              <a:gd name="connsiteX37" fmla="*/ 733493 w 42198532"/>
              <a:gd name="connsiteY37" fmla="*/ 5598440 h 6975464"/>
              <a:gd name="connsiteX38" fmla="*/ 633328 w 42198532"/>
              <a:gd name="connsiteY38" fmla="*/ 5675720 h 6975464"/>
              <a:gd name="connsiteX39" fmla="*/ 641215 w 42198532"/>
              <a:gd name="connsiteY39" fmla="*/ 5688337 h 6975464"/>
              <a:gd name="connsiteX40" fmla="*/ 737436 w 42198532"/>
              <a:gd name="connsiteY40" fmla="*/ 5613423 h 6975464"/>
              <a:gd name="connsiteX41" fmla="*/ 1102605 w 42198532"/>
              <a:gd name="connsiteY41" fmla="*/ 5890997 h 6975464"/>
              <a:gd name="connsiteX42" fmla="*/ 866783 w 42198532"/>
              <a:gd name="connsiteY42" fmla="*/ 6073943 h 6975464"/>
              <a:gd name="connsiteX43" fmla="*/ 873093 w 42198532"/>
              <a:gd name="connsiteY43" fmla="*/ 6085772 h 6975464"/>
              <a:gd name="connsiteX44" fmla="*/ 865994 w 42198532"/>
              <a:gd name="connsiteY44" fmla="*/ 6074732 h 6975464"/>
              <a:gd name="connsiteX45" fmla="*/ 738225 w 42198532"/>
              <a:gd name="connsiteY45" fmla="*/ 6174091 h 6975464"/>
              <a:gd name="connsiteX46" fmla="*/ 373056 w 42198532"/>
              <a:gd name="connsiteY46" fmla="*/ 5896517 h 6975464"/>
              <a:gd name="connsiteX47" fmla="*/ 640426 w 42198532"/>
              <a:gd name="connsiteY47" fmla="*/ 5689125 h 6975464"/>
              <a:gd name="connsiteX48" fmla="*/ 633328 w 42198532"/>
              <a:gd name="connsiteY48" fmla="*/ 5676508 h 6975464"/>
              <a:gd name="connsiteX49" fmla="*/ 371479 w 42198532"/>
              <a:gd name="connsiteY49" fmla="*/ 5879169 h 6975464"/>
              <a:gd name="connsiteX50" fmla="*/ 371479 w 42198532"/>
              <a:gd name="connsiteY50" fmla="*/ 5532990 h 6975464"/>
              <a:gd name="connsiteX51" fmla="*/ 493727 w 42198532"/>
              <a:gd name="connsiteY51" fmla="*/ 5438362 h 6975464"/>
              <a:gd name="connsiteX52" fmla="*/ 486629 w 42198532"/>
              <a:gd name="connsiteY52" fmla="*/ 5426534 h 6975464"/>
              <a:gd name="connsiteX53" fmla="*/ 365169 w 42198532"/>
              <a:gd name="connsiteY53" fmla="*/ 5521161 h 6975464"/>
              <a:gd name="connsiteX54" fmla="*/ 0 w 42198532"/>
              <a:gd name="connsiteY54" fmla="*/ 5243588 h 6975464"/>
              <a:gd name="connsiteX55" fmla="*/ 359648 w 42198532"/>
              <a:gd name="connsiteY55" fmla="*/ 4965225 h 6975464"/>
              <a:gd name="connsiteX56" fmla="*/ 1106548 w 42198532"/>
              <a:gd name="connsiteY56" fmla="*/ 4604852 h 6975464"/>
              <a:gd name="connsiteX57" fmla="*/ 1106548 w 42198532"/>
              <a:gd name="connsiteY57" fmla="*/ 4951031 h 6975464"/>
              <a:gd name="connsiteX58" fmla="*/ 1018214 w 42198532"/>
              <a:gd name="connsiteY58" fmla="*/ 5019636 h 6975464"/>
              <a:gd name="connsiteX59" fmla="*/ 1025312 w 42198532"/>
              <a:gd name="connsiteY59" fmla="*/ 5030676 h 6975464"/>
              <a:gd name="connsiteX60" fmla="*/ 1017425 w 42198532"/>
              <a:gd name="connsiteY60" fmla="*/ 5020424 h 6975464"/>
              <a:gd name="connsiteX61" fmla="*/ 744534 w 42198532"/>
              <a:gd name="connsiteY61" fmla="*/ 5231759 h 6975464"/>
              <a:gd name="connsiteX62" fmla="*/ 744534 w 42198532"/>
              <a:gd name="connsiteY62" fmla="*/ 4885580 h 6975464"/>
              <a:gd name="connsiteX63" fmla="*/ 856530 w 42198532"/>
              <a:gd name="connsiteY63" fmla="*/ 4798050 h 6975464"/>
              <a:gd name="connsiteX64" fmla="*/ 849432 w 42198532"/>
              <a:gd name="connsiteY64" fmla="*/ 4787799 h 6975464"/>
              <a:gd name="connsiteX65" fmla="*/ 857319 w 42198532"/>
              <a:gd name="connsiteY65" fmla="*/ 4798050 h 6975464"/>
              <a:gd name="connsiteX66" fmla="*/ 1106548 w 42198532"/>
              <a:gd name="connsiteY66" fmla="*/ 4604852 h 6975464"/>
              <a:gd name="connsiteX67" fmla="*/ 737436 w 42198532"/>
              <a:gd name="connsiteY67" fmla="*/ 4313873 h 6975464"/>
              <a:gd name="connsiteX68" fmla="*/ 1102605 w 42198532"/>
              <a:gd name="connsiteY68" fmla="*/ 4591447 h 6975464"/>
              <a:gd name="connsiteX69" fmla="*/ 849432 w 42198532"/>
              <a:gd name="connsiteY69" fmla="*/ 4787799 h 6975464"/>
              <a:gd name="connsiteX70" fmla="*/ 738225 w 42198532"/>
              <a:gd name="connsiteY70" fmla="*/ 4873752 h 6975464"/>
              <a:gd name="connsiteX71" fmla="*/ 373056 w 42198532"/>
              <a:gd name="connsiteY71" fmla="*/ 4596178 h 6975464"/>
              <a:gd name="connsiteX72" fmla="*/ 737436 w 42198532"/>
              <a:gd name="connsiteY72" fmla="*/ 4313873 h 6975464"/>
              <a:gd name="connsiteX73" fmla="*/ 1115224 w 42198532"/>
              <a:gd name="connsiteY73" fmla="*/ 3661732 h 6975464"/>
              <a:gd name="connsiteX74" fmla="*/ 1125477 w 42198532"/>
              <a:gd name="connsiteY74" fmla="*/ 3669618 h 6975464"/>
              <a:gd name="connsiteX75" fmla="*/ 1480393 w 42198532"/>
              <a:gd name="connsiteY75" fmla="*/ 3939306 h 6975464"/>
              <a:gd name="connsiteX76" fmla="*/ 1116013 w 42198532"/>
              <a:gd name="connsiteY76" fmla="*/ 4222399 h 6975464"/>
              <a:gd name="connsiteX77" fmla="*/ 750844 w 42198532"/>
              <a:gd name="connsiteY77" fmla="*/ 3944037 h 6975464"/>
              <a:gd name="connsiteX78" fmla="*/ 1115224 w 42198532"/>
              <a:gd name="connsiteY78" fmla="*/ 3661732 h 6975464"/>
              <a:gd name="connsiteX79" fmla="*/ 1480393 w 42198532"/>
              <a:gd name="connsiteY79" fmla="*/ 2656315 h 6975464"/>
              <a:gd name="connsiteX80" fmla="*/ 1480393 w 42198532"/>
              <a:gd name="connsiteY80" fmla="*/ 3002494 h 6975464"/>
              <a:gd name="connsiteX81" fmla="*/ 1386537 w 42198532"/>
              <a:gd name="connsiteY81" fmla="*/ 3075042 h 6975464"/>
              <a:gd name="connsiteX82" fmla="*/ 1392847 w 42198532"/>
              <a:gd name="connsiteY82" fmla="*/ 3086870 h 6975464"/>
              <a:gd name="connsiteX83" fmla="*/ 1385748 w 42198532"/>
              <a:gd name="connsiteY83" fmla="*/ 3075830 h 6975464"/>
              <a:gd name="connsiteX84" fmla="*/ 1118379 w 42198532"/>
              <a:gd name="connsiteY84" fmla="*/ 3283222 h 6975464"/>
              <a:gd name="connsiteX85" fmla="*/ 1118379 w 42198532"/>
              <a:gd name="connsiteY85" fmla="*/ 2937043 h 6975464"/>
              <a:gd name="connsiteX86" fmla="*/ 1246148 w 42198532"/>
              <a:gd name="connsiteY86" fmla="*/ 2837685 h 6975464"/>
              <a:gd name="connsiteX87" fmla="*/ 1239839 w 42198532"/>
              <a:gd name="connsiteY87" fmla="*/ 2825856 h 6975464"/>
              <a:gd name="connsiteX88" fmla="*/ 1246937 w 42198532"/>
              <a:gd name="connsiteY88" fmla="*/ 2836896 h 6975464"/>
              <a:gd name="connsiteX89" fmla="*/ 1480393 w 42198532"/>
              <a:gd name="connsiteY89" fmla="*/ 2656315 h 6975464"/>
              <a:gd name="connsiteX90" fmla="*/ 732704 w 42198532"/>
              <a:gd name="connsiteY90" fmla="*/ 1716349 h 6975464"/>
              <a:gd name="connsiteX91" fmla="*/ 1097873 w 42198532"/>
              <a:gd name="connsiteY91" fmla="*/ 1993923 h 6975464"/>
              <a:gd name="connsiteX92" fmla="*/ 860473 w 42198532"/>
              <a:gd name="connsiteY92" fmla="*/ 2177658 h 6975464"/>
              <a:gd name="connsiteX93" fmla="*/ 867572 w 42198532"/>
              <a:gd name="connsiteY93" fmla="*/ 2189486 h 6975464"/>
              <a:gd name="connsiteX94" fmla="*/ 1106548 w 42198532"/>
              <a:gd name="connsiteY94" fmla="*/ 2003386 h 6975464"/>
              <a:gd name="connsiteX95" fmla="*/ 1106548 w 42198532"/>
              <a:gd name="connsiteY95" fmla="*/ 2350353 h 6975464"/>
              <a:gd name="connsiteX96" fmla="*/ 1007172 w 42198532"/>
              <a:gd name="connsiteY96" fmla="*/ 2427632 h 6975464"/>
              <a:gd name="connsiteX97" fmla="*/ 1014270 w 42198532"/>
              <a:gd name="connsiteY97" fmla="*/ 2440249 h 6975464"/>
              <a:gd name="connsiteX98" fmla="*/ 1110492 w 42198532"/>
              <a:gd name="connsiteY98" fmla="*/ 2365336 h 6975464"/>
              <a:gd name="connsiteX99" fmla="*/ 1475660 w 42198532"/>
              <a:gd name="connsiteY99" fmla="*/ 2642910 h 6975464"/>
              <a:gd name="connsiteX100" fmla="*/ 1239839 w 42198532"/>
              <a:gd name="connsiteY100" fmla="*/ 2825856 h 6975464"/>
              <a:gd name="connsiteX101" fmla="*/ 1112069 w 42198532"/>
              <a:gd name="connsiteY101" fmla="*/ 2925215 h 6975464"/>
              <a:gd name="connsiteX102" fmla="*/ 746900 w 42198532"/>
              <a:gd name="connsiteY102" fmla="*/ 2647641 h 6975464"/>
              <a:gd name="connsiteX103" fmla="*/ 1013481 w 42198532"/>
              <a:gd name="connsiteY103" fmla="*/ 2440249 h 6975464"/>
              <a:gd name="connsiteX104" fmla="*/ 1006383 w 42198532"/>
              <a:gd name="connsiteY104" fmla="*/ 2427632 h 6975464"/>
              <a:gd name="connsiteX105" fmla="*/ 744534 w 42198532"/>
              <a:gd name="connsiteY105" fmla="*/ 2631081 h 6975464"/>
              <a:gd name="connsiteX106" fmla="*/ 744534 w 42198532"/>
              <a:gd name="connsiteY106" fmla="*/ 2284114 h 6975464"/>
              <a:gd name="connsiteX107" fmla="*/ 866783 w 42198532"/>
              <a:gd name="connsiteY107" fmla="*/ 2189486 h 6975464"/>
              <a:gd name="connsiteX108" fmla="*/ 860473 w 42198532"/>
              <a:gd name="connsiteY108" fmla="*/ 2178447 h 6975464"/>
              <a:gd name="connsiteX109" fmla="*/ 738225 w 42198532"/>
              <a:gd name="connsiteY109" fmla="*/ 2273074 h 6975464"/>
              <a:gd name="connsiteX110" fmla="*/ 373056 w 42198532"/>
              <a:gd name="connsiteY110" fmla="*/ 1995500 h 6975464"/>
              <a:gd name="connsiteX111" fmla="*/ 732704 w 42198532"/>
              <a:gd name="connsiteY111" fmla="*/ 1716349 h 6975464"/>
              <a:gd name="connsiteX112" fmla="*/ 1480393 w 42198532"/>
              <a:gd name="connsiteY112" fmla="*/ 1355976 h 6975464"/>
              <a:gd name="connsiteX113" fmla="*/ 1480393 w 42198532"/>
              <a:gd name="connsiteY113" fmla="*/ 1702944 h 6975464"/>
              <a:gd name="connsiteX114" fmla="*/ 1391269 w 42198532"/>
              <a:gd name="connsiteY114" fmla="*/ 1771549 h 6975464"/>
              <a:gd name="connsiteX115" fmla="*/ 1399156 w 42198532"/>
              <a:gd name="connsiteY115" fmla="*/ 1781800 h 6975464"/>
              <a:gd name="connsiteX116" fmla="*/ 1483547 w 42198532"/>
              <a:gd name="connsiteY116" fmla="*/ 1716349 h 6975464"/>
              <a:gd name="connsiteX117" fmla="*/ 1848716 w 42198532"/>
              <a:gd name="connsiteY117" fmla="*/ 1993923 h 6975464"/>
              <a:gd name="connsiteX118" fmla="*/ 1658639 w 42198532"/>
              <a:gd name="connsiteY118" fmla="*/ 2141384 h 6975464"/>
              <a:gd name="connsiteX119" fmla="*/ 1489068 w 42198532"/>
              <a:gd name="connsiteY119" fmla="*/ 2273074 h 6975464"/>
              <a:gd name="connsiteX120" fmla="*/ 1123900 w 42198532"/>
              <a:gd name="connsiteY120" fmla="*/ 1995500 h 6975464"/>
              <a:gd name="connsiteX121" fmla="*/ 1398368 w 42198532"/>
              <a:gd name="connsiteY121" fmla="*/ 1782588 h 6975464"/>
              <a:gd name="connsiteX122" fmla="*/ 1390481 w 42198532"/>
              <a:gd name="connsiteY122" fmla="*/ 1771549 h 6975464"/>
              <a:gd name="connsiteX123" fmla="*/ 1118379 w 42198532"/>
              <a:gd name="connsiteY123" fmla="*/ 1982883 h 6975464"/>
              <a:gd name="connsiteX124" fmla="*/ 1118379 w 42198532"/>
              <a:gd name="connsiteY124" fmla="*/ 1636704 h 6975464"/>
              <a:gd name="connsiteX125" fmla="*/ 1230374 w 42198532"/>
              <a:gd name="connsiteY125" fmla="*/ 1549963 h 6975464"/>
              <a:gd name="connsiteX126" fmla="*/ 1480393 w 42198532"/>
              <a:gd name="connsiteY126" fmla="*/ 1355976 h 6975464"/>
              <a:gd name="connsiteX127" fmla="*/ 1110492 w 42198532"/>
              <a:gd name="connsiteY127" fmla="*/ 1064997 h 6975464"/>
              <a:gd name="connsiteX128" fmla="*/ 1475660 w 42198532"/>
              <a:gd name="connsiteY128" fmla="*/ 1342571 h 6975464"/>
              <a:gd name="connsiteX129" fmla="*/ 1223276 w 42198532"/>
              <a:gd name="connsiteY129" fmla="*/ 1538923 h 6975464"/>
              <a:gd name="connsiteX130" fmla="*/ 1230374 w 42198532"/>
              <a:gd name="connsiteY130" fmla="*/ 1549963 h 6975464"/>
              <a:gd name="connsiteX131" fmla="*/ 1222487 w 42198532"/>
              <a:gd name="connsiteY131" fmla="*/ 1539711 h 6975464"/>
              <a:gd name="connsiteX132" fmla="*/ 1112069 w 42198532"/>
              <a:gd name="connsiteY132" fmla="*/ 1625665 h 6975464"/>
              <a:gd name="connsiteX133" fmla="*/ 746900 w 42198532"/>
              <a:gd name="connsiteY133" fmla="*/ 1348091 h 6975464"/>
              <a:gd name="connsiteX134" fmla="*/ 1110492 w 42198532"/>
              <a:gd name="connsiteY134" fmla="*/ 1064997 h 6975464"/>
              <a:gd name="connsiteX135" fmla="*/ 1488280 w 42198532"/>
              <a:gd name="connsiteY135" fmla="*/ 413645 h 6975464"/>
              <a:gd name="connsiteX136" fmla="*/ 1498533 w 42198532"/>
              <a:gd name="connsiteY136" fmla="*/ 421530 h 6975464"/>
              <a:gd name="connsiteX137" fmla="*/ 1853448 w 42198532"/>
              <a:gd name="connsiteY137" fmla="*/ 691218 h 6975464"/>
              <a:gd name="connsiteX138" fmla="*/ 1489068 w 42198532"/>
              <a:gd name="connsiteY138" fmla="*/ 973524 h 6975464"/>
              <a:gd name="connsiteX139" fmla="*/ 1123900 w 42198532"/>
              <a:gd name="connsiteY139" fmla="*/ 695950 h 6975464"/>
              <a:gd name="connsiteX140" fmla="*/ 1488280 w 42198532"/>
              <a:gd name="connsiteY140" fmla="*/ 413645 h 6975464"/>
              <a:gd name="connsiteX141" fmla="*/ 1493012 w 42198532"/>
              <a:gd name="connsiteY141" fmla="*/ 117464 h 6975464"/>
              <a:gd name="connsiteX142" fmla="*/ 42118086 w 42198532"/>
              <a:gd name="connsiteY142" fmla="*/ 0 h 6975464"/>
              <a:gd name="connsiteX143" fmla="*/ 42198532 w 42198532"/>
              <a:gd name="connsiteY143" fmla="*/ 6799268 h 6975464"/>
              <a:gd name="connsiteX144" fmla="*/ 843615 w 42198532"/>
              <a:gd name="connsiteY144" fmla="*/ 6975464 h 6975464"/>
              <a:gd name="connsiteX145" fmla="*/ 810785 w 42198532"/>
              <a:gd name="connsiteY145" fmla="*/ 6950504 h 6975464"/>
              <a:gd name="connsiteX146" fmla="*/ 746900 w 42198532"/>
              <a:gd name="connsiteY146" fmla="*/ 6901934 h 6975464"/>
              <a:gd name="connsiteX147" fmla="*/ 746900 w 42198532"/>
              <a:gd name="connsiteY147" fmla="*/ 6547081 h 6975464"/>
              <a:gd name="connsiteX148" fmla="*/ 1019002 w 42198532"/>
              <a:gd name="connsiteY148" fmla="*/ 6335746 h 6975464"/>
              <a:gd name="connsiteX149" fmla="*/ 1012693 w 42198532"/>
              <a:gd name="connsiteY149" fmla="*/ 6323918 h 6975464"/>
              <a:gd name="connsiteX150" fmla="*/ 1019791 w 42198532"/>
              <a:gd name="connsiteY150" fmla="*/ 6334957 h 6975464"/>
              <a:gd name="connsiteX151" fmla="*/ 1110492 w 42198532"/>
              <a:gd name="connsiteY151" fmla="*/ 6264775 h 6975464"/>
              <a:gd name="connsiteX152" fmla="*/ 1489068 w 42198532"/>
              <a:gd name="connsiteY152" fmla="*/ 6553389 h 6975464"/>
              <a:gd name="connsiteX153" fmla="*/ 1870800 w 42198532"/>
              <a:gd name="connsiteY153" fmla="*/ 6257678 h 6975464"/>
              <a:gd name="connsiteX154" fmla="*/ 1870800 w 42198532"/>
              <a:gd name="connsiteY154" fmla="*/ 6139394 h 6975464"/>
              <a:gd name="connsiteX155" fmla="*/ 1857392 w 42198532"/>
              <a:gd name="connsiteY155" fmla="*/ 6144914 h 6975464"/>
              <a:gd name="connsiteX156" fmla="*/ 1857392 w 42198532"/>
              <a:gd name="connsiteY156" fmla="*/ 6251370 h 6975464"/>
              <a:gd name="connsiteX157" fmla="*/ 1495378 w 42198532"/>
              <a:gd name="connsiteY157" fmla="*/ 6531309 h 6975464"/>
              <a:gd name="connsiteX158" fmla="*/ 1495378 w 42198532"/>
              <a:gd name="connsiteY158" fmla="*/ 6185131 h 6975464"/>
              <a:gd name="connsiteX159" fmla="*/ 1857392 w 42198532"/>
              <a:gd name="connsiteY159" fmla="*/ 5904403 h 6975464"/>
              <a:gd name="connsiteX160" fmla="*/ 1857392 w 42198532"/>
              <a:gd name="connsiteY160" fmla="*/ 6144125 h 6975464"/>
              <a:gd name="connsiteX161" fmla="*/ 1870800 w 42198532"/>
              <a:gd name="connsiteY161" fmla="*/ 6138605 h 6975464"/>
              <a:gd name="connsiteX162" fmla="*/ 1870800 w 42198532"/>
              <a:gd name="connsiteY162" fmla="*/ 5887843 h 6975464"/>
              <a:gd name="connsiteX163" fmla="*/ 1739875 w 42198532"/>
              <a:gd name="connsiteY163" fmla="*/ 5788484 h 6975464"/>
              <a:gd name="connsiteX164" fmla="*/ 1497744 w 42198532"/>
              <a:gd name="connsiteY164" fmla="*/ 5604749 h 6975464"/>
              <a:gd name="connsiteX165" fmla="*/ 1497744 w 42198532"/>
              <a:gd name="connsiteY165" fmla="*/ 5424957 h 6975464"/>
              <a:gd name="connsiteX166" fmla="*/ 1484336 w 42198532"/>
              <a:gd name="connsiteY166" fmla="*/ 5427322 h 6975464"/>
              <a:gd name="connsiteX167" fmla="*/ 1484336 w 42198532"/>
              <a:gd name="connsiteY167" fmla="*/ 5598440 h 6975464"/>
              <a:gd name="connsiteX168" fmla="*/ 1122322 w 42198532"/>
              <a:gd name="connsiteY168" fmla="*/ 5879169 h 6975464"/>
              <a:gd name="connsiteX169" fmla="*/ 1122322 w 42198532"/>
              <a:gd name="connsiteY169" fmla="*/ 5532990 h 6975464"/>
              <a:gd name="connsiteX170" fmla="*/ 1292682 w 42198532"/>
              <a:gd name="connsiteY170" fmla="*/ 5400511 h 6975464"/>
              <a:gd name="connsiteX171" fmla="*/ 1285583 w 42198532"/>
              <a:gd name="connsiteY171" fmla="*/ 5390260 h 6975464"/>
              <a:gd name="connsiteX172" fmla="*/ 1116013 w 42198532"/>
              <a:gd name="connsiteY172" fmla="*/ 5521161 h 6975464"/>
              <a:gd name="connsiteX173" fmla="*/ 750844 w 42198532"/>
              <a:gd name="connsiteY173" fmla="*/ 5243588 h 6975464"/>
              <a:gd name="connsiteX174" fmla="*/ 1025312 w 42198532"/>
              <a:gd name="connsiteY174" fmla="*/ 5030676 h 6975464"/>
              <a:gd name="connsiteX175" fmla="*/ 1110492 w 42198532"/>
              <a:gd name="connsiteY175" fmla="*/ 4965225 h 6975464"/>
              <a:gd name="connsiteX176" fmla="*/ 1475660 w 42198532"/>
              <a:gd name="connsiteY176" fmla="*/ 5242799 h 6975464"/>
              <a:gd name="connsiteX177" fmla="*/ 1285583 w 42198532"/>
              <a:gd name="connsiteY177" fmla="*/ 5389472 h 6975464"/>
              <a:gd name="connsiteX178" fmla="*/ 1293470 w 42198532"/>
              <a:gd name="connsiteY178" fmla="*/ 5400511 h 6975464"/>
              <a:gd name="connsiteX179" fmla="*/ 1484336 w 42198532"/>
              <a:gd name="connsiteY179" fmla="*/ 5252262 h 6975464"/>
              <a:gd name="connsiteX180" fmla="*/ 1484336 w 42198532"/>
              <a:gd name="connsiteY180" fmla="*/ 5426534 h 6975464"/>
              <a:gd name="connsiteX181" fmla="*/ 1497744 w 42198532"/>
              <a:gd name="connsiteY181" fmla="*/ 5424168 h 6975464"/>
              <a:gd name="connsiteX182" fmla="*/ 1497744 w 42198532"/>
              <a:gd name="connsiteY182" fmla="*/ 5246742 h 6975464"/>
              <a:gd name="connsiteX183" fmla="*/ 1513518 w 42198532"/>
              <a:gd name="connsiteY183" fmla="*/ 5234125 h 6975464"/>
              <a:gd name="connsiteX184" fmla="*/ 1513518 w 42198532"/>
              <a:gd name="connsiteY184" fmla="*/ 5217565 h 6975464"/>
              <a:gd name="connsiteX185" fmla="*/ 1495378 w 42198532"/>
              <a:gd name="connsiteY185" fmla="*/ 5231759 h 6975464"/>
              <a:gd name="connsiteX186" fmla="*/ 1495378 w 42198532"/>
              <a:gd name="connsiteY186" fmla="*/ 4885580 h 6975464"/>
              <a:gd name="connsiteX187" fmla="*/ 1513518 w 42198532"/>
              <a:gd name="connsiteY187" fmla="*/ 4871386 h 6975464"/>
              <a:gd name="connsiteX188" fmla="*/ 1513518 w 42198532"/>
              <a:gd name="connsiteY188" fmla="*/ 4854826 h 6975464"/>
              <a:gd name="connsiteX189" fmla="*/ 1489068 w 42198532"/>
              <a:gd name="connsiteY189" fmla="*/ 4873752 h 6975464"/>
              <a:gd name="connsiteX190" fmla="*/ 1123900 w 42198532"/>
              <a:gd name="connsiteY190" fmla="*/ 4596178 h 6975464"/>
              <a:gd name="connsiteX191" fmla="*/ 1488280 w 42198532"/>
              <a:gd name="connsiteY191" fmla="*/ 4313873 h 6975464"/>
              <a:gd name="connsiteX192" fmla="*/ 1853448 w 42198532"/>
              <a:gd name="connsiteY192" fmla="*/ 4591447 h 6975464"/>
              <a:gd name="connsiteX193" fmla="*/ 1514307 w 42198532"/>
              <a:gd name="connsiteY193" fmla="*/ 4854826 h 6975464"/>
              <a:gd name="connsiteX194" fmla="*/ 1514307 w 42198532"/>
              <a:gd name="connsiteY194" fmla="*/ 4870598 h 6975464"/>
              <a:gd name="connsiteX195" fmla="*/ 1857392 w 42198532"/>
              <a:gd name="connsiteY195" fmla="*/ 4604852 h 6975464"/>
              <a:gd name="connsiteX196" fmla="*/ 1857392 w 42198532"/>
              <a:gd name="connsiteY196" fmla="*/ 4951031 h 6975464"/>
              <a:gd name="connsiteX197" fmla="*/ 1514307 w 42198532"/>
              <a:gd name="connsiteY197" fmla="*/ 5217565 h 6975464"/>
              <a:gd name="connsiteX198" fmla="*/ 1514307 w 42198532"/>
              <a:gd name="connsiteY198" fmla="*/ 5234125 h 6975464"/>
              <a:gd name="connsiteX199" fmla="*/ 1870800 w 42198532"/>
              <a:gd name="connsiteY199" fmla="*/ 4957339 h 6975464"/>
              <a:gd name="connsiteX200" fmla="*/ 1870800 w 42198532"/>
              <a:gd name="connsiteY200" fmla="*/ 4588292 h 6975464"/>
              <a:gd name="connsiteX201" fmla="*/ 1497744 w 42198532"/>
              <a:gd name="connsiteY201" fmla="*/ 4304410 h 6975464"/>
              <a:gd name="connsiteX202" fmla="*/ 1497744 w 42198532"/>
              <a:gd name="connsiteY202" fmla="*/ 3956654 h 6975464"/>
              <a:gd name="connsiteX203" fmla="*/ 1484336 w 42198532"/>
              <a:gd name="connsiteY203" fmla="*/ 3966905 h 6975464"/>
              <a:gd name="connsiteX204" fmla="*/ 1484336 w 42198532"/>
              <a:gd name="connsiteY204" fmla="*/ 4299679 h 6975464"/>
              <a:gd name="connsiteX205" fmla="*/ 1122322 w 42198532"/>
              <a:gd name="connsiteY205" fmla="*/ 4579618 h 6975464"/>
              <a:gd name="connsiteX206" fmla="*/ 1122322 w 42198532"/>
              <a:gd name="connsiteY206" fmla="*/ 4233439 h 6975464"/>
              <a:gd name="connsiteX207" fmla="*/ 1484336 w 42198532"/>
              <a:gd name="connsiteY207" fmla="*/ 3952712 h 6975464"/>
              <a:gd name="connsiteX208" fmla="*/ 1484336 w 42198532"/>
              <a:gd name="connsiteY208" fmla="*/ 3966117 h 6975464"/>
              <a:gd name="connsiteX209" fmla="*/ 1497744 w 42198532"/>
              <a:gd name="connsiteY209" fmla="*/ 3955866 h 6975464"/>
              <a:gd name="connsiteX210" fmla="*/ 1497744 w 42198532"/>
              <a:gd name="connsiteY210" fmla="*/ 3936152 h 6975464"/>
              <a:gd name="connsiteX211" fmla="*/ 1136519 w 42198532"/>
              <a:gd name="connsiteY211" fmla="*/ 3661732 h 6975464"/>
              <a:gd name="connsiteX212" fmla="*/ 1125477 w 42198532"/>
              <a:gd name="connsiteY212" fmla="*/ 3669618 h 6975464"/>
              <a:gd name="connsiteX213" fmla="*/ 1135730 w 42198532"/>
              <a:gd name="connsiteY213" fmla="*/ 3660943 h 6975464"/>
              <a:gd name="connsiteX214" fmla="*/ 1119956 w 42198532"/>
              <a:gd name="connsiteY214" fmla="*/ 3649115 h 6975464"/>
              <a:gd name="connsiteX215" fmla="*/ 1119956 w 42198532"/>
              <a:gd name="connsiteY215" fmla="*/ 3637286 h 6975464"/>
              <a:gd name="connsiteX216" fmla="*/ 1106548 w 42198532"/>
              <a:gd name="connsiteY216" fmla="*/ 3637286 h 6975464"/>
              <a:gd name="connsiteX217" fmla="*/ 1106548 w 42198532"/>
              <a:gd name="connsiteY217" fmla="*/ 3649903 h 6975464"/>
              <a:gd name="connsiteX218" fmla="*/ 744534 w 42198532"/>
              <a:gd name="connsiteY218" fmla="*/ 3929843 h 6975464"/>
              <a:gd name="connsiteX219" fmla="*/ 744534 w 42198532"/>
              <a:gd name="connsiteY219" fmla="*/ 3612841 h 6975464"/>
              <a:gd name="connsiteX220" fmla="*/ 744534 w 42198532"/>
              <a:gd name="connsiteY220" fmla="*/ 3584453 h 6975464"/>
              <a:gd name="connsiteX221" fmla="*/ 1106548 w 42198532"/>
              <a:gd name="connsiteY221" fmla="*/ 3303725 h 6975464"/>
              <a:gd name="connsiteX222" fmla="*/ 1106548 w 42198532"/>
              <a:gd name="connsiteY222" fmla="*/ 3617573 h 6975464"/>
              <a:gd name="connsiteX223" fmla="*/ 1106548 w 42198532"/>
              <a:gd name="connsiteY223" fmla="*/ 3636498 h 6975464"/>
              <a:gd name="connsiteX224" fmla="*/ 1119956 w 42198532"/>
              <a:gd name="connsiteY224" fmla="*/ 3636498 h 6975464"/>
              <a:gd name="connsiteX225" fmla="*/ 1119956 w 42198532"/>
              <a:gd name="connsiteY225" fmla="*/ 3298205 h 6975464"/>
              <a:gd name="connsiteX226" fmla="*/ 1392847 w 42198532"/>
              <a:gd name="connsiteY226" fmla="*/ 3086870 h 6975464"/>
              <a:gd name="connsiteX227" fmla="*/ 1483547 w 42198532"/>
              <a:gd name="connsiteY227" fmla="*/ 3016688 h 6975464"/>
              <a:gd name="connsiteX228" fmla="*/ 1862913 w 42198532"/>
              <a:gd name="connsiteY228" fmla="*/ 3304513 h 6975464"/>
              <a:gd name="connsiteX229" fmla="*/ 2243855 w 42198532"/>
              <a:gd name="connsiteY229" fmla="*/ 3008803 h 6975464"/>
              <a:gd name="connsiteX230" fmla="*/ 2243855 w 42198532"/>
              <a:gd name="connsiteY230" fmla="*/ 2891307 h 6975464"/>
              <a:gd name="connsiteX231" fmla="*/ 2231236 w 42198532"/>
              <a:gd name="connsiteY231" fmla="*/ 2896827 h 6975464"/>
              <a:gd name="connsiteX232" fmla="*/ 2231236 w 42198532"/>
              <a:gd name="connsiteY232" fmla="*/ 3002494 h 6975464"/>
              <a:gd name="connsiteX233" fmla="*/ 1869222 w 42198532"/>
              <a:gd name="connsiteY233" fmla="*/ 3283222 h 6975464"/>
              <a:gd name="connsiteX234" fmla="*/ 1869222 w 42198532"/>
              <a:gd name="connsiteY234" fmla="*/ 2937043 h 6975464"/>
              <a:gd name="connsiteX235" fmla="*/ 2231236 w 42198532"/>
              <a:gd name="connsiteY235" fmla="*/ 2656315 h 6975464"/>
              <a:gd name="connsiteX236" fmla="*/ 2231236 w 42198532"/>
              <a:gd name="connsiteY236" fmla="*/ 2896038 h 6975464"/>
              <a:gd name="connsiteX237" fmla="*/ 2243855 w 42198532"/>
              <a:gd name="connsiteY237" fmla="*/ 2890518 h 6975464"/>
              <a:gd name="connsiteX238" fmla="*/ 2243855 w 42198532"/>
              <a:gd name="connsiteY238" fmla="*/ 2639755 h 6975464"/>
              <a:gd name="connsiteX239" fmla="*/ 2113720 w 42198532"/>
              <a:gd name="connsiteY239" fmla="*/ 2540397 h 6975464"/>
              <a:gd name="connsiteX240" fmla="*/ 2100312 w 42198532"/>
              <a:gd name="connsiteY240" fmla="*/ 2546705 h 6975464"/>
              <a:gd name="connsiteX241" fmla="*/ 2226503 w 42198532"/>
              <a:gd name="connsiteY241" fmla="*/ 2642910 h 6975464"/>
              <a:gd name="connsiteX242" fmla="*/ 1862124 w 42198532"/>
              <a:gd name="connsiteY242" fmla="*/ 2925215 h 6975464"/>
              <a:gd name="connsiteX243" fmla="*/ 1496955 w 42198532"/>
              <a:gd name="connsiteY243" fmla="*/ 2647641 h 6975464"/>
              <a:gd name="connsiteX244" fmla="*/ 1861335 w 42198532"/>
              <a:gd name="connsiteY244" fmla="*/ 2365336 h 6975464"/>
              <a:gd name="connsiteX245" fmla="*/ 2099523 w 42198532"/>
              <a:gd name="connsiteY245" fmla="*/ 2545916 h 6975464"/>
              <a:gd name="connsiteX246" fmla="*/ 2112931 w 42198532"/>
              <a:gd name="connsiteY246" fmla="*/ 2539608 h 6975464"/>
              <a:gd name="connsiteX247" fmla="*/ 1870800 w 42198532"/>
              <a:gd name="connsiteY247" fmla="*/ 2355873 h 6975464"/>
              <a:gd name="connsiteX248" fmla="*/ 1870800 w 42198532"/>
              <a:gd name="connsiteY248" fmla="*/ 2176869 h 6975464"/>
              <a:gd name="connsiteX249" fmla="*/ 1857392 w 42198532"/>
              <a:gd name="connsiteY249" fmla="*/ 2178447 h 6975464"/>
              <a:gd name="connsiteX250" fmla="*/ 1857392 w 42198532"/>
              <a:gd name="connsiteY250" fmla="*/ 2350353 h 6975464"/>
              <a:gd name="connsiteX251" fmla="*/ 1496167 w 42198532"/>
              <a:gd name="connsiteY251" fmla="*/ 2631081 h 6975464"/>
              <a:gd name="connsiteX252" fmla="*/ 1496167 w 42198532"/>
              <a:gd name="connsiteY252" fmla="*/ 2284114 h 6975464"/>
              <a:gd name="connsiteX253" fmla="*/ 1666526 w 42198532"/>
              <a:gd name="connsiteY253" fmla="*/ 2152424 h 6975464"/>
              <a:gd name="connsiteX254" fmla="*/ 1658639 w 42198532"/>
              <a:gd name="connsiteY254" fmla="*/ 2141384 h 6975464"/>
              <a:gd name="connsiteX255" fmla="*/ 1666526 w 42198532"/>
              <a:gd name="connsiteY255" fmla="*/ 2151636 h 6975464"/>
              <a:gd name="connsiteX256" fmla="*/ 1857392 w 42198532"/>
              <a:gd name="connsiteY256" fmla="*/ 2003386 h 6975464"/>
              <a:gd name="connsiteX257" fmla="*/ 1857392 w 42198532"/>
              <a:gd name="connsiteY257" fmla="*/ 2177658 h 6975464"/>
              <a:gd name="connsiteX258" fmla="*/ 1870800 w 42198532"/>
              <a:gd name="connsiteY258" fmla="*/ 2176081 h 6975464"/>
              <a:gd name="connsiteX259" fmla="*/ 1870800 w 42198532"/>
              <a:gd name="connsiteY259" fmla="*/ 1998654 h 6975464"/>
              <a:gd name="connsiteX260" fmla="*/ 1886574 w 42198532"/>
              <a:gd name="connsiteY260" fmla="*/ 1986037 h 6975464"/>
              <a:gd name="connsiteX261" fmla="*/ 1886574 w 42198532"/>
              <a:gd name="connsiteY261" fmla="*/ 1969478 h 6975464"/>
              <a:gd name="connsiteX262" fmla="*/ 1869222 w 42198532"/>
              <a:gd name="connsiteY262" fmla="*/ 1982883 h 6975464"/>
              <a:gd name="connsiteX263" fmla="*/ 1869222 w 42198532"/>
              <a:gd name="connsiteY263" fmla="*/ 1636704 h 6975464"/>
              <a:gd name="connsiteX264" fmla="*/ 1886574 w 42198532"/>
              <a:gd name="connsiteY264" fmla="*/ 1623299 h 6975464"/>
              <a:gd name="connsiteX265" fmla="*/ 1886574 w 42198532"/>
              <a:gd name="connsiteY265" fmla="*/ 1606739 h 6975464"/>
              <a:gd name="connsiteX266" fmla="*/ 1862124 w 42198532"/>
              <a:gd name="connsiteY266" fmla="*/ 1625665 h 6975464"/>
              <a:gd name="connsiteX267" fmla="*/ 1496955 w 42198532"/>
              <a:gd name="connsiteY267" fmla="*/ 1348091 h 6975464"/>
              <a:gd name="connsiteX268" fmla="*/ 1861335 w 42198532"/>
              <a:gd name="connsiteY268" fmla="*/ 1064997 h 6975464"/>
              <a:gd name="connsiteX269" fmla="*/ 2226503 w 42198532"/>
              <a:gd name="connsiteY269" fmla="*/ 1342571 h 6975464"/>
              <a:gd name="connsiteX270" fmla="*/ 1887362 w 42198532"/>
              <a:gd name="connsiteY270" fmla="*/ 1605951 h 6975464"/>
              <a:gd name="connsiteX271" fmla="*/ 1887362 w 42198532"/>
              <a:gd name="connsiteY271" fmla="*/ 1622510 h 6975464"/>
              <a:gd name="connsiteX272" fmla="*/ 2231236 w 42198532"/>
              <a:gd name="connsiteY272" fmla="*/ 1355976 h 6975464"/>
              <a:gd name="connsiteX273" fmla="*/ 2231236 w 42198532"/>
              <a:gd name="connsiteY273" fmla="*/ 1702944 h 6975464"/>
              <a:gd name="connsiteX274" fmla="*/ 1887362 w 42198532"/>
              <a:gd name="connsiteY274" fmla="*/ 1968689 h 6975464"/>
              <a:gd name="connsiteX275" fmla="*/ 1887362 w 42198532"/>
              <a:gd name="connsiteY275" fmla="*/ 1985249 h 6975464"/>
              <a:gd name="connsiteX276" fmla="*/ 2243855 w 42198532"/>
              <a:gd name="connsiteY276" fmla="*/ 1709252 h 6975464"/>
              <a:gd name="connsiteX277" fmla="*/ 2243855 w 42198532"/>
              <a:gd name="connsiteY277" fmla="*/ 1339416 h 6975464"/>
              <a:gd name="connsiteX278" fmla="*/ 1870800 w 42198532"/>
              <a:gd name="connsiteY278" fmla="*/ 1056323 h 6975464"/>
              <a:gd name="connsiteX279" fmla="*/ 1870800 w 42198532"/>
              <a:gd name="connsiteY279" fmla="*/ 707778 h 6975464"/>
              <a:gd name="connsiteX280" fmla="*/ 1857392 w 42198532"/>
              <a:gd name="connsiteY280" fmla="*/ 718030 h 6975464"/>
              <a:gd name="connsiteX281" fmla="*/ 1857392 w 42198532"/>
              <a:gd name="connsiteY281" fmla="*/ 1050803 h 6975464"/>
              <a:gd name="connsiteX282" fmla="*/ 1496167 w 42198532"/>
              <a:gd name="connsiteY282" fmla="*/ 1331531 h 6975464"/>
              <a:gd name="connsiteX283" fmla="*/ 1496167 w 42198532"/>
              <a:gd name="connsiteY283" fmla="*/ 985352 h 6975464"/>
              <a:gd name="connsiteX284" fmla="*/ 1857392 w 42198532"/>
              <a:gd name="connsiteY284" fmla="*/ 704624 h 6975464"/>
              <a:gd name="connsiteX285" fmla="*/ 1857392 w 42198532"/>
              <a:gd name="connsiteY285" fmla="*/ 717241 h 6975464"/>
              <a:gd name="connsiteX286" fmla="*/ 1870800 w 42198532"/>
              <a:gd name="connsiteY286" fmla="*/ 706990 h 6975464"/>
              <a:gd name="connsiteX287" fmla="*/ 1870800 w 42198532"/>
              <a:gd name="connsiteY287" fmla="*/ 688064 h 6975464"/>
              <a:gd name="connsiteX288" fmla="*/ 1509574 w 42198532"/>
              <a:gd name="connsiteY288" fmla="*/ 412856 h 6975464"/>
              <a:gd name="connsiteX289" fmla="*/ 1498533 w 42198532"/>
              <a:gd name="connsiteY289" fmla="*/ 421530 h 6975464"/>
              <a:gd name="connsiteX290" fmla="*/ 1508786 w 42198532"/>
              <a:gd name="connsiteY290" fmla="*/ 412856 h 6975464"/>
              <a:gd name="connsiteX291" fmla="*/ 1493012 w 42198532"/>
              <a:gd name="connsiteY291" fmla="*/ 401028 h 6975464"/>
              <a:gd name="connsiteX292" fmla="*/ 1493012 w 42198532"/>
              <a:gd name="connsiteY292" fmla="*/ 119417 h 6975464"/>
              <a:gd name="connsiteX293" fmla="*/ 1493012 w 42198532"/>
              <a:gd name="connsiteY293" fmla="*/ 117464 h 6975464"/>
              <a:gd name="connsiteX294" fmla="*/ 1398859 w 42198532"/>
              <a:gd name="connsiteY294" fmla="*/ 117464 h 6975464"/>
              <a:gd name="connsiteX295" fmla="*/ 1480393 w 42198532"/>
              <a:gd name="connsiteY295" fmla="*/ 117464 h 6975464"/>
              <a:gd name="connsiteX296" fmla="*/ 1480393 w 42198532"/>
              <a:gd name="connsiteY296" fmla="*/ 201868 h 6975464"/>
              <a:gd name="connsiteX297" fmla="*/ 1480393 w 42198532"/>
              <a:gd name="connsiteY297" fmla="*/ 401028 h 6975464"/>
              <a:gd name="connsiteX298" fmla="*/ 1118379 w 42198532"/>
              <a:gd name="connsiteY298" fmla="*/ 681756 h 6975464"/>
              <a:gd name="connsiteX299" fmla="*/ 1118379 w 42198532"/>
              <a:gd name="connsiteY299" fmla="*/ 335577 h 6975464"/>
              <a:gd name="connsiteX300" fmla="*/ 1379242 w 42198532"/>
              <a:gd name="connsiteY300" fmla="*/ 132719 h 6975464"/>
              <a:gd name="connsiteX301" fmla="*/ 1398859 w 42198532"/>
              <a:gd name="connsiteY301" fmla="*/ 117464 h 6975464"/>
              <a:gd name="connsiteX302" fmla="*/ 840168 w 42198532"/>
              <a:gd name="connsiteY302" fmla="*/ 117464 h 6975464"/>
              <a:gd name="connsiteX303" fmla="*/ 1377550 w 42198532"/>
              <a:gd name="connsiteY303" fmla="*/ 117464 h 6975464"/>
              <a:gd name="connsiteX304" fmla="*/ 1301753 w 42198532"/>
              <a:gd name="connsiteY304" fmla="*/ 176360 h 6975464"/>
              <a:gd name="connsiteX305" fmla="*/ 1112069 w 42198532"/>
              <a:gd name="connsiteY305" fmla="*/ 323748 h 6975464"/>
              <a:gd name="connsiteX306" fmla="*/ 857417 w 42198532"/>
              <a:gd name="connsiteY306" fmla="*/ 130551 h 6975464"/>
              <a:gd name="connsiteX307" fmla="*/ 840168 w 42198532"/>
              <a:gd name="connsiteY307" fmla="*/ 117464 h 6975464"/>
              <a:gd name="connsiteX0" fmla="*/ 738225 w 42198532"/>
              <a:gd name="connsiteY0" fmla="*/ 6911396 h 7004830"/>
              <a:gd name="connsiteX1" fmla="*/ 814828 w 42198532"/>
              <a:gd name="connsiteY1" fmla="*/ 6969750 h 7004830"/>
              <a:gd name="connsiteX2" fmla="*/ 822329 w 42198532"/>
              <a:gd name="connsiteY2" fmla="*/ 6975464 h 7004830"/>
              <a:gd name="connsiteX3" fmla="*/ 655724 w 42198532"/>
              <a:gd name="connsiteY3" fmla="*/ 6975464 h 7004830"/>
              <a:gd name="connsiteX4" fmla="*/ 656989 w 42198532"/>
              <a:gd name="connsiteY4" fmla="*/ 6974481 h 7004830"/>
              <a:gd name="connsiteX5" fmla="*/ 738225 w 42198532"/>
              <a:gd name="connsiteY5" fmla="*/ 6911396 h 7004830"/>
              <a:gd name="connsiteX6" fmla="*/ 733493 w 42198532"/>
              <a:gd name="connsiteY6" fmla="*/ 6551812 h 7004830"/>
              <a:gd name="connsiteX7" fmla="*/ 733493 w 42198532"/>
              <a:gd name="connsiteY7" fmla="*/ 6897991 h 7004830"/>
              <a:gd name="connsiteX8" fmla="*/ 639637 w 42198532"/>
              <a:gd name="connsiteY8" fmla="*/ 6970539 h 7004830"/>
              <a:gd name="connsiteX9" fmla="*/ 656989 w 42198532"/>
              <a:gd name="connsiteY9" fmla="*/ 6974481 h 7004830"/>
              <a:gd name="connsiteX10" fmla="*/ 638848 w 42198532"/>
              <a:gd name="connsiteY10" fmla="*/ 6971327 h 7004830"/>
              <a:gd name="connsiteX11" fmla="*/ 633515 w 42198532"/>
              <a:gd name="connsiteY11" fmla="*/ 6975464 h 7004830"/>
              <a:gd name="connsiteX12" fmla="*/ 371479 w 42198532"/>
              <a:gd name="connsiteY12" fmla="*/ 6975464 h 7004830"/>
              <a:gd name="connsiteX13" fmla="*/ 371479 w 42198532"/>
              <a:gd name="connsiteY13" fmla="*/ 6917056 h 7004830"/>
              <a:gd name="connsiteX14" fmla="*/ 371479 w 42198532"/>
              <a:gd name="connsiteY14" fmla="*/ 6832540 h 7004830"/>
              <a:gd name="connsiteX15" fmla="*/ 733493 w 42198532"/>
              <a:gd name="connsiteY15" fmla="*/ 6551812 h 7004830"/>
              <a:gd name="connsiteX16" fmla="*/ 1106548 w 42198532"/>
              <a:gd name="connsiteY16" fmla="*/ 5904403 h 7004830"/>
              <a:gd name="connsiteX17" fmla="*/ 1106548 w 42198532"/>
              <a:gd name="connsiteY17" fmla="*/ 6251370 h 7004830"/>
              <a:gd name="connsiteX18" fmla="*/ 1012693 w 42198532"/>
              <a:gd name="connsiteY18" fmla="*/ 6323918 h 7004830"/>
              <a:gd name="connsiteX19" fmla="*/ 744534 w 42198532"/>
              <a:gd name="connsiteY19" fmla="*/ 6531309 h 7004830"/>
              <a:gd name="connsiteX20" fmla="*/ 744534 w 42198532"/>
              <a:gd name="connsiteY20" fmla="*/ 6185131 h 7004830"/>
              <a:gd name="connsiteX21" fmla="*/ 873093 w 42198532"/>
              <a:gd name="connsiteY21" fmla="*/ 6085772 h 7004830"/>
              <a:gd name="connsiteX22" fmla="*/ 1106548 w 42198532"/>
              <a:gd name="connsiteY22" fmla="*/ 5904403 h 7004830"/>
              <a:gd name="connsiteX23" fmla="*/ 1739875 w 42198532"/>
              <a:gd name="connsiteY23" fmla="*/ 5788484 h 7004830"/>
              <a:gd name="connsiteX24" fmla="*/ 1726467 w 42198532"/>
              <a:gd name="connsiteY24" fmla="*/ 5794792 h 7004830"/>
              <a:gd name="connsiteX25" fmla="*/ 1739875 w 42198532"/>
              <a:gd name="connsiteY25" fmla="*/ 5788484 h 7004830"/>
              <a:gd name="connsiteX26" fmla="*/ 1488280 w 42198532"/>
              <a:gd name="connsiteY26" fmla="*/ 5613423 h 7004830"/>
              <a:gd name="connsiteX27" fmla="*/ 1726467 w 42198532"/>
              <a:gd name="connsiteY27" fmla="*/ 5794792 h 7004830"/>
              <a:gd name="connsiteX28" fmla="*/ 1853448 w 42198532"/>
              <a:gd name="connsiteY28" fmla="*/ 5890997 h 7004830"/>
              <a:gd name="connsiteX29" fmla="*/ 1489068 w 42198532"/>
              <a:gd name="connsiteY29" fmla="*/ 6174091 h 7004830"/>
              <a:gd name="connsiteX30" fmla="*/ 1123900 w 42198532"/>
              <a:gd name="connsiteY30" fmla="*/ 5896517 h 7004830"/>
              <a:gd name="connsiteX31" fmla="*/ 1488280 w 42198532"/>
              <a:gd name="connsiteY31" fmla="*/ 5613423 h 7004830"/>
              <a:gd name="connsiteX32" fmla="*/ 359648 w 42198532"/>
              <a:gd name="connsiteY32" fmla="*/ 4965225 h 7004830"/>
              <a:gd name="connsiteX33" fmla="*/ 724817 w 42198532"/>
              <a:gd name="connsiteY33" fmla="*/ 5242799 h 7004830"/>
              <a:gd name="connsiteX34" fmla="*/ 487418 w 42198532"/>
              <a:gd name="connsiteY34" fmla="*/ 5426534 h 7004830"/>
              <a:gd name="connsiteX35" fmla="*/ 493727 w 42198532"/>
              <a:gd name="connsiteY35" fmla="*/ 5437574 h 7004830"/>
              <a:gd name="connsiteX36" fmla="*/ 733493 w 42198532"/>
              <a:gd name="connsiteY36" fmla="*/ 5252262 h 7004830"/>
              <a:gd name="connsiteX37" fmla="*/ 733493 w 42198532"/>
              <a:gd name="connsiteY37" fmla="*/ 5598440 h 7004830"/>
              <a:gd name="connsiteX38" fmla="*/ 633328 w 42198532"/>
              <a:gd name="connsiteY38" fmla="*/ 5675720 h 7004830"/>
              <a:gd name="connsiteX39" fmla="*/ 641215 w 42198532"/>
              <a:gd name="connsiteY39" fmla="*/ 5688337 h 7004830"/>
              <a:gd name="connsiteX40" fmla="*/ 737436 w 42198532"/>
              <a:gd name="connsiteY40" fmla="*/ 5613423 h 7004830"/>
              <a:gd name="connsiteX41" fmla="*/ 1102605 w 42198532"/>
              <a:gd name="connsiteY41" fmla="*/ 5890997 h 7004830"/>
              <a:gd name="connsiteX42" fmla="*/ 866783 w 42198532"/>
              <a:gd name="connsiteY42" fmla="*/ 6073943 h 7004830"/>
              <a:gd name="connsiteX43" fmla="*/ 873093 w 42198532"/>
              <a:gd name="connsiteY43" fmla="*/ 6085772 h 7004830"/>
              <a:gd name="connsiteX44" fmla="*/ 865994 w 42198532"/>
              <a:gd name="connsiteY44" fmla="*/ 6074732 h 7004830"/>
              <a:gd name="connsiteX45" fmla="*/ 738225 w 42198532"/>
              <a:gd name="connsiteY45" fmla="*/ 6174091 h 7004830"/>
              <a:gd name="connsiteX46" fmla="*/ 373056 w 42198532"/>
              <a:gd name="connsiteY46" fmla="*/ 5896517 h 7004830"/>
              <a:gd name="connsiteX47" fmla="*/ 640426 w 42198532"/>
              <a:gd name="connsiteY47" fmla="*/ 5689125 h 7004830"/>
              <a:gd name="connsiteX48" fmla="*/ 633328 w 42198532"/>
              <a:gd name="connsiteY48" fmla="*/ 5676508 h 7004830"/>
              <a:gd name="connsiteX49" fmla="*/ 371479 w 42198532"/>
              <a:gd name="connsiteY49" fmla="*/ 5879169 h 7004830"/>
              <a:gd name="connsiteX50" fmla="*/ 371479 w 42198532"/>
              <a:gd name="connsiteY50" fmla="*/ 5532990 h 7004830"/>
              <a:gd name="connsiteX51" fmla="*/ 493727 w 42198532"/>
              <a:gd name="connsiteY51" fmla="*/ 5438362 h 7004830"/>
              <a:gd name="connsiteX52" fmla="*/ 486629 w 42198532"/>
              <a:gd name="connsiteY52" fmla="*/ 5426534 h 7004830"/>
              <a:gd name="connsiteX53" fmla="*/ 365169 w 42198532"/>
              <a:gd name="connsiteY53" fmla="*/ 5521161 h 7004830"/>
              <a:gd name="connsiteX54" fmla="*/ 0 w 42198532"/>
              <a:gd name="connsiteY54" fmla="*/ 5243588 h 7004830"/>
              <a:gd name="connsiteX55" fmla="*/ 359648 w 42198532"/>
              <a:gd name="connsiteY55" fmla="*/ 4965225 h 7004830"/>
              <a:gd name="connsiteX56" fmla="*/ 1106548 w 42198532"/>
              <a:gd name="connsiteY56" fmla="*/ 4604852 h 7004830"/>
              <a:gd name="connsiteX57" fmla="*/ 1106548 w 42198532"/>
              <a:gd name="connsiteY57" fmla="*/ 4951031 h 7004830"/>
              <a:gd name="connsiteX58" fmla="*/ 1018214 w 42198532"/>
              <a:gd name="connsiteY58" fmla="*/ 5019636 h 7004830"/>
              <a:gd name="connsiteX59" fmla="*/ 1025312 w 42198532"/>
              <a:gd name="connsiteY59" fmla="*/ 5030676 h 7004830"/>
              <a:gd name="connsiteX60" fmla="*/ 1017425 w 42198532"/>
              <a:gd name="connsiteY60" fmla="*/ 5020424 h 7004830"/>
              <a:gd name="connsiteX61" fmla="*/ 744534 w 42198532"/>
              <a:gd name="connsiteY61" fmla="*/ 5231759 h 7004830"/>
              <a:gd name="connsiteX62" fmla="*/ 744534 w 42198532"/>
              <a:gd name="connsiteY62" fmla="*/ 4885580 h 7004830"/>
              <a:gd name="connsiteX63" fmla="*/ 856530 w 42198532"/>
              <a:gd name="connsiteY63" fmla="*/ 4798050 h 7004830"/>
              <a:gd name="connsiteX64" fmla="*/ 849432 w 42198532"/>
              <a:gd name="connsiteY64" fmla="*/ 4787799 h 7004830"/>
              <a:gd name="connsiteX65" fmla="*/ 857319 w 42198532"/>
              <a:gd name="connsiteY65" fmla="*/ 4798050 h 7004830"/>
              <a:gd name="connsiteX66" fmla="*/ 1106548 w 42198532"/>
              <a:gd name="connsiteY66" fmla="*/ 4604852 h 7004830"/>
              <a:gd name="connsiteX67" fmla="*/ 737436 w 42198532"/>
              <a:gd name="connsiteY67" fmla="*/ 4313873 h 7004830"/>
              <a:gd name="connsiteX68" fmla="*/ 1102605 w 42198532"/>
              <a:gd name="connsiteY68" fmla="*/ 4591447 h 7004830"/>
              <a:gd name="connsiteX69" fmla="*/ 849432 w 42198532"/>
              <a:gd name="connsiteY69" fmla="*/ 4787799 h 7004830"/>
              <a:gd name="connsiteX70" fmla="*/ 738225 w 42198532"/>
              <a:gd name="connsiteY70" fmla="*/ 4873752 h 7004830"/>
              <a:gd name="connsiteX71" fmla="*/ 373056 w 42198532"/>
              <a:gd name="connsiteY71" fmla="*/ 4596178 h 7004830"/>
              <a:gd name="connsiteX72" fmla="*/ 737436 w 42198532"/>
              <a:gd name="connsiteY72" fmla="*/ 4313873 h 7004830"/>
              <a:gd name="connsiteX73" fmla="*/ 1115224 w 42198532"/>
              <a:gd name="connsiteY73" fmla="*/ 3661732 h 7004830"/>
              <a:gd name="connsiteX74" fmla="*/ 1125477 w 42198532"/>
              <a:gd name="connsiteY74" fmla="*/ 3669618 h 7004830"/>
              <a:gd name="connsiteX75" fmla="*/ 1480393 w 42198532"/>
              <a:gd name="connsiteY75" fmla="*/ 3939306 h 7004830"/>
              <a:gd name="connsiteX76" fmla="*/ 1116013 w 42198532"/>
              <a:gd name="connsiteY76" fmla="*/ 4222399 h 7004830"/>
              <a:gd name="connsiteX77" fmla="*/ 750844 w 42198532"/>
              <a:gd name="connsiteY77" fmla="*/ 3944037 h 7004830"/>
              <a:gd name="connsiteX78" fmla="*/ 1115224 w 42198532"/>
              <a:gd name="connsiteY78" fmla="*/ 3661732 h 7004830"/>
              <a:gd name="connsiteX79" fmla="*/ 1480393 w 42198532"/>
              <a:gd name="connsiteY79" fmla="*/ 2656315 h 7004830"/>
              <a:gd name="connsiteX80" fmla="*/ 1480393 w 42198532"/>
              <a:gd name="connsiteY80" fmla="*/ 3002494 h 7004830"/>
              <a:gd name="connsiteX81" fmla="*/ 1386537 w 42198532"/>
              <a:gd name="connsiteY81" fmla="*/ 3075042 h 7004830"/>
              <a:gd name="connsiteX82" fmla="*/ 1392847 w 42198532"/>
              <a:gd name="connsiteY82" fmla="*/ 3086870 h 7004830"/>
              <a:gd name="connsiteX83" fmla="*/ 1385748 w 42198532"/>
              <a:gd name="connsiteY83" fmla="*/ 3075830 h 7004830"/>
              <a:gd name="connsiteX84" fmla="*/ 1118379 w 42198532"/>
              <a:gd name="connsiteY84" fmla="*/ 3283222 h 7004830"/>
              <a:gd name="connsiteX85" fmla="*/ 1118379 w 42198532"/>
              <a:gd name="connsiteY85" fmla="*/ 2937043 h 7004830"/>
              <a:gd name="connsiteX86" fmla="*/ 1246148 w 42198532"/>
              <a:gd name="connsiteY86" fmla="*/ 2837685 h 7004830"/>
              <a:gd name="connsiteX87" fmla="*/ 1239839 w 42198532"/>
              <a:gd name="connsiteY87" fmla="*/ 2825856 h 7004830"/>
              <a:gd name="connsiteX88" fmla="*/ 1246937 w 42198532"/>
              <a:gd name="connsiteY88" fmla="*/ 2836896 h 7004830"/>
              <a:gd name="connsiteX89" fmla="*/ 1480393 w 42198532"/>
              <a:gd name="connsiteY89" fmla="*/ 2656315 h 7004830"/>
              <a:gd name="connsiteX90" fmla="*/ 732704 w 42198532"/>
              <a:gd name="connsiteY90" fmla="*/ 1716349 h 7004830"/>
              <a:gd name="connsiteX91" fmla="*/ 1097873 w 42198532"/>
              <a:gd name="connsiteY91" fmla="*/ 1993923 h 7004830"/>
              <a:gd name="connsiteX92" fmla="*/ 860473 w 42198532"/>
              <a:gd name="connsiteY92" fmla="*/ 2177658 h 7004830"/>
              <a:gd name="connsiteX93" fmla="*/ 867572 w 42198532"/>
              <a:gd name="connsiteY93" fmla="*/ 2189486 h 7004830"/>
              <a:gd name="connsiteX94" fmla="*/ 1106548 w 42198532"/>
              <a:gd name="connsiteY94" fmla="*/ 2003386 h 7004830"/>
              <a:gd name="connsiteX95" fmla="*/ 1106548 w 42198532"/>
              <a:gd name="connsiteY95" fmla="*/ 2350353 h 7004830"/>
              <a:gd name="connsiteX96" fmla="*/ 1007172 w 42198532"/>
              <a:gd name="connsiteY96" fmla="*/ 2427632 h 7004830"/>
              <a:gd name="connsiteX97" fmla="*/ 1014270 w 42198532"/>
              <a:gd name="connsiteY97" fmla="*/ 2440249 h 7004830"/>
              <a:gd name="connsiteX98" fmla="*/ 1110492 w 42198532"/>
              <a:gd name="connsiteY98" fmla="*/ 2365336 h 7004830"/>
              <a:gd name="connsiteX99" fmla="*/ 1475660 w 42198532"/>
              <a:gd name="connsiteY99" fmla="*/ 2642910 h 7004830"/>
              <a:gd name="connsiteX100" fmla="*/ 1239839 w 42198532"/>
              <a:gd name="connsiteY100" fmla="*/ 2825856 h 7004830"/>
              <a:gd name="connsiteX101" fmla="*/ 1112069 w 42198532"/>
              <a:gd name="connsiteY101" fmla="*/ 2925215 h 7004830"/>
              <a:gd name="connsiteX102" fmla="*/ 746900 w 42198532"/>
              <a:gd name="connsiteY102" fmla="*/ 2647641 h 7004830"/>
              <a:gd name="connsiteX103" fmla="*/ 1013481 w 42198532"/>
              <a:gd name="connsiteY103" fmla="*/ 2440249 h 7004830"/>
              <a:gd name="connsiteX104" fmla="*/ 1006383 w 42198532"/>
              <a:gd name="connsiteY104" fmla="*/ 2427632 h 7004830"/>
              <a:gd name="connsiteX105" fmla="*/ 744534 w 42198532"/>
              <a:gd name="connsiteY105" fmla="*/ 2631081 h 7004830"/>
              <a:gd name="connsiteX106" fmla="*/ 744534 w 42198532"/>
              <a:gd name="connsiteY106" fmla="*/ 2284114 h 7004830"/>
              <a:gd name="connsiteX107" fmla="*/ 866783 w 42198532"/>
              <a:gd name="connsiteY107" fmla="*/ 2189486 h 7004830"/>
              <a:gd name="connsiteX108" fmla="*/ 860473 w 42198532"/>
              <a:gd name="connsiteY108" fmla="*/ 2178447 h 7004830"/>
              <a:gd name="connsiteX109" fmla="*/ 738225 w 42198532"/>
              <a:gd name="connsiteY109" fmla="*/ 2273074 h 7004830"/>
              <a:gd name="connsiteX110" fmla="*/ 373056 w 42198532"/>
              <a:gd name="connsiteY110" fmla="*/ 1995500 h 7004830"/>
              <a:gd name="connsiteX111" fmla="*/ 732704 w 42198532"/>
              <a:gd name="connsiteY111" fmla="*/ 1716349 h 7004830"/>
              <a:gd name="connsiteX112" fmla="*/ 1480393 w 42198532"/>
              <a:gd name="connsiteY112" fmla="*/ 1355976 h 7004830"/>
              <a:gd name="connsiteX113" fmla="*/ 1480393 w 42198532"/>
              <a:gd name="connsiteY113" fmla="*/ 1702944 h 7004830"/>
              <a:gd name="connsiteX114" fmla="*/ 1391269 w 42198532"/>
              <a:gd name="connsiteY114" fmla="*/ 1771549 h 7004830"/>
              <a:gd name="connsiteX115" fmla="*/ 1399156 w 42198532"/>
              <a:gd name="connsiteY115" fmla="*/ 1781800 h 7004830"/>
              <a:gd name="connsiteX116" fmla="*/ 1483547 w 42198532"/>
              <a:gd name="connsiteY116" fmla="*/ 1716349 h 7004830"/>
              <a:gd name="connsiteX117" fmla="*/ 1848716 w 42198532"/>
              <a:gd name="connsiteY117" fmla="*/ 1993923 h 7004830"/>
              <a:gd name="connsiteX118" fmla="*/ 1658639 w 42198532"/>
              <a:gd name="connsiteY118" fmla="*/ 2141384 h 7004830"/>
              <a:gd name="connsiteX119" fmla="*/ 1489068 w 42198532"/>
              <a:gd name="connsiteY119" fmla="*/ 2273074 h 7004830"/>
              <a:gd name="connsiteX120" fmla="*/ 1123900 w 42198532"/>
              <a:gd name="connsiteY120" fmla="*/ 1995500 h 7004830"/>
              <a:gd name="connsiteX121" fmla="*/ 1398368 w 42198532"/>
              <a:gd name="connsiteY121" fmla="*/ 1782588 h 7004830"/>
              <a:gd name="connsiteX122" fmla="*/ 1390481 w 42198532"/>
              <a:gd name="connsiteY122" fmla="*/ 1771549 h 7004830"/>
              <a:gd name="connsiteX123" fmla="*/ 1118379 w 42198532"/>
              <a:gd name="connsiteY123" fmla="*/ 1982883 h 7004830"/>
              <a:gd name="connsiteX124" fmla="*/ 1118379 w 42198532"/>
              <a:gd name="connsiteY124" fmla="*/ 1636704 h 7004830"/>
              <a:gd name="connsiteX125" fmla="*/ 1230374 w 42198532"/>
              <a:gd name="connsiteY125" fmla="*/ 1549963 h 7004830"/>
              <a:gd name="connsiteX126" fmla="*/ 1480393 w 42198532"/>
              <a:gd name="connsiteY126" fmla="*/ 1355976 h 7004830"/>
              <a:gd name="connsiteX127" fmla="*/ 1110492 w 42198532"/>
              <a:gd name="connsiteY127" fmla="*/ 1064997 h 7004830"/>
              <a:gd name="connsiteX128" fmla="*/ 1475660 w 42198532"/>
              <a:gd name="connsiteY128" fmla="*/ 1342571 h 7004830"/>
              <a:gd name="connsiteX129" fmla="*/ 1223276 w 42198532"/>
              <a:gd name="connsiteY129" fmla="*/ 1538923 h 7004830"/>
              <a:gd name="connsiteX130" fmla="*/ 1230374 w 42198532"/>
              <a:gd name="connsiteY130" fmla="*/ 1549963 h 7004830"/>
              <a:gd name="connsiteX131" fmla="*/ 1222487 w 42198532"/>
              <a:gd name="connsiteY131" fmla="*/ 1539711 h 7004830"/>
              <a:gd name="connsiteX132" fmla="*/ 1112069 w 42198532"/>
              <a:gd name="connsiteY132" fmla="*/ 1625665 h 7004830"/>
              <a:gd name="connsiteX133" fmla="*/ 746900 w 42198532"/>
              <a:gd name="connsiteY133" fmla="*/ 1348091 h 7004830"/>
              <a:gd name="connsiteX134" fmla="*/ 1110492 w 42198532"/>
              <a:gd name="connsiteY134" fmla="*/ 1064997 h 7004830"/>
              <a:gd name="connsiteX135" fmla="*/ 1488280 w 42198532"/>
              <a:gd name="connsiteY135" fmla="*/ 413645 h 7004830"/>
              <a:gd name="connsiteX136" fmla="*/ 1498533 w 42198532"/>
              <a:gd name="connsiteY136" fmla="*/ 421530 h 7004830"/>
              <a:gd name="connsiteX137" fmla="*/ 1853448 w 42198532"/>
              <a:gd name="connsiteY137" fmla="*/ 691218 h 7004830"/>
              <a:gd name="connsiteX138" fmla="*/ 1489068 w 42198532"/>
              <a:gd name="connsiteY138" fmla="*/ 973524 h 7004830"/>
              <a:gd name="connsiteX139" fmla="*/ 1123900 w 42198532"/>
              <a:gd name="connsiteY139" fmla="*/ 695950 h 7004830"/>
              <a:gd name="connsiteX140" fmla="*/ 1488280 w 42198532"/>
              <a:gd name="connsiteY140" fmla="*/ 413645 h 7004830"/>
              <a:gd name="connsiteX141" fmla="*/ 1493012 w 42198532"/>
              <a:gd name="connsiteY141" fmla="*/ 117464 h 7004830"/>
              <a:gd name="connsiteX142" fmla="*/ 42118086 w 42198532"/>
              <a:gd name="connsiteY142" fmla="*/ 0 h 7004830"/>
              <a:gd name="connsiteX143" fmla="*/ 42198532 w 42198532"/>
              <a:gd name="connsiteY143" fmla="*/ 7004830 h 7004830"/>
              <a:gd name="connsiteX144" fmla="*/ 843615 w 42198532"/>
              <a:gd name="connsiteY144" fmla="*/ 6975464 h 7004830"/>
              <a:gd name="connsiteX145" fmla="*/ 810785 w 42198532"/>
              <a:gd name="connsiteY145" fmla="*/ 6950504 h 7004830"/>
              <a:gd name="connsiteX146" fmla="*/ 746900 w 42198532"/>
              <a:gd name="connsiteY146" fmla="*/ 6901934 h 7004830"/>
              <a:gd name="connsiteX147" fmla="*/ 746900 w 42198532"/>
              <a:gd name="connsiteY147" fmla="*/ 6547081 h 7004830"/>
              <a:gd name="connsiteX148" fmla="*/ 1019002 w 42198532"/>
              <a:gd name="connsiteY148" fmla="*/ 6335746 h 7004830"/>
              <a:gd name="connsiteX149" fmla="*/ 1012693 w 42198532"/>
              <a:gd name="connsiteY149" fmla="*/ 6323918 h 7004830"/>
              <a:gd name="connsiteX150" fmla="*/ 1019791 w 42198532"/>
              <a:gd name="connsiteY150" fmla="*/ 6334957 h 7004830"/>
              <a:gd name="connsiteX151" fmla="*/ 1110492 w 42198532"/>
              <a:gd name="connsiteY151" fmla="*/ 6264775 h 7004830"/>
              <a:gd name="connsiteX152" fmla="*/ 1489068 w 42198532"/>
              <a:gd name="connsiteY152" fmla="*/ 6553389 h 7004830"/>
              <a:gd name="connsiteX153" fmla="*/ 1870800 w 42198532"/>
              <a:gd name="connsiteY153" fmla="*/ 6257678 h 7004830"/>
              <a:gd name="connsiteX154" fmla="*/ 1870800 w 42198532"/>
              <a:gd name="connsiteY154" fmla="*/ 6139394 h 7004830"/>
              <a:gd name="connsiteX155" fmla="*/ 1857392 w 42198532"/>
              <a:gd name="connsiteY155" fmla="*/ 6144914 h 7004830"/>
              <a:gd name="connsiteX156" fmla="*/ 1857392 w 42198532"/>
              <a:gd name="connsiteY156" fmla="*/ 6251370 h 7004830"/>
              <a:gd name="connsiteX157" fmla="*/ 1495378 w 42198532"/>
              <a:gd name="connsiteY157" fmla="*/ 6531309 h 7004830"/>
              <a:gd name="connsiteX158" fmla="*/ 1495378 w 42198532"/>
              <a:gd name="connsiteY158" fmla="*/ 6185131 h 7004830"/>
              <a:gd name="connsiteX159" fmla="*/ 1857392 w 42198532"/>
              <a:gd name="connsiteY159" fmla="*/ 5904403 h 7004830"/>
              <a:gd name="connsiteX160" fmla="*/ 1857392 w 42198532"/>
              <a:gd name="connsiteY160" fmla="*/ 6144125 h 7004830"/>
              <a:gd name="connsiteX161" fmla="*/ 1870800 w 42198532"/>
              <a:gd name="connsiteY161" fmla="*/ 6138605 h 7004830"/>
              <a:gd name="connsiteX162" fmla="*/ 1870800 w 42198532"/>
              <a:gd name="connsiteY162" fmla="*/ 5887843 h 7004830"/>
              <a:gd name="connsiteX163" fmla="*/ 1739875 w 42198532"/>
              <a:gd name="connsiteY163" fmla="*/ 5788484 h 7004830"/>
              <a:gd name="connsiteX164" fmla="*/ 1497744 w 42198532"/>
              <a:gd name="connsiteY164" fmla="*/ 5604749 h 7004830"/>
              <a:gd name="connsiteX165" fmla="*/ 1497744 w 42198532"/>
              <a:gd name="connsiteY165" fmla="*/ 5424957 h 7004830"/>
              <a:gd name="connsiteX166" fmla="*/ 1484336 w 42198532"/>
              <a:gd name="connsiteY166" fmla="*/ 5427322 h 7004830"/>
              <a:gd name="connsiteX167" fmla="*/ 1484336 w 42198532"/>
              <a:gd name="connsiteY167" fmla="*/ 5598440 h 7004830"/>
              <a:gd name="connsiteX168" fmla="*/ 1122322 w 42198532"/>
              <a:gd name="connsiteY168" fmla="*/ 5879169 h 7004830"/>
              <a:gd name="connsiteX169" fmla="*/ 1122322 w 42198532"/>
              <a:gd name="connsiteY169" fmla="*/ 5532990 h 7004830"/>
              <a:gd name="connsiteX170" fmla="*/ 1292682 w 42198532"/>
              <a:gd name="connsiteY170" fmla="*/ 5400511 h 7004830"/>
              <a:gd name="connsiteX171" fmla="*/ 1285583 w 42198532"/>
              <a:gd name="connsiteY171" fmla="*/ 5390260 h 7004830"/>
              <a:gd name="connsiteX172" fmla="*/ 1116013 w 42198532"/>
              <a:gd name="connsiteY172" fmla="*/ 5521161 h 7004830"/>
              <a:gd name="connsiteX173" fmla="*/ 750844 w 42198532"/>
              <a:gd name="connsiteY173" fmla="*/ 5243588 h 7004830"/>
              <a:gd name="connsiteX174" fmla="*/ 1025312 w 42198532"/>
              <a:gd name="connsiteY174" fmla="*/ 5030676 h 7004830"/>
              <a:gd name="connsiteX175" fmla="*/ 1110492 w 42198532"/>
              <a:gd name="connsiteY175" fmla="*/ 4965225 h 7004830"/>
              <a:gd name="connsiteX176" fmla="*/ 1475660 w 42198532"/>
              <a:gd name="connsiteY176" fmla="*/ 5242799 h 7004830"/>
              <a:gd name="connsiteX177" fmla="*/ 1285583 w 42198532"/>
              <a:gd name="connsiteY177" fmla="*/ 5389472 h 7004830"/>
              <a:gd name="connsiteX178" fmla="*/ 1293470 w 42198532"/>
              <a:gd name="connsiteY178" fmla="*/ 5400511 h 7004830"/>
              <a:gd name="connsiteX179" fmla="*/ 1484336 w 42198532"/>
              <a:gd name="connsiteY179" fmla="*/ 5252262 h 7004830"/>
              <a:gd name="connsiteX180" fmla="*/ 1484336 w 42198532"/>
              <a:gd name="connsiteY180" fmla="*/ 5426534 h 7004830"/>
              <a:gd name="connsiteX181" fmla="*/ 1497744 w 42198532"/>
              <a:gd name="connsiteY181" fmla="*/ 5424168 h 7004830"/>
              <a:gd name="connsiteX182" fmla="*/ 1497744 w 42198532"/>
              <a:gd name="connsiteY182" fmla="*/ 5246742 h 7004830"/>
              <a:gd name="connsiteX183" fmla="*/ 1513518 w 42198532"/>
              <a:gd name="connsiteY183" fmla="*/ 5234125 h 7004830"/>
              <a:gd name="connsiteX184" fmla="*/ 1513518 w 42198532"/>
              <a:gd name="connsiteY184" fmla="*/ 5217565 h 7004830"/>
              <a:gd name="connsiteX185" fmla="*/ 1495378 w 42198532"/>
              <a:gd name="connsiteY185" fmla="*/ 5231759 h 7004830"/>
              <a:gd name="connsiteX186" fmla="*/ 1495378 w 42198532"/>
              <a:gd name="connsiteY186" fmla="*/ 4885580 h 7004830"/>
              <a:gd name="connsiteX187" fmla="*/ 1513518 w 42198532"/>
              <a:gd name="connsiteY187" fmla="*/ 4871386 h 7004830"/>
              <a:gd name="connsiteX188" fmla="*/ 1513518 w 42198532"/>
              <a:gd name="connsiteY188" fmla="*/ 4854826 h 7004830"/>
              <a:gd name="connsiteX189" fmla="*/ 1489068 w 42198532"/>
              <a:gd name="connsiteY189" fmla="*/ 4873752 h 7004830"/>
              <a:gd name="connsiteX190" fmla="*/ 1123900 w 42198532"/>
              <a:gd name="connsiteY190" fmla="*/ 4596178 h 7004830"/>
              <a:gd name="connsiteX191" fmla="*/ 1488280 w 42198532"/>
              <a:gd name="connsiteY191" fmla="*/ 4313873 h 7004830"/>
              <a:gd name="connsiteX192" fmla="*/ 1853448 w 42198532"/>
              <a:gd name="connsiteY192" fmla="*/ 4591447 h 7004830"/>
              <a:gd name="connsiteX193" fmla="*/ 1514307 w 42198532"/>
              <a:gd name="connsiteY193" fmla="*/ 4854826 h 7004830"/>
              <a:gd name="connsiteX194" fmla="*/ 1514307 w 42198532"/>
              <a:gd name="connsiteY194" fmla="*/ 4870598 h 7004830"/>
              <a:gd name="connsiteX195" fmla="*/ 1857392 w 42198532"/>
              <a:gd name="connsiteY195" fmla="*/ 4604852 h 7004830"/>
              <a:gd name="connsiteX196" fmla="*/ 1857392 w 42198532"/>
              <a:gd name="connsiteY196" fmla="*/ 4951031 h 7004830"/>
              <a:gd name="connsiteX197" fmla="*/ 1514307 w 42198532"/>
              <a:gd name="connsiteY197" fmla="*/ 5217565 h 7004830"/>
              <a:gd name="connsiteX198" fmla="*/ 1514307 w 42198532"/>
              <a:gd name="connsiteY198" fmla="*/ 5234125 h 7004830"/>
              <a:gd name="connsiteX199" fmla="*/ 1870800 w 42198532"/>
              <a:gd name="connsiteY199" fmla="*/ 4957339 h 7004830"/>
              <a:gd name="connsiteX200" fmla="*/ 1870800 w 42198532"/>
              <a:gd name="connsiteY200" fmla="*/ 4588292 h 7004830"/>
              <a:gd name="connsiteX201" fmla="*/ 1497744 w 42198532"/>
              <a:gd name="connsiteY201" fmla="*/ 4304410 h 7004830"/>
              <a:gd name="connsiteX202" fmla="*/ 1497744 w 42198532"/>
              <a:gd name="connsiteY202" fmla="*/ 3956654 h 7004830"/>
              <a:gd name="connsiteX203" fmla="*/ 1484336 w 42198532"/>
              <a:gd name="connsiteY203" fmla="*/ 3966905 h 7004830"/>
              <a:gd name="connsiteX204" fmla="*/ 1484336 w 42198532"/>
              <a:gd name="connsiteY204" fmla="*/ 4299679 h 7004830"/>
              <a:gd name="connsiteX205" fmla="*/ 1122322 w 42198532"/>
              <a:gd name="connsiteY205" fmla="*/ 4579618 h 7004830"/>
              <a:gd name="connsiteX206" fmla="*/ 1122322 w 42198532"/>
              <a:gd name="connsiteY206" fmla="*/ 4233439 h 7004830"/>
              <a:gd name="connsiteX207" fmla="*/ 1484336 w 42198532"/>
              <a:gd name="connsiteY207" fmla="*/ 3952712 h 7004830"/>
              <a:gd name="connsiteX208" fmla="*/ 1484336 w 42198532"/>
              <a:gd name="connsiteY208" fmla="*/ 3966117 h 7004830"/>
              <a:gd name="connsiteX209" fmla="*/ 1497744 w 42198532"/>
              <a:gd name="connsiteY209" fmla="*/ 3955866 h 7004830"/>
              <a:gd name="connsiteX210" fmla="*/ 1497744 w 42198532"/>
              <a:gd name="connsiteY210" fmla="*/ 3936152 h 7004830"/>
              <a:gd name="connsiteX211" fmla="*/ 1136519 w 42198532"/>
              <a:gd name="connsiteY211" fmla="*/ 3661732 h 7004830"/>
              <a:gd name="connsiteX212" fmla="*/ 1125477 w 42198532"/>
              <a:gd name="connsiteY212" fmla="*/ 3669618 h 7004830"/>
              <a:gd name="connsiteX213" fmla="*/ 1135730 w 42198532"/>
              <a:gd name="connsiteY213" fmla="*/ 3660943 h 7004830"/>
              <a:gd name="connsiteX214" fmla="*/ 1119956 w 42198532"/>
              <a:gd name="connsiteY214" fmla="*/ 3649115 h 7004830"/>
              <a:gd name="connsiteX215" fmla="*/ 1119956 w 42198532"/>
              <a:gd name="connsiteY215" fmla="*/ 3637286 h 7004830"/>
              <a:gd name="connsiteX216" fmla="*/ 1106548 w 42198532"/>
              <a:gd name="connsiteY216" fmla="*/ 3637286 h 7004830"/>
              <a:gd name="connsiteX217" fmla="*/ 1106548 w 42198532"/>
              <a:gd name="connsiteY217" fmla="*/ 3649903 h 7004830"/>
              <a:gd name="connsiteX218" fmla="*/ 744534 w 42198532"/>
              <a:gd name="connsiteY218" fmla="*/ 3929843 h 7004830"/>
              <a:gd name="connsiteX219" fmla="*/ 744534 w 42198532"/>
              <a:gd name="connsiteY219" fmla="*/ 3612841 h 7004830"/>
              <a:gd name="connsiteX220" fmla="*/ 744534 w 42198532"/>
              <a:gd name="connsiteY220" fmla="*/ 3584453 h 7004830"/>
              <a:gd name="connsiteX221" fmla="*/ 1106548 w 42198532"/>
              <a:gd name="connsiteY221" fmla="*/ 3303725 h 7004830"/>
              <a:gd name="connsiteX222" fmla="*/ 1106548 w 42198532"/>
              <a:gd name="connsiteY222" fmla="*/ 3617573 h 7004830"/>
              <a:gd name="connsiteX223" fmla="*/ 1106548 w 42198532"/>
              <a:gd name="connsiteY223" fmla="*/ 3636498 h 7004830"/>
              <a:gd name="connsiteX224" fmla="*/ 1119956 w 42198532"/>
              <a:gd name="connsiteY224" fmla="*/ 3636498 h 7004830"/>
              <a:gd name="connsiteX225" fmla="*/ 1119956 w 42198532"/>
              <a:gd name="connsiteY225" fmla="*/ 3298205 h 7004830"/>
              <a:gd name="connsiteX226" fmla="*/ 1392847 w 42198532"/>
              <a:gd name="connsiteY226" fmla="*/ 3086870 h 7004830"/>
              <a:gd name="connsiteX227" fmla="*/ 1483547 w 42198532"/>
              <a:gd name="connsiteY227" fmla="*/ 3016688 h 7004830"/>
              <a:gd name="connsiteX228" fmla="*/ 1862913 w 42198532"/>
              <a:gd name="connsiteY228" fmla="*/ 3304513 h 7004830"/>
              <a:gd name="connsiteX229" fmla="*/ 2243855 w 42198532"/>
              <a:gd name="connsiteY229" fmla="*/ 3008803 h 7004830"/>
              <a:gd name="connsiteX230" fmla="*/ 2243855 w 42198532"/>
              <a:gd name="connsiteY230" fmla="*/ 2891307 h 7004830"/>
              <a:gd name="connsiteX231" fmla="*/ 2231236 w 42198532"/>
              <a:gd name="connsiteY231" fmla="*/ 2896827 h 7004830"/>
              <a:gd name="connsiteX232" fmla="*/ 2231236 w 42198532"/>
              <a:gd name="connsiteY232" fmla="*/ 3002494 h 7004830"/>
              <a:gd name="connsiteX233" fmla="*/ 1869222 w 42198532"/>
              <a:gd name="connsiteY233" fmla="*/ 3283222 h 7004830"/>
              <a:gd name="connsiteX234" fmla="*/ 1869222 w 42198532"/>
              <a:gd name="connsiteY234" fmla="*/ 2937043 h 7004830"/>
              <a:gd name="connsiteX235" fmla="*/ 2231236 w 42198532"/>
              <a:gd name="connsiteY235" fmla="*/ 2656315 h 7004830"/>
              <a:gd name="connsiteX236" fmla="*/ 2231236 w 42198532"/>
              <a:gd name="connsiteY236" fmla="*/ 2896038 h 7004830"/>
              <a:gd name="connsiteX237" fmla="*/ 2243855 w 42198532"/>
              <a:gd name="connsiteY237" fmla="*/ 2890518 h 7004830"/>
              <a:gd name="connsiteX238" fmla="*/ 2243855 w 42198532"/>
              <a:gd name="connsiteY238" fmla="*/ 2639755 h 7004830"/>
              <a:gd name="connsiteX239" fmla="*/ 2113720 w 42198532"/>
              <a:gd name="connsiteY239" fmla="*/ 2540397 h 7004830"/>
              <a:gd name="connsiteX240" fmla="*/ 2100312 w 42198532"/>
              <a:gd name="connsiteY240" fmla="*/ 2546705 h 7004830"/>
              <a:gd name="connsiteX241" fmla="*/ 2226503 w 42198532"/>
              <a:gd name="connsiteY241" fmla="*/ 2642910 h 7004830"/>
              <a:gd name="connsiteX242" fmla="*/ 1862124 w 42198532"/>
              <a:gd name="connsiteY242" fmla="*/ 2925215 h 7004830"/>
              <a:gd name="connsiteX243" fmla="*/ 1496955 w 42198532"/>
              <a:gd name="connsiteY243" fmla="*/ 2647641 h 7004830"/>
              <a:gd name="connsiteX244" fmla="*/ 1861335 w 42198532"/>
              <a:gd name="connsiteY244" fmla="*/ 2365336 h 7004830"/>
              <a:gd name="connsiteX245" fmla="*/ 2099523 w 42198532"/>
              <a:gd name="connsiteY245" fmla="*/ 2545916 h 7004830"/>
              <a:gd name="connsiteX246" fmla="*/ 2112931 w 42198532"/>
              <a:gd name="connsiteY246" fmla="*/ 2539608 h 7004830"/>
              <a:gd name="connsiteX247" fmla="*/ 1870800 w 42198532"/>
              <a:gd name="connsiteY247" fmla="*/ 2355873 h 7004830"/>
              <a:gd name="connsiteX248" fmla="*/ 1870800 w 42198532"/>
              <a:gd name="connsiteY248" fmla="*/ 2176869 h 7004830"/>
              <a:gd name="connsiteX249" fmla="*/ 1857392 w 42198532"/>
              <a:gd name="connsiteY249" fmla="*/ 2178447 h 7004830"/>
              <a:gd name="connsiteX250" fmla="*/ 1857392 w 42198532"/>
              <a:gd name="connsiteY250" fmla="*/ 2350353 h 7004830"/>
              <a:gd name="connsiteX251" fmla="*/ 1496167 w 42198532"/>
              <a:gd name="connsiteY251" fmla="*/ 2631081 h 7004830"/>
              <a:gd name="connsiteX252" fmla="*/ 1496167 w 42198532"/>
              <a:gd name="connsiteY252" fmla="*/ 2284114 h 7004830"/>
              <a:gd name="connsiteX253" fmla="*/ 1666526 w 42198532"/>
              <a:gd name="connsiteY253" fmla="*/ 2152424 h 7004830"/>
              <a:gd name="connsiteX254" fmla="*/ 1658639 w 42198532"/>
              <a:gd name="connsiteY254" fmla="*/ 2141384 h 7004830"/>
              <a:gd name="connsiteX255" fmla="*/ 1666526 w 42198532"/>
              <a:gd name="connsiteY255" fmla="*/ 2151636 h 7004830"/>
              <a:gd name="connsiteX256" fmla="*/ 1857392 w 42198532"/>
              <a:gd name="connsiteY256" fmla="*/ 2003386 h 7004830"/>
              <a:gd name="connsiteX257" fmla="*/ 1857392 w 42198532"/>
              <a:gd name="connsiteY257" fmla="*/ 2177658 h 7004830"/>
              <a:gd name="connsiteX258" fmla="*/ 1870800 w 42198532"/>
              <a:gd name="connsiteY258" fmla="*/ 2176081 h 7004830"/>
              <a:gd name="connsiteX259" fmla="*/ 1870800 w 42198532"/>
              <a:gd name="connsiteY259" fmla="*/ 1998654 h 7004830"/>
              <a:gd name="connsiteX260" fmla="*/ 1886574 w 42198532"/>
              <a:gd name="connsiteY260" fmla="*/ 1986037 h 7004830"/>
              <a:gd name="connsiteX261" fmla="*/ 1886574 w 42198532"/>
              <a:gd name="connsiteY261" fmla="*/ 1969478 h 7004830"/>
              <a:gd name="connsiteX262" fmla="*/ 1869222 w 42198532"/>
              <a:gd name="connsiteY262" fmla="*/ 1982883 h 7004830"/>
              <a:gd name="connsiteX263" fmla="*/ 1869222 w 42198532"/>
              <a:gd name="connsiteY263" fmla="*/ 1636704 h 7004830"/>
              <a:gd name="connsiteX264" fmla="*/ 1886574 w 42198532"/>
              <a:gd name="connsiteY264" fmla="*/ 1623299 h 7004830"/>
              <a:gd name="connsiteX265" fmla="*/ 1886574 w 42198532"/>
              <a:gd name="connsiteY265" fmla="*/ 1606739 h 7004830"/>
              <a:gd name="connsiteX266" fmla="*/ 1862124 w 42198532"/>
              <a:gd name="connsiteY266" fmla="*/ 1625665 h 7004830"/>
              <a:gd name="connsiteX267" fmla="*/ 1496955 w 42198532"/>
              <a:gd name="connsiteY267" fmla="*/ 1348091 h 7004830"/>
              <a:gd name="connsiteX268" fmla="*/ 1861335 w 42198532"/>
              <a:gd name="connsiteY268" fmla="*/ 1064997 h 7004830"/>
              <a:gd name="connsiteX269" fmla="*/ 2226503 w 42198532"/>
              <a:gd name="connsiteY269" fmla="*/ 1342571 h 7004830"/>
              <a:gd name="connsiteX270" fmla="*/ 1887362 w 42198532"/>
              <a:gd name="connsiteY270" fmla="*/ 1605951 h 7004830"/>
              <a:gd name="connsiteX271" fmla="*/ 1887362 w 42198532"/>
              <a:gd name="connsiteY271" fmla="*/ 1622510 h 7004830"/>
              <a:gd name="connsiteX272" fmla="*/ 2231236 w 42198532"/>
              <a:gd name="connsiteY272" fmla="*/ 1355976 h 7004830"/>
              <a:gd name="connsiteX273" fmla="*/ 2231236 w 42198532"/>
              <a:gd name="connsiteY273" fmla="*/ 1702944 h 7004830"/>
              <a:gd name="connsiteX274" fmla="*/ 1887362 w 42198532"/>
              <a:gd name="connsiteY274" fmla="*/ 1968689 h 7004830"/>
              <a:gd name="connsiteX275" fmla="*/ 1887362 w 42198532"/>
              <a:gd name="connsiteY275" fmla="*/ 1985249 h 7004830"/>
              <a:gd name="connsiteX276" fmla="*/ 2243855 w 42198532"/>
              <a:gd name="connsiteY276" fmla="*/ 1709252 h 7004830"/>
              <a:gd name="connsiteX277" fmla="*/ 2243855 w 42198532"/>
              <a:gd name="connsiteY277" fmla="*/ 1339416 h 7004830"/>
              <a:gd name="connsiteX278" fmla="*/ 1870800 w 42198532"/>
              <a:gd name="connsiteY278" fmla="*/ 1056323 h 7004830"/>
              <a:gd name="connsiteX279" fmla="*/ 1870800 w 42198532"/>
              <a:gd name="connsiteY279" fmla="*/ 707778 h 7004830"/>
              <a:gd name="connsiteX280" fmla="*/ 1857392 w 42198532"/>
              <a:gd name="connsiteY280" fmla="*/ 718030 h 7004830"/>
              <a:gd name="connsiteX281" fmla="*/ 1857392 w 42198532"/>
              <a:gd name="connsiteY281" fmla="*/ 1050803 h 7004830"/>
              <a:gd name="connsiteX282" fmla="*/ 1496167 w 42198532"/>
              <a:gd name="connsiteY282" fmla="*/ 1331531 h 7004830"/>
              <a:gd name="connsiteX283" fmla="*/ 1496167 w 42198532"/>
              <a:gd name="connsiteY283" fmla="*/ 985352 h 7004830"/>
              <a:gd name="connsiteX284" fmla="*/ 1857392 w 42198532"/>
              <a:gd name="connsiteY284" fmla="*/ 704624 h 7004830"/>
              <a:gd name="connsiteX285" fmla="*/ 1857392 w 42198532"/>
              <a:gd name="connsiteY285" fmla="*/ 717241 h 7004830"/>
              <a:gd name="connsiteX286" fmla="*/ 1870800 w 42198532"/>
              <a:gd name="connsiteY286" fmla="*/ 706990 h 7004830"/>
              <a:gd name="connsiteX287" fmla="*/ 1870800 w 42198532"/>
              <a:gd name="connsiteY287" fmla="*/ 688064 h 7004830"/>
              <a:gd name="connsiteX288" fmla="*/ 1509574 w 42198532"/>
              <a:gd name="connsiteY288" fmla="*/ 412856 h 7004830"/>
              <a:gd name="connsiteX289" fmla="*/ 1498533 w 42198532"/>
              <a:gd name="connsiteY289" fmla="*/ 421530 h 7004830"/>
              <a:gd name="connsiteX290" fmla="*/ 1508786 w 42198532"/>
              <a:gd name="connsiteY290" fmla="*/ 412856 h 7004830"/>
              <a:gd name="connsiteX291" fmla="*/ 1493012 w 42198532"/>
              <a:gd name="connsiteY291" fmla="*/ 401028 h 7004830"/>
              <a:gd name="connsiteX292" fmla="*/ 1493012 w 42198532"/>
              <a:gd name="connsiteY292" fmla="*/ 119417 h 7004830"/>
              <a:gd name="connsiteX293" fmla="*/ 1493012 w 42198532"/>
              <a:gd name="connsiteY293" fmla="*/ 117464 h 7004830"/>
              <a:gd name="connsiteX294" fmla="*/ 1398859 w 42198532"/>
              <a:gd name="connsiteY294" fmla="*/ 117464 h 7004830"/>
              <a:gd name="connsiteX295" fmla="*/ 1480393 w 42198532"/>
              <a:gd name="connsiteY295" fmla="*/ 117464 h 7004830"/>
              <a:gd name="connsiteX296" fmla="*/ 1480393 w 42198532"/>
              <a:gd name="connsiteY296" fmla="*/ 201868 h 7004830"/>
              <a:gd name="connsiteX297" fmla="*/ 1480393 w 42198532"/>
              <a:gd name="connsiteY297" fmla="*/ 401028 h 7004830"/>
              <a:gd name="connsiteX298" fmla="*/ 1118379 w 42198532"/>
              <a:gd name="connsiteY298" fmla="*/ 681756 h 7004830"/>
              <a:gd name="connsiteX299" fmla="*/ 1118379 w 42198532"/>
              <a:gd name="connsiteY299" fmla="*/ 335577 h 7004830"/>
              <a:gd name="connsiteX300" fmla="*/ 1379242 w 42198532"/>
              <a:gd name="connsiteY300" fmla="*/ 132719 h 7004830"/>
              <a:gd name="connsiteX301" fmla="*/ 1398859 w 42198532"/>
              <a:gd name="connsiteY301" fmla="*/ 117464 h 7004830"/>
              <a:gd name="connsiteX302" fmla="*/ 840168 w 42198532"/>
              <a:gd name="connsiteY302" fmla="*/ 117464 h 7004830"/>
              <a:gd name="connsiteX303" fmla="*/ 1377550 w 42198532"/>
              <a:gd name="connsiteY303" fmla="*/ 117464 h 7004830"/>
              <a:gd name="connsiteX304" fmla="*/ 1301753 w 42198532"/>
              <a:gd name="connsiteY304" fmla="*/ 176360 h 7004830"/>
              <a:gd name="connsiteX305" fmla="*/ 1112069 w 42198532"/>
              <a:gd name="connsiteY305" fmla="*/ 323748 h 7004830"/>
              <a:gd name="connsiteX306" fmla="*/ 857417 w 42198532"/>
              <a:gd name="connsiteY306" fmla="*/ 130551 h 7004830"/>
              <a:gd name="connsiteX307" fmla="*/ 840168 w 42198532"/>
              <a:gd name="connsiteY307" fmla="*/ 117464 h 7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42198532" h="7004830">
                <a:moveTo>
                  <a:pt x="738225" y="6911396"/>
                </a:moveTo>
                <a:lnTo>
                  <a:pt x="814828" y="6969750"/>
                </a:lnTo>
                <a:lnTo>
                  <a:pt x="822329" y="6975464"/>
                </a:lnTo>
                <a:lnTo>
                  <a:pt x="655724" y="6975464"/>
                </a:lnTo>
                <a:lnTo>
                  <a:pt x="656989" y="6974481"/>
                </a:lnTo>
                <a:lnTo>
                  <a:pt x="738225" y="6911396"/>
                </a:lnTo>
                <a:close/>
                <a:moveTo>
                  <a:pt x="733493" y="6551812"/>
                </a:moveTo>
                <a:lnTo>
                  <a:pt x="733493" y="6897991"/>
                </a:lnTo>
                <a:lnTo>
                  <a:pt x="639637" y="6970539"/>
                </a:lnTo>
                <a:cubicBezTo>
                  <a:pt x="645158" y="6972116"/>
                  <a:pt x="650679" y="6972904"/>
                  <a:pt x="656989" y="6974481"/>
                </a:cubicBezTo>
                <a:cubicBezTo>
                  <a:pt x="650679" y="6973693"/>
                  <a:pt x="644369" y="6972116"/>
                  <a:pt x="638848" y="6971327"/>
                </a:cubicBezTo>
                <a:lnTo>
                  <a:pt x="633515" y="6975464"/>
                </a:lnTo>
                <a:lnTo>
                  <a:pt x="371479" y="6975464"/>
                </a:lnTo>
                <a:lnTo>
                  <a:pt x="371479" y="6917056"/>
                </a:lnTo>
                <a:lnTo>
                  <a:pt x="371479" y="6832540"/>
                </a:lnTo>
                <a:lnTo>
                  <a:pt x="733493" y="6551812"/>
                </a:lnTo>
                <a:close/>
                <a:moveTo>
                  <a:pt x="1106548" y="5904403"/>
                </a:moveTo>
                <a:lnTo>
                  <a:pt x="1106548" y="6251370"/>
                </a:lnTo>
                <a:lnTo>
                  <a:pt x="1012693" y="6323918"/>
                </a:lnTo>
                <a:lnTo>
                  <a:pt x="744534" y="6531309"/>
                </a:lnTo>
                <a:lnTo>
                  <a:pt x="744534" y="6185131"/>
                </a:lnTo>
                <a:lnTo>
                  <a:pt x="873093" y="6085772"/>
                </a:lnTo>
                <a:lnTo>
                  <a:pt x="1106548" y="5904403"/>
                </a:lnTo>
                <a:close/>
                <a:moveTo>
                  <a:pt x="1739875" y="5788484"/>
                </a:moveTo>
                <a:lnTo>
                  <a:pt x="1726467" y="5794792"/>
                </a:lnTo>
                <a:lnTo>
                  <a:pt x="1739875" y="5788484"/>
                </a:lnTo>
                <a:close/>
                <a:moveTo>
                  <a:pt x="1488280" y="5613423"/>
                </a:moveTo>
                <a:lnTo>
                  <a:pt x="1726467" y="5794792"/>
                </a:lnTo>
                <a:lnTo>
                  <a:pt x="1853448" y="5890997"/>
                </a:lnTo>
                <a:lnTo>
                  <a:pt x="1489068" y="6174091"/>
                </a:lnTo>
                <a:lnTo>
                  <a:pt x="1123900" y="5896517"/>
                </a:lnTo>
                <a:lnTo>
                  <a:pt x="1488280" y="5613423"/>
                </a:lnTo>
                <a:close/>
                <a:moveTo>
                  <a:pt x="359648" y="4965225"/>
                </a:moveTo>
                <a:lnTo>
                  <a:pt x="724817" y="5242799"/>
                </a:lnTo>
                <a:lnTo>
                  <a:pt x="487418" y="5426534"/>
                </a:lnTo>
                <a:lnTo>
                  <a:pt x="493727" y="5437574"/>
                </a:lnTo>
                <a:lnTo>
                  <a:pt x="733493" y="5252262"/>
                </a:lnTo>
                <a:lnTo>
                  <a:pt x="733493" y="5598440"/>
                </a:lnTo>
                <a:lnTo>
                  <a:pt x="633328" y="5675720"/>
                </a:lnTo>
                <a:lnTo>
                  <a:pt x="641215" y="5688337"/>
                </a:lnTo>
                <a:lnTo>
                  <a:pt x="737436" y="5613423"/>
                </a:lnTo>
                <a:lnTo>
                  <a:pt x="1102605" y="5890997"/>
                </a:lnTo>
                <a:lnTo>
                  <a:pt x="866783" y="6073943"/>
                </a:lnTo>
                <a:lnTo>
                  <a:pt x="873093" y="6085772"/>
                </a:lnTo>
                <a:lnTo>
                  <a:pt x="865994" y="6074732"/>
                </a:lnTo>
                <a:lnTo>
                  <a:pt x="738225" y="6174091"/>
                </a:lnTo>
                <a:lnTo>
                  <a:pt x="373056" y="5896517"/>
                </a:lnTo>
                <a:lnTo>
                  <a:pt x="640426" y="5689125"/>
                </a:lnTo>
                <a:lnTo>
                  <a:pt x="633328" y="5676508"/>
                </a:lnTo>
                <a:lnTo>
                  <a:pt x="371479" y="5879169"/>
                </a:lnTo>
                <a:lnTo>
                  <a:pt x="371479" y="5532990"/>
                </a:lnTo>
                <a:lnTo>
                  <a:pt x="493727" y="5438362"/>
                </a:lnTo>
                <a:lnTo>
                  <a:pt x="486629" y="5426534"/>
                </a:lnTo>
                <a:lnTo>
                  <a:pt x="365169" y="5521161"/>
                </a:lnTo>
                <a:lnTo>
                  <a:pt x="0" y="5243588"/>
                </a:lnTo>
                <a:lnTo>
                  <a:pt x="359648" y="4965225"/>
                </a:lnTo>
                <a:close/>
                <a:moveTo>
                  <a:pt x="1106548" y="4604852"/>
                </a:moveTo>
                <a:lnTo>
                  <a:pt x="1106548" y="4951031"/>
                </a:lnTo>
                <a:lnTo>
                  <a:pt x="1018214" y="5019636"/>
                </a:lnTo>
                <a:lnTo>
                  <a:pt x="1025312" y="5030676"/>
                </a:lnTo>
                <a:lnTo>
                  <a:pt x="1017425" y="5020424"/>
                </a:lnTo>
                <a:lnTo>
                  <a:pt x="744534" y="5231759"/>
                </a:lnTo>
                <a:lnTo>
                  <a:pt x="744534" y="4885580"/>
                </a:lnTo>
                <a:lnTo>
                  <a:pt x="856530" y="4798050"/>
                </a:lnTo>
                <a:lnTo>
                  <a:pt x="849432" y="4787799"/>
                </a:lnTo>
                <a:lnTo>
                  <a:pt x="857319" y="4798050"/>
                </a:lnTo>
                <a:lnTo>
                  <a:pt x="1106548" y="4604852"/>
                </a:lnTo>
                <a:close/>
                <a:moveTo>
                  <a:pt x="737436" y="4313873"/>
                </a:moveTo>
                <a:lnTo>
                  <a:pt x="1102605" y="4591447"/>
                </a:lnTo>
                <a:lnTo>
                  <a:pt x="849432" y="4787799"/>
                </a:lnTo>
                <a:lnTo>
                  <a:pt x="738225" y="4873752"/>
                </a:lnTo>
                <a:lnTo>
                  <a:pt x="373056" y="4596178"/>
                </a:lnTo>
                <a:lnTo>
                  <a:pt x="737436" y="4313873"/>
                </a:lnTo>
                <a:close/>
                <a:moveTo>
                  <a:pt x="1115224" y="3661732"/>
                </a:moveTo>
                <a:lnTo>
                  <a:pt x="1125477" y="3669618"/>
                </a:lnTo>
                <a:lnTo>
                  <a:pt x="1480393" y="3939306"/>
                </a:lnTo>
                <a:lnTo>
                  <a:pt x="1116013" y="4222399"/>
                </a:lnTo>
                <a:lnTo>
                  <a:pt x="750844" y="3944037"/>
                </a:lnTo>
                <a:lnTo>
                  <a:pt x="1115224" y="3661732"/>
                </a:lnTo>
                <a:close/>
                <a:moveTo>
                  <a:pt x="1480393" y="2656315"/>
                </a:moveTo>
                <a:lnTo>
                  <a:pt x="1480393" y="3002494"/>
                </a:lnTo>
                <a:lnTo>
                  <a:pt x="1386537" y="3075042"/>
                </a:lnTo>
                <a:lnTo>
                  <a:pt x="1392847" y="3086870"/>
                </a:lnTo>
                <a:lnTo>
                  <a:pt x="1385748" y="3075830"/>
                </a:lnTo>
                <a:lnTo>
                  <a:pt x="1118379" y="3283222"/>
                </a:lnTo>
                <a:lnTo>
                  <a:pt x="1118379" y="2937043"/>
                </a:lnTo>
                <a:lnTo>
                  <a:pt x="1246148" y="2837685"/>
                </a:lnTo>
                <a:lnTo>
                  <a:pt x="1239839" y="2825856"/>
                </a:lnTo>
                <a:lnTo>
                  <a:pt x="1246937" y="2836896"/>
                </a:lnTo>
                <a:lnTo>
                  <a:pt x="1480393" y="2656315"/>
                </a:lnTo>
                <a:close/>
                <a:moveTo>
                  <a:pt x="732704" y="1716349"/>
                </a:moveTo>
                <a:lnTo>
                  <a:pt x="1097873" y="1993923"/>
                </a:lnTo>
                <a:lnTo>
                  <a:pt x="860473" y="2177658"/>
                </a:lnTo>
                <a:lnTo>
                  <a:pt x="867572" y="2189486"/>
                </a:lnTo>
                <a:lnTo>
                  <a:pt x="1106548" y="2003386"/>
                </a:lnTo>
                <a:lnTo>
                  <a:pt x="1106548" y="2350353"/>
                </a:lnTo>
                <a:lnTo>
                  <a:pt x="1007172" y="2427632"/>
                </a:lnTo>
                <a:lnTo>
                  <a:pt x="1014270" y="2440249"/>
                </a:lnTo>
                <a:lnTo>
                  <a:pt x="1110492" y="2365336"/>
                </a:lnTo>
                <a:lnTo>
                  <a:pt x="1475660" y="2642910"/>
                </a:lnTo>
                <a:lnTo>
                  <a:pt x="1239839" y="2825856"/>
                </a:lnTo>
                <a:lnTo>
                  <a:pt x="1112069" y="2925215"/>
                </a:lnTo>
                <a:lnTo>
                  <a:pt x="746900" y="2647641"/>
                </a:lnTo>
                <a:lnTo>
                  <a:pt x="1013481" y="2440249"/>
                </a:lnTo>
                <a:lnTo>
                  <a:pt x="1006383" y="2427632"/>
                </a:lnTo>
                <a:lnTo>
                  <a:pt x="744534" y="2631081"/>
                </a:lnTo>
                <a:lnTo>
                  <a:pt x="744534" y="2284114"/>
                </a:lnTo>
                <a:lnTo>
                  <a:pt x="866783" y="2189486"/>
                </a:lnTo>
                <a:lnTo>
                  <a:pt x="860473" y="2178447"/>
                </a:lnTo>
                <a:lnTo>
                  <a:pt x="738225" y="2273074"/>
                </a:lnTo>
                <a:lnTo>
                  <a:pt x="373056" y="1995500"/>
                </a:lnTo>
                <a:lnTo>
                  <a:pt x="732704" y="1716349"/>
                </a:lnTo>
                <a:close/>
                <a:moveTo>
                  <a:pt x="1480393" y="1355976"/>
                </a:moveTo>
                <a:lnTo>
                  <a:pt x="1480393" y="1702944"/>
                </a:lnTo>
                <a:lnTo>
                  <a:pt x="1391269" y="1771549"/>
                </a:lnTo>
                <a:lnTo>
                  <a:pt x="1399156" y="1781800"/>
                </a:lnTo>
                <a:lnTo>
                  <a:pt x="1483547" y="1716349"/>
                </a:lnTo>
                <a:lnTo>
                  <a:pt x="1848716" y="1993923"/>
                </a:lnTo>
                <a:lnTo>
                  <a:pt x="1658639" y="2141384"/>
                </a:lnTo>
                <a:lnTo>
                  <a:pt x="1489068" y="2273074"/>
                </a:lnTo>
                <a:lnTo>
                  <a:pt x="1123900" y="1995500"/>
                </a:lnTo>
                <a:lnTo>
                  <a:pt x="1398368" y="1782588"/>
                </a:lnTo>
                <a:lnTo>
                  <a:pt x="1390481" y="1771549"/>
                </a:lnTo>
                <a:lnTo>
                  <a:pt x="1118379" y="1982883"/>
                </a:lnTo>
                <a:lnTo>
                  <a:pt x="1118379" y="1636704"/>
                </a:lnTo>
                <a:lnTo>
                  <a:pt x="1230374" y="1549963"/>
                </a:lnTo>
                <a:lnTo>
                  <a:pt x="1480393" y="1355976"/>
                </a:lnTo>
                <a:close/>
                <a:moveTo>
                  <a:pt x="1110492" y="1064997"/>
                </a:moveTo>
                <a:lnTo>
                  <a:pt x="1475660" y="1342571"/>
                </a:lnTo>
                <a:lnTo>
                  <a:pt x="1223276" y="1538923"/>
                </a:lnTo>
                <a:lnTo>
                  <a:pt x="1230374" y="1549963"/>
                </a:lnTo>
                <a:lnTo>
                  <a:pt x="1222487" y="1539711"/>
                </a:lnTo>
                <a:lnTo>
                  <a:pt x="1112069" y="1625665"/>
                </a:lnTo>
                <a:lnTo>
                  <a:pt x="746900" y="1348091"/>
                </a:lnTo>
                <a:lnTo>
                  <a:pt x="1110492" y="1064997"/>
                </a:lnTo>
                <a:close/>
                <a:moveTo>
                  <a:pt x="1488280" y="413645"/>
                </a:moveTo>
                <a:lnTo>
                  <a:pt x="1498533" y="421530"/>
                </a:lnTo>
                <a:lnTo>
                  <a:pt x="1853448" y="691218"/>
                </a:lnTo>
                <a:lnTo>
                  <a:pt x="1489068" y="973524"/>
                </a:lnTo>
                <a:lnTo>
                  <a:pt x="1123900" y="695950"/>
                </a:lnTo>
                <a:lnTo>
                  <a:pt x="1488280" y="413645"/>
                </a:lnTo>
                <a:close/>
                <a:moveTo>
                  <a:pt x="1493012" y="117464"/>
                </a:moveTo>
                <a:lnTo>
                  <a:pt x="42118086" y="0"/>
                </a:lnTo>
                <a:lnTo>
                  <a:pt x="42198532" y="7004830"/>
                </a:lnTo>
                <a:lnTo>
                  <a:pt x="843615" y="6975464"/>
                </a:lnTo>
                <a:lnTo>
                  <a:pt x="810785" y="6950504"/>
                </a:lnTo>
                <a:lnTo>
                  <a:pt x="746900" y="6901934"/>
                </a:lnTo>
                <a:lnTo>
                  <a:pt x="746900" y="6547081"/>
                </a:lnTo>
                <a:lnTo>
                  <a:pt x="1019002" y="6335746"/>
                </a:lnTo>
                <a:lnTo>
                  <a:pt x="1012693" y="6323918"/>
                </a:lnTo>
                <a:lnTo>
                  <a:pt x="1019791" y="6334957"/>
                </a:lnTo>
                <a:lnTo>
                  <a:pt x="1110492" y="6264775"/>
                </a:lnTo>
                <a:lnTo>
                  <a:pt x="1489068" y="6553389"/>
                </a:lnTo>
                <a:lnTo>
                  <a:pt x="1870800" y="6257678"/>
                </a:lnTo>
                <a:lnTo>
                  <a:pt x="1870800" y="6139394"/>
                </a:lnTo>
                <a:lnTo>
                  <a:pt x="1857392" y="6144914"/>
                </a:lnTo>
                <a:lnTo>
                  <a:pt x="1857392" y="6251370"/>
                </a:lnTo>
                <a:lnTo>
                  <a:pt x="1495378" y="6531309"/>
                </a:lnTo>
                <a:lnTo>
                  <a:pt x="1495378" y="6185131"/>
                </a:lnTo>
                <a:lnTo>
                  <a:pt x="1857392" y="5904403"/>
                </a:lnTo>
                <a:lnTo>
                  <a:pt x="1857392" y="6144125"/>
                </a:lnTo>
                <a:lnTo>
                  <a:pt x="1870800" y="6138605"/>
                </a:lnTo>
                <a:lnTo>
                  <a:pt x="1870800" y="5887843"/>
                </a:lnTo>
                <a:lnTo>
                  <a:pt x="1739875" y="5788484"/>
                </a:lnTo>
                <a:lnTo>
                  <a:pt x="1497744" y="5604749"/>
                </a:lnTo>
                <a:lnTo>
                  <a:pt x="1497744" y="5424957"/>
                </a:lnTo>
                <a:lnTo>
                  <a:pt x="1484336" y="5427322"/>
                </a:lnTo>
                <a:lnTo>
                  <a:pt x="1484336" y="5598440"/>
                </a:lnTo>
                <a:lnTo>
                  <a:pt x="1122322" y="5879169"/>
                </a:lnTo>
                <a:lnTo>
                  <a:pt x="1122322" y="5532990"/>
                </a:lnTo>
                <a:lnTo>
                  <a:pt x="1292682" y="5400511"/>
                </a:lnTo>
                <a:lnTo>
                  <a:pt x="1285583" y="5390260"/>
                </a:lnTo>
                <a:lnTo>
                  <a:pt x="1116013" y="5521161"/>
                </a:lnTo>
                <a:lnTo>
                  <a:pt x="750844" y="5243588"/>
                </a:lnTo>
                <a:lnTo>
                  <a:pt x="1025312" y="5030676"/>
                </a:lnTo>
                <a:lnTo>
                  <a:pt x="1110492" y="4965225"/>
                </a:lnTo>
                <a:lnTo>
                  <a:pt x="1475660" y="5242799"/>
                </a:lnTo>
                <a:lnTo>
                  <a:pt x="1285583" y="5389472"/>
                </a:lnTo>
                <a:lnTo>
                  <a:pt x="1293470" y="5400511"/>
                </a:lnTo>
                <a:lnTo>
                  <a:pt x="1484336" y="5252262"/>
                </a:lnTo>
                <a:lnTo>
                  <a:pt x="1484336" y="5426534"/>
                </a:lnTo>
                <a:lnTo>
                  <a:pt x="1497744" y="5424168"/>
                </a:lnTo>
                <a:lnTo>
                  <a:pt x="1497744" y="5246742"/>
                </a:lnTo>
                <a:lnTo>
                  <a:pt x="1513518" y="5234125"/>
                </a:lnTo>
                <a:lnTo>
                  <a:pt x="1513518" y="5217565"/>
                </a:lnTo>
                <a:lnTo>
                  <a:pt x="1495378" y="5231759"/>
                </a:lnTo>
                <a:lnTo>
                  <a:pt x="1495378" y="4885580"/>
                </a:lnTo>
                <a:lnTo>
                  <a:pt x="1513518" y="4871386"/>
                </a:lnTo>
                <a:lnTo>
                  <a:pt x="1513518" y="4854826"/>
                </a:lnTo>
                <a:lnTo>
                  <a:pt x="1489068" y="4873752"/>
                </a:lnTo>
                <a:lnTo>
                  <a:pt x="1123900" y="4596178"/>
                </a:lnTo>
                <a:lnTo>
                  <a:pt x="1488280" y="4313873"/>
                </a:lnTo>
                <a:lnTo>
                  <a:pt x="1853448" y="4591447"/>
                </a:lnTo>
                <a:lnTo>
                  <a:pt x="1514307" y="4854826"/>
                </a:lnTo>
                <a:lnTo>
                  <a:pt x="1514307" y="4870598"/>
                </a:lnTo>
                <a:lnTo>
                  <a:pt x="1857392" y="4604852"/>
                </a:lnTo>
                <a:lnTo>
                  <a:pt x="1857392" y="4951031"/>
                </a:lnTo>
                <a:lnTo>
                  <a:pt x="1514307" y="5217565"/>
                </a:lnTo>
                <a:lnTo>
                  <a:pt x="1514307" y="5234125"/>
                </a:lnTo>
                <a:lnTo>
                  <a:pt x="1870800" y="4957339"/>
                </a:lnTo>
                <a:lnTo>
                  <a:pt x="1870800" y="4588292"/>
                </a:lnTo>
                <a:lnTo>
                  <a:pt x="1497744" y="4304410"/>
                </a:lnTo>
                <a:lnTo>
                  <a:pt x="1497744" y="3956654"/>
                </a:lnTo>
                <a:lnTo>
                  <a:pt x="1484336" y="3966905"/>
                </a:lnTo>
                <a:lnTo>
                  <a:pt x="1484336" y="4299679"/>
                </a:lnTo>
                <a:lnTo>
                  <a:pt x="1122322" y="4579618"/>
                </a:lnTo>
                <a:lnTo>
                  <a:pt x="1122322" y="4233439"/>
                </a:lnTo>
                <a:lnTo>
                  <a:pt x="1484336" y="3952712"/>
                </a:lnTo>
                <a:lnTo>
                  <a:pt x="1484336" y="3966117"/>
                </a:lnTo>
                <a:lnTo>
                  <a:pt x="1497744" y="3955866"/>
                </a:lnTo>
                <a:lnTo>
                  <a:pt x="1497744" y="3936152"/>
                </a:lnTo>
                <a:lnTo>
                  <a:pt x="1136519" y="3661732"/>
                </a:lnTo>
                <a:lnTo>
                  <a:pt x="1125477" y="3669618"/>
                </a:lnTo>
                <a:lnTo>
                  <a:pt x="1135730" y="3660943"/>
                </a:lnTo>
                <a:lnTo>
                  <a:pt x="1119956" y="3649115"/>
                </a:lnTo>
                <a:lnTo>
                  <a:pt x="1119956" y="3637286"/>
                </a:lnTo>
                <a:lnTo>
                  <a:pt x="1106548" y="3637286"/>
                </a:lnTo>
                <a:lnTo>
                  <a:pt x="1106548" y="3649903"/>
                </a:lnTo>
                <a:lnTo>
                  <a:pt x="744534" y="3929843"/>
                </a:lnTo>
                <a:lnTo>
                  <a:pt x="744534" y="3612841"/>
                </a:lnTo>
                <a:lnTo>
                  <a:pt x="744534" y="3584453"/>
                </a:lnTo>
                <a:lnTo>
                  <a:pt x="1106548" y="3303725"/>
                </a:lnTo>
                <a:lnTo>
                  <a:pt x="1106548" y="3617573"/>
                </a:lnTo>
                <a:lnTo>
                  <a:pt x="1106548" y="3636498"/>
                </a:lnTo>
                <a:lnTo>
                  <a:pt x="1119956" y="3636498"/>
                </a:lnTo>
                <a:lnTo>
                  <a:pt x="1119956" y="3298205"/>
                </a:lnTo>
                <a:lnTo>
                  <a:pt x="1392847" y="3086870"/>
                </a:lnTo>
                <a:lnTo>
                  <a:pt x="1483547" y="3016688"/>
                </a:lnTo>
                <a:lnTo>
                  <a:pt x="1862913" y="3304513"/>
                </a:lnTo>
                <a:lnTo>
                  <a:pt x="2243855" y="3008803"/>
                </a:lnTo>
                <a:lnTo>
                  <a:pt x="2243855" y="2891307"/>
                </a:lnTo>
                <a:lnTo>
                  <a:pt x="2231236" y="2896827"/>
                </a:lnTo>
                <a:lnTo>
                  <a:pt x="2231236" y="3002494"/>
                </a:lnTo>
                <a:lnTo>
                  <a:pt x="1869222" y="3283222"/>
                </a:lnTo>
                <a:lnTo>
                  <a:pt x="1869222" y="2937043"/>
                </a:lnTo>
                <a:lnTo>
                  <a:pt x="2231236" y="2656315"/>
                </a:lnTo>
                <a:lnTo>
                  <a:pt x="2231236" y="2896038"/>
                </a:lnTo>
                <a:lnTo>
                  <a:pt x="2243855" y="2890518"/>
                </a:lnTo>
                <a:lnTo>
                  <a:pt x="2243855" y="2639755"/>
                </a:lnTo>
                <a:lnTo>
                  <a:pt x="2113720" y="2540397"/>
                </a:lnTo>
                <a:lnTo>
                  <a:pt x="2100312" y="2546705"/>
                </a:lnTo>
                <a:lnTo>
                  <a:pt x="2226503" y="2642910"/>
                </a:lnTo>
                <a:lnTo>
                  <a:pt x="1862124" y="2925215"/>
                </a:lnTo>
                <a:lnTo>
                  <a:pt x="1496955" y="2647641"/>
                </a:lnTo>
                <a:lnTo>
                  <a:pt x="1861335" y="2365336"/>
                </a:lnTo>
                <a:lnTo>
                  <a:pt x="2099523" y="2545916"/>
                </a:lnTo>
                <a:lnTo>
                  <a:pt x="2112931" y="2539608"/>
                </a:lnTo>
                <a:lnTo>
                  <a:pt x="1870800" y="2355873"/>
                </a:lnTo>
                <a:lnTo>
                  <a:pt x="1870800" y="2176869"/>
                </a:lnTo>
                <a:lnTo>
                  <a:pt x="1857392" y="2178447"/>
                </a:lnTo>
                <a:lnTo>
                  <a:pt x="1857392" y="2350353"/>
                </a:lnTo>
                <a:lnTo>
                  <a:pt x="1496167" y="2631081"/>
                </a:lnTo>
                <a:lnTo>
                  <a:pt x="1496167" y="2284114"/>
                </a:lnTo>
                <a:lnTo>
                  <a:pt x="1666526" y="2152424"/>
                </a:lnTo>
                <a:lnTo>
                  <a:pt x="1658639" y="2141384"/>
                </a:lnTo>
                <a:lnTo>
                  <a:pt x="1666526" y="2151636"/>
                </a:lnTo>
                <a:lnTo>
                  <a:pt x="1857392" y="2003386"/>
                </a:lnTo>
                <a:lnTo>
                  <a:pt x="1857392" y="2177658"/>
                </a:lnTo>
                <a:lnTo>
                  <a:pt x="1870800" y="2176081"/>
                </a:lnTo>
                <a:lnTo>
                  <a:pt x="1870800" y="1998654"/>
                </a:lnTo>
                <a:lnTo>
                  <a:pt x="1886574" y="1986037"/>
                </a:lnTo>
                <a:lnTo>
                  <a:pt x="1886574" y="1969478"/>
                </a:lnTo>
                <a:lnTo>
                  <a:pt x="1869222" y="1982883"/>
                </a:lnTo>
                <a:lnTo>
                  <a:pt x="1869222" y="1636704"/>
                </a:lnTo>
                <a:lnTo>
                  <a:pt x="1886574" y="1623299"/>
                </a:lnTo>
                <a:lnTo>
                  <a:pt x="1886574" y="1606739"/>
                </a:lnTo>
                <a:lnTo>
                  <a:pt x="1862124" y="1625665"/>
                </a:lnTo>
                <a:lnTo>
                  <a:pt x="1496955" y="1348091"/>
                </a:lnTo>
                <a:lnTo>
                  <a:pt x="1861335" y="1064997"/>
                </a:lnTo>
                <a:lnTo>
                  <a:pt x="2226503" y="1342571"/>
                </a:lnTo>
                <a:lnTo>
                  <a:pt x="1887362" y="1605951"/>
                </a:lnTo>
                <a:lnTo>
                  <a:pt x="1887362" y="1622510"/>
                </a:lnTo>
                <a:lnTo>
                  <a:pt x="2231236" y="1355976"/>
                </a:lnTo>
                <a:lnTo>
                  <a:pt x="2231236" y="1702944"/>
                </a:lnTo>
                <a:lnTo>
                  <a:pt x="1887362" y="1968689"/>
                </a:lnTo>
                <a:lnTo>
                  <a:pt x="1887362" y="1985249"/>
                </a:lnTo>
                <a:lnTo>
                  <a:pt x="2243855" y="1709252"/>
                </a:lnTo>
                <a:lnTo>
                  <a:pt x="2243855" y="1339416"/>
                </a:lnTo>
                <a:lnTo>
                  <a:pt x="1870800" y="1056323"/>
                </a:lnTo>
                <a:lnTo>
                  <a:pt x="1870800" y="707778"/>
                </a:lnTo>
                <a:lnTo>
                  <a:pt x="1857392" y="718030"/>
                </a:lnTo>
                <a:lnTo>
                  <a:pt x="1857392" y="1050803"/>
                </a:lnTo>
                <a:lnTo>
                  <a:pt x="1496167" y="1331531"/>
                </a:lnTo>
                <a:lnTo>
                  <a:pt x="1496167" y="985352"/>
                </a:lnTo>
                <a:lnTo>
                  <a:pt x="1857392" y="704624"/>
                </a:lnTo>
                <a:lnTo>
                  <a:pt x="1857392" y="717241"/>
                </a:lnTo>
                <a:lnTo>
                  <a:pt x="1870800" y="706990"/>
                </a:lnTo>
                <a:lnTo>
                  <a:pt x="1870800" y="688064"/>
                </a:lnTo>
                <a:lnTo>
                  <a:pt x="1509574" y="412856"/>
                </a:lnTo>
                <a:lnTo>
                  <a:pt x="1498533" y="421530"/>
                </a:lnTo>
                <a:lnTo>
                  <a:pt x="1508786" y="412856"/>
                </a:lnTo>
                <a:lnTo>
                  <a:pt x="1493012" y="401028"/>
                </a:lnTo>
                <a:lnTo>
                  <a:pt x="1493012" y="119417"/>
                </a:lnTo>
                <a:lnTo>
                  <a:pt x="1493012" y="117464"/>
                </a:lnTo>
                <a:close/>
                <a:moveTo>
                  <a:pt x="1398859" y="117464"/>
                </a:moveTo>
                <a:lnTo>
                  <a:pt x="1480393" y="117464"/>
                </a:lnTo>
                <a:lnTo>
                  <a:pt x="1480393" y="201868"/>
                </a:lnTo>
                <a:lnTo>
                  <a:pt x="1480393" y="401028"/>
                </a:lnTo>
                <a:lnTo>
                  <a:pt x="1118379" y="681756"/>
                </a:lnTo>
                <a:lnTo>
                  <a:pt x="1118379" y="335577"/>
                </a:lnTo>
                <a:lnTo>
                  <a:pt x="1379242" y="132719"/>
                </a:lnTo>
                <a:lnTo>
                  <a:pt x="1398859" y="117464"/>
                </a:lnTo>
                <a:close/>
                <a:moveTo>
                  <a:pt x="840168" y="117464"/>
                </a:moveTo>
                <a:lnTo>
                  <a:pt x="1377550" y="117464"/>
                </a:lnTo>
                <a:lnTo>
                  <a:pt x="1301753" y="176360"/>
                </a:lnTo>
                <a:lnTo>
                  <a:pt x="1112069" y="323748"/>
                </a:lnTo>
                <a:lnTo>
                  <a:pt x="857417" y="130551"/>
                </a:lnTo>
                <a:lnTo>
                  <a:pt x="840168" y="1174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 haut + contenu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9BDF78EF-B925-4A77-F088-A8970BDC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3381829"/>
            <a:ext cx="10836275" cy="253160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C622DF-824A-7030-FF06-98A537DB20A5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85252E3-9176-AD7B-44E7-02A49D47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9314"/>
            <a:ext cx="10836275" cy="10842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19375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 Bas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 Bas+ contenu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6CEC976-242A-291F-5C18-817BBE12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178" y="1381125"/>
            <a:ext cx="10836275" cy="207327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462F4B3-C673-4762-4C2C-2CE0330E60F9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</p:txBody>
      </p:sp>
      <p:sp>
        <p:nvSpPr>
          <p:cNvPr id="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0197" y="3823855"/>
            <a:ext cx="11765693" cy="2356998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  <a:gd name="connsiteX0" fmla="*/ 738225 w 42118086"/>
              <a:gd name="connsiteY0" fmla="*/ 6911396 h 6975464"/>
              <a:gd name="connsiteX1" fmla="*/ 814828 w 42118086"/>
              <a:gd name="connsiteY1" fmla="*/ 6969750 h 6975464"/>
              <a:gd name="connsiteX2" fmla="*/ 822329 w 42118086"/>
              <a:gd name="connsiteY2" fmla="*/ 6975464 h 6975464"/>
              <a:gd name="connsiteX3" fmla="*/ 655724 w 42118086"/>
              <a:gd name="connsiteY3" fmla="*/ 6975464 h 6975464"/>
              <a:gd name="connsiteX4" fmla="*/ 656989 w 42118086"/>
              <a:gd name="connsiteY4" fmla="*/ 6974481 h 6975464"/>
              <a:gd name="connsiteX5" fmla="*/ 738225 w 42118086"/>
              <a:gd name="connsiteY5" fmla="*/ 6911396 h 6975464"/>
              <a:gd name="connsiteX6" fmla="*/ 733493 w 42118086"/>
              <a:gd name="connsiteY6" fmla="*/ 6551812 h 6975464"/>
              <a:gd name="connsiteX7" fmla="*/ 733493 w 42118086"/>
              <a:gd name="connsiteY7" fmla="*/ 6897991 h 6975464"/>
              <a:gd name="connsiteX8" fmla="*/ 639637 w 42118086"/>
              <a:gd name="connsiteY8" fmla="*/ 6970539 h 6975464"/>
              <a:gd name="connsiteX9" fmla="*/ 656989 w 42118086"/>
              <a:gd name="connsiteY9" fmla="*/ 6974481 h 6975464"/>
              <a:gd name="connsiteX10" fmla="*/ 638848 w 42118086"/>
              <a:gd name="connsiteY10" fmla="*/ 6971327 h 6975464"/>
              <a:gd name="connsiteX11" fmla="*/ 633515 w 42118086"/>
              <a:gd name="connsiteY11" fmla="*/ 6975464 h 6975464"/>
              <a:gd name="connsiteX12" fmla="*/ 371479 w 42118086"/>
              <a:gd name="connsiteY12" fmla="*/ 6975464 h 6975464"/>
              <a:gd name="connsiteX13" fmla="*/ 371479 w 42118086"/>
              <a:gd name="connsiteY13" fmla="*/ 6917056 h 6975464"/>
              <a:gd name="connsiteX14" fmla="*/ 371479 w 42118086"/>
              <a:gd name="connsiteY14" fmla="*/ 6832540 h 6975464"/>
              <a:gd name="connsiteX15" fmla="*/ 733493 w 42118086"/>
              <a:gd name="connsiteY15" fmla="*/ 6551812 h 6975464"/>
              <a:gd name="connsiteX16" fmla="*/ 1106548 w 42118086"/>
              <a:gd name="connsiteY16" fmla="*/ 5904403 h 6975464"/>
              <a:gd name="connsiteX17" fmla="*/ 1106548 w 42118086"/>
              <a:gd name="connsiteY17" fmla="*/ 6251370 h 6975464"/>
              <a:gd name="connsiteX18" fmla="*/ 1012693 w 42118086"/>
              <a:gd name="connsiteY18" fmla="*/ 6323918 h 6975464"/>
              <a:gd name="connsiteX19" fmla="*/ 744534 w 42118086"/>
              <a:gd name="connsiteY19" fmla="*/ 6531309 h 6975464"/>
              <a:gd name="connsiteX20" fmla="*/ 744534 w 42118086"/>
              <a:gd name="connsiteY20" fmla="*/ 6185131 h 6975464"/>
              <a:gd name="connsiteX21" fmla="*/ 873093 w 42118086"/>
              <a:gd name="connsiteY21" fmla="*/ 6085772 h 6975464"/>
              <a:gd name="connsiteX22" fmla="*/ 1106548 w 42118086"/>
              <a:gd name="connsiteY22" fmla="*/ 5904403 h 6975464"/>
              <a:gd name="connsiteX23" fmla="*/ 1739875 w 42118086"/>
              <a:gd name="connsiteY23" fmla="*/ 5788484 h 6975464"/>
              <a:gd name="connsiteX24" fmla="*/ 1726467 w 42118086"/>
              <a:gd name="connsiteY24" fmla="*/ 5794792 h 6975464"/>
              <a:gd name="connsiteX25" fmla="*/ 1739875 w 42118086"/>
              <a:gd name="connsiteY25" fmla="*/ 5788484 h 6975464"/>
              <a:gd name="connsiteX26" fmla="*/ 1488280 w 42118086"/>
              <a:gd name="connsiteY26" fmla="*/ 5613423 h 6975464"/>
              <a:gd name="connsiteX27" fmla="*/ 1726467 w 42118086"/>
              <a:gd name="connsiteY27" fmla="*/ 5794792 h 6975464"/>
              <a:gd name="connsiteX28" fmla="*/ 1853448 w 42118086"/>
              <a:gd name="connsiteY28" fmla="*/ 5890997 h 6975464"/>
              <a:gd name="connsiteX29" fmla="*/ 1489068 w 42118086"/>
              <a:gd name="connsiteY29" fmla="*/ 6174091 h 6975464"/>
              <a:gd name="connsiteX30" fmla="*/ 1123900 w 42118086"/>
              <a:gd name="connsiteY30" fmla="*/ 5896517 h 6975464"/>
              <a:gd name="connsiteX31" fmla="*/ 1488280 w 42118086"/>
              <a:gd name="connsiteY31" fmla="*/ 5613423 h 6975464"/>
              <a:gd name="connsiteX32" fmla="*/ 359648 w 42118086"/>
              <a:gd name="connsiteY32" fmla="*/ 4965225 h 6975464"/>
              <a:gd name="connsiteX33" fmla="*/ 724817 w 42118086"/>
              <a:gd name="connsiteY33" fmla="*/ 5242799 h 6975464"/>
              <a:gd name="connsiteX34" fmla="*/ 487418 w 42118086"/>
              <a:gd name="connsiteY34" fmla="*/ 5426534 h 6975464"/>
              <a:gd name="connsiteX35" fmla="*/ 493727 w 42118086"/>
              <a:gd name="connsiteY35" fmla="*/ 5437574 h 6975464"/>
              <a:gd name="connsiteX36" fmla="*/ 733493 w 42118086"/>
              <a:gd name="connsiteY36" fmla="*/ 5252262 h 6975464"/>
              <a:gd name="connsiteX37" fmla="*/ 733493 w 42118086"/>
              <a:gd name="connsiteY37" fmla="*/ 5598440 h 6975464"/>
              <a:gd name="connsiteX38" fmla="*/ 633328 w 42118086"/>
              <a:gd name="connsiteY38" fmla="*/ 5675720 h 6975464"/>
              <a:gd name="connsiteX39" fmla="*/ 641215 w 42118086"/>
              <a:gd name="connsiteY39" fmla="*/ 5688337 h 6975464"/>
              <a:gd name="connsiteX40" fmla="*/ 737436 w 42118086"/>
              <a:gd name="connsiteY40" fmla="*/ 5613423 h 6975464"/>
              <a:gd name="connsiteX41" fmla="*/ 1102605 w 42118086"/>
              <a:gd name="connsiteY41" fmla="*/ 5890997 h 6975464"/>
              <a:gd name="connsiteX42" fmla="*/ 866783 w 42118086"/>
              <a:gd name="connsiteY42" fmla="*/ 6073943 h 6975464"/>
              <a:gd name="connsiteX43" fmla="*/ 873093 w 42118086"/>
              <a:gd name="connsiteY43" fmla="*/ 6085772 h 6975464"/>
              <a:gd name="connsiteX44" fmla="*/ 865994 w 42118086"/>
              <a:gd name="connsiteY44" fmla="*/ 6074732 h 6975464"/>
              <a:gd name="connsiteX45" fmla="*/ 738225 w 42118086"/>
              <a:gd name="connsiteY45" fmla="*/ 6174091 h 6975464"/>
              <a:gd name="connsiteX46" fmla="*/ 373056 w 42118086"/>
              <a:gd name="connsiteY46" fmla="*/ 5896517 h 6975464"/>
              <a:gd name="connsiteX47" fmla="*/ 640426 w 42118086"/>
              <a:gd name="connsiteY47" fmla="*/ 5689125 h 6975464"/>
              <a:gd name="connsiteX48" fmla="*/ 633328 w 42118086"/>
              <a:gd name="connsiteY48" fmla="*/ 5676508 h 6975464"/>
              <a:gd name="connsiteX49" fmla="*/ 371479 w 42118086"/>
              <a:gd name="connsiteY49" fmla="*/ 5879169 h 6975464"/>
              <a:gd name="connsiteX50" fmla="*/ 371479 w 42118086"/>
              <a:gd name="connsiteY50" fmla="*/ 5532990 h 6975464"/>
              <a:gd name="connsiteX51" fmla="*/ 493727 w 42118086"/>
              <a:gd name="connsiteY51" fmla="*/ 5438362 h 6975464"/>
              <a:gd name="connsiteX52" fmla="*/ 486629 w 42118086"/>
              <a:gd name="connsiteY52" fmla="*/ 5426534 h 6975464"/>
              <a:gd name="connsiteX53" fmla="*/ 365169 w 42118086"/>
              <a:gd name="connsiteY53" fmla="*/ 5521161 h 6975464"/>
              <a:gd name="connsiteX54" fmla="*/ 0 w 42118086"/>
              <a:gd name="connsiteY54" fmla="*/ 5243588 h 6975464"/>
              <a:gd name="connsiteX55" fmla="*/ 359648 w 42118086"/>
              <a:gd name="connsiteY55" fmla="*/ 4965225 h 6975464"/>
              <a:gd name="connsiteX56" fmla="*/ 1106548 w 42118086"/>
              <a:gd name="connsiteY56" fmla="*/ 4604852 h 6975464"/>
              <a:gd name="connsiteX57" fmla="*/ 1106548 w 42118086"/>
              <a:gd name="connsiteY57" fmla="*/ 4951031 h 6975464"/>
              <a:gd name="connsiteX58" fmla="*/ 1018214 w 42118086"/>
              <a:gd name="connsiteY58" fmla="*/ 5019636 h 6975464"/>
              <a:gd name="connsiteX59" fmla="*/ 1025312 w 42118086"/>
              <a:gd name="connsiteY59" fmla="*/ 5030676 h 6975464"/>
              <a:gd name="connsiteX60" fmla="*/ 1017425 w 42118086"/>
              <a:gd name="connsiteY60" fmla="*/ 5020424 h 6975464"/>
              <a:gd name="connsiteX61" fmla="*/ 744534 w 42118086"/>
              <a:gd name="connsiteY61" fmla="*/ 5231759 h 6975464"/>
              <a:gd name="connsiteX62" fmla="*/ 744534 w 42118086"/>
              <a:gd name="connsiteY62" fmla="*/ 4885580 h 6975464"/>
              <a:gd name="connsiteX63" fmla="*/ 856530 w 42118086"/>
              <a:gd name="connsiteY63" fmla="*/ 4798050 h 6975464"/>
              <a:gd name="connsiteX64" fmla="*/ 849432 w 42118086"/>
              <a:gd name="connsiteY64" fmla="*/ 4787799 h 6975464"/>
              <a:gd name="connsiteX65" fmla="*/ 857319 w 42118086"/>
              <a:gd name="connsiteY65" fmla="*/ 4798050 h 6975464"/>
              <a:gd name="connsiteX66" fmla="*/ 1106548 w 42118086"/>
              <a:gd name="connsiteY66" fmla="*/ 4604852 h 6975464"/>
              <a:gd name="connsiteX67" fmla="*/ 737436 w 42118086"/>
              <a:gd name="connsiteY67" fmla="*/ 4313873 h 6975464"/>
              <a:gd name="connsiteX68" fmla="*/ 1102605 w 42118086"/>
              <a:gd name="connsiteY68" fmla="*/ 4591447 h 6975464"/>
              <a:gd name="connsiteX69" fmla="*/ 849432 w 42118086"/>
              <a:gd name="connsiteY69" fmla="*/ 4787799 h 6975464"/>
              <a:gd name="connsiteX70" fmla="*/ 738225 w 42118086"/>
              <a:gd name="connsiteY70" fmla="*/ 4873752 h 6975464"/>
              <a:gd name="connsiteX71" fmla="*/ 373056 w 42118086"/>
              <a:gd name="connsiteY71" fmla="*/ 4596178 h 6975464"/>
              <a:gd name="connsiteX72" fmla="*/ 737436 w 42118086"/>
              <a:gd name="connsiteY72" fmla="*/ 4313873 h 6975464"/>
              <a:gd name="connsiteX73" fmla="*/ 1115224 w 42118086"/>
              <a:gd name="connsiteY73" fmla="*/ 3661732 h 6975464"/>
              <a:gd name="connsiteX74" fmla="*/ 1125477 w 42118086"/>
              <a:gd name="connsiteY74" fmla="*/ 3669618 h 6975464"/>
              <a:gd name="connsiteX75" fmla="*/ 1480393 w 42118086"/>
              <a:gd name="connsiteY75" fmla="*/ 3939306 h 6975464"/>
              <a:gd name="connsiteX76" fmla="*/ 1116013 w 42118086"/>
              <a:gd name="connsiteY76" fmla="*/ 4222399 h 6975464"/>
              <a:gd name="connsiteX77" fmla="*/ 750844 w 42118086"/>
              <a:gd name="connsiteY77" fmla="*/ 3944037 h 6975464"/>
              <a:gd name="connsiteX78" fmla="*/ 1115224 w 42118086"/>
              <a:gd name="connsiteY78" fmla="*/ 3661732 h 6975464"/>
              <a:gd name="connsiteX79" fmla="*/ 1480393 w 42118086"/>
              <a:gd name="connsiteY79" fmla="*/ 2656315 h 6975464"/>
              <a:gd name="connsiteX80" fmla="*/ 1480393 w 42118086"/>
              <a:gd name="connsiteY80" fmla="*/ 3002494 h 6975464"/>
              <a:gd name="connsiteX81" fmla="*/ 1386537 w 42118086"/>
              <a:gd name="connsiteY81" fmla="*/ 3075042 h 6975464"/>
              <a:gd name="connsiteX82" fmla="*/ 1392847 w 42118086"/>
              <a:gd name="connsiteY82" fmla="*/ 3086870 h 6975464"/>
              <a:gd name="connsiteX83" fmla="*/ 1385748 w 42118086"/>
              <a:gd name="connsiteY83" fmla="*/ 3075830 h 6975464"/>
              <a:gd name="connsiteX84" fmla="*/ 1118379 w 42118086"/>
              <a:gd name="connsiteY84" fmla="*/ 3283222 h 6975464"/>
              <a:gd name="connsiteX85" fmla="*/ 1118379 w 42118086"/>
              <a:gd name="connsiteY85" fmla="*/ 2937043 h 6975464"/>
              <a:gd name="connsiteX86" fmla="*/ 1246148 w 42118086"/>
              <a:gd name="connsiteY86" fmla="*/ 2837685 h 6975464"/>
              <a:gd name="connsiteX87" fmla="*/ 1239839 w 42118086"/>
              <a:gd name="connsiteY87" fmla="*/ 2825856 h 6975464"/>
              <a:gd name="connsiteX88" fmla="*/ 1246937 w 42118086"/>
              <a:gd name="connsiteY88" fmla="*/ 2836896 h 6975464"/>
              <a:gd name="connsiteX89" fmla="*/ 1480393 w 42118086"/>
              <a:gd name="connsiteY89" fmla="*/ 2656315 h 6975464"/>
              <a:gd name="connsiteX90" fmla="*/ 732704 w 42118086"/>
              <a:gd name="connsiteY90" fmla="*/ 1716349 h 6975464"/>
              <a:gd name="connsiteX91" fmla="*/ 1097873 w 42118086"/>
              <a:gd name="connsiteY91" fmla="*/ 1993923 h 6975464"/>
              <a:gd name="connsiteX92" fmla="*/ 860473 w 42118086"/>
              <a:gd name="connsiteY92" fmla="*/ 2177658 h 6975464"/>
              <a:gd name="connsiteX93" fmla="*/ 867572 w 42118086"/>
              <a:gd name="connsiteY93" fmla="*/ 2189486 h 6975464"/>
              <a:gd name="connsiteX94" fmla="*/ 1106548 w 42118086"/>
              <a:gd name="connsiteY94" fmla="*/ 2003386 h 6975464"/>
              <a:gd name="connsiteX95" fmla="*/ 1106548 w 42118086"/>
              <a:gd name="connsiteY95" fmla="*/ 2350353 h 6975464"/>
              <a:gd name="connsiteX96" fmla="*/ 1007172 w 42118086"/>
              <a:gd name="connsiteY96" fmla="*/ 2427632 h 6975464"/>
              <a:gd name="connsiteX97" fmla="*/ 1014270 w 42118086"/>
              <a:gd name="connsiteY97" fmla="*/ 2440249 h 6975464"/>
              <a:gd name="connsiteX98" fmla="*/ 1110492 w 42118086"/>
              <a:gd name="connsiteY98" fmla="*/ 2365336 h 6975464"/>
              <a:gd name="connsiteX99" fmla="*/ 1475660 w 42118086"/>
              <a:gd name="connsiteY99" fmla="*/ 2642910 h 6975464"/>
              <a:gd name="connsiteX100" fmla="*/ 1239839 w 42118086"/>
              <a:gd name="connsiteY100" fmla="*/ 2825856 h 6975464"/>
              <a:gd name="connsiteX101" fmla="*/ 1112069 w 42118086"/>
              <a:gd name="connsiteY101" fmla="*/ 2925215 h 6975464"/>
              <a:gd name="connsiteX102" fmla="*/ 746900 w 42118086"/>
              <a:gd name="connsiteY102" fmla="*/ 2647641 h 6975464"/>
              <a:gd name="connsiteX103" fmla="*/ 1013481 w 42118086"/>
              <a:gd name="connsiteY103" fmla="*/ 2440249 h 6975464"/>
              <a:gd name="connsiteX104" fmla="*/ 1006383 w 42118086"/>
              <a:gd name="connsiteY104" fmla="*/ 2427632 h 6975464"/>
              <a:gd name="connsiteX105" fmla="*/ 744534 w 42118086"/>
              <a:gd name="connsiteY105" fmla="*/ 2631081 h 6975464"/>
              <a:gd name="connsiteX106" fmla="*/ 744534 w 42118086"/>
              <a:gd name="connsiteY106" fmla="*/ 2284114 h 6975464"/>
              <a:gd name="connsiteX107" fmla="*/ 866783 w 42118086"/>
              <a:gd name="connsiteY107" fmla="*/ 2189486 h 6975464"/>
              <a:gd name="connsiteX108" fmla="*/ 860473 w 42118086"/>
              <a:gd name="connsiteY108" fmla="*/ 2178447 h 6975464"/>
              <a:gd name="connsiteX109" fmla="*/ 738225 w 42118086"/>
              <a:gd name="connsiteY109" fmla="*/ 2273074 h 6975464"/>
              <a:gd name="connsiteX110" fmla="*/ 373056 w 42118086"/>
              <a:gd name="connsiteY110" fmla="*/ 1995500 h 6975464"/>
              <a:gd name="connsiteX111" fmla="*/ 732704 w 42118086"/>
              <a:gd name="connsiteY111" fmla="*/ 1716349 h 6975464"/>
              <a:gd name="connsiteX112" fmla="*/ 1480393 w 42118086"/>
              <a:gd name="connsiteY112" fmla="*/ 1355976 h 6975464"/>
              <a:gd name="connsiteX113" fmla="*/ 1480393 w 42118086"/>
              <a:gd name="connsiteY113" fmla="*/ 1702944 h 6975464"/>
              <a:gd name="connsiteX114" fmla="*/ 1391269 w 42118086"/>
              <a:gd name="connsiteY114" fmla="*/ 1771549 h 6975464"/>
              <a:gd name="connsiteX115" fmla="*/ 1399156 w 42118086"/>
              <a:gd name="connsiteY115" fmla="*/ 1781800 h 6975464"/>
              <a:gd name="connsiteX116" fmla="*/ 1483547 w 42118086"/>
              <a:gd name="connsiteY116" fmla="*/ 1716349 h 6975464"/>
              <a:gd name="connsiteX117" fmla="*/ 1848716 w 42118086"/>
              <a:gd name="connsiteY117" fmla="*/ 1993923 h 6975464"/>
              <a:gd name="connsiteX118" fmla="*/ 1658639 w 42118086"/>
              <a:gd name="connsiteY118" fmla="*/ 2141384 h 6975464"/>
              <a:gd name="connsiteX119" fmla="*/ 1489068 w 42118086"/>
              <a:gd name="connsiteY119" fmla="*/ 2273074 h 6975464"/>
              <a:gd name="connsiteX120" fmla="*/ 1123900 w 42118086"/>
              <a:gd name="connsiteY120" fmla="*/ 1995500 h 6975464"/>
              <a:gd name="connsiteX121" fmla="*/ 1398368 w 42118086"/>
              <a:gd name="connsiteY121" fmla="*/ 1782588 h 6975464"/>
              <a:gd name="connsiteX122" fmla="*/ 1390481 w 42118086"/>
              <a:gd name="connsiteY122" fmla="*/ 1771549 h 6975464"/>
              <a:gd name="connsiteX123" fmla="*/ 1118379 w 42118086"/>
              <a:gd name="connsiteY123" fmla="*/ 1982883 h 6975464"/>
              <a:gd name="connsiteX124" fmla="*/ 1118379 w 42118086"/>
              <a:gd name="connsiteY124" fmla="*/ 1636704 h 6975464"/>
              <a:gd name="connsiteX125" fmla="*/ 1230374 w 42118086"/>
              <a:gd name="connsiteY125" fmla="*/ 1549963 h 6975464"/>
              <a:gd name="connsiteX126" fmla="*/ 1480393 w 42118086"/>
              <a:gd name="connsiteY126" fmla="*/ 1355976 h 6975464"/>
              <a:gd name="connsiteX127" fmla="*/ 1110492 w 42118086"/>
              <a:gd name="connsiteY127" fmla="*/ 1064997 h 6975464"/>
              <a:gd name="connsiteX128" fmla="*/ 1475660 w 42118086"/>
              <a:gd name="connsiteY128" fmla="*/ 1342571 h 6975464"/>
              <a:gd name="connsiteX129" fmla="*/ 1223276 w 42118086"/>
              <a:gd name="connsiteY129" fmla="*/ 1538923 h 6975464"/>
              <a:gd name="connsiteX130" fmla="*/ 1230374 w 42118086"/>
              <a:gd name="connsiteY130" fmla="*/ 1549963 h 6975464"/>
              <a:gd name="connsiteX131" fmla="*/ 1222487 w 42118086"/>
              <a:gd name="connsiteY131" fmla="*/ 1539711 h 6975464"/>
              <a:gd name="connsiteX132" fmla="*/ 1112069 w 42118086"/>
              <a:gd name="connsiteY132" fmla="*/ 1625665 h 6975464"/>
              <a:gd name="connsiteX133" fmla="*/ 746900 w 42118086"/>
              <a:gd name="connsiteY133" fmla="*/ 1348091 h 6975464"/>
              <a:gd name="connsiteX134" fmla="*/ 1110492 w 42118086"/>
              <a:gd name="connsiteY134" fmla="*/ 1064997 h 6975464"/>
              <a:gd name="connsiteX135" fmla="*/ 1488280 w 42118086"/>
              <a:gd name="connsiteY135" fmla="*/ 413645 h 6975464"/>
              <a:gd name="connsiteX136" fmla="*/ 1498533 w 42118086"/>
              <a:gd name="connsiteY136" fmla="*/ 421530 h 6975464"/>
              <a:gd name="connsiteX137" fmla="*/ 1853448 w 42118086"/>
              <a:gd name="connsiteY137" fmla="*/ 691218 h 6975464"/>
              <a:gd name="connsiteX138" fmla="*/ 1489068 w 42118086"/>
              <a:gd name="connsiteY138" fmla="*/ 973524 h 6975464"/>
              <a:gd name="connsiteX139" fmla="*/ 1123900 w 42118086"/>
              <a:gd name="connsiteY139" fmla="*/ 695950 h 6975464"/>
              <a:gd name="connsiteX140" fmla="*/ 1488280 w 42118086"/>
              <a:gd name="connsiteY140" fmla="*/ 413645 h 6975464"/>
              <a:gd name="connsiteX141" fmla="*/ 1493012 w 42118086"/>
              <a:gd name="connsiteY141" fmla="*/ 117464 h 6975464"/>
              <a:gd name="connsiteX142" fmla="*/ 42118086 w 42118086"/>
              <a:gd name="connsiteY142" fmla="*/ 0 h 6975464"/>
              <a:gd name="connsiteX143" fmla="*/ 5957423 w 42118086"/>
              <a:gd name="connsiteY143" fmla="*/ 6975464 h 6975464"/>
              <a:gd name="connsiteX144" fmla="*/ 843615 w 42118086"/>
              <a:gd name="connsiteY144" fmla="*/ 6975464 h 6975464"/>
              <a:gd name="connsiteX145" fmla="*/ 810785 w 42118086"/>
              <a:gd name="connsiteY145" fmla="*/ 6950504 h 6975464"/>
              <a:gd name="connsiteX146" fmla="*/ 746900 w 42118086"/>
              <a:gd name="connsiteY146" fmla="*/ 6901934 h 6975464"/>
              <a:gd name="connsiteX147" fmla="*/ 746900 w 42118086"/>
              <a:gd name="connsiteY147" fmla="*/ 6547081 h 6975464"/>
              <a:gd name="connsiteX148" fmla="*/ 1019002 w 42118086"/>
              <a:gd name="connsiteY148" fmla="*/ 6335746 h 6975464"/>
              <a:gd name="connsiteX149" fmla="*/ 1012693 w 42118086"/>
              <a:gd name="connsiteY149" fmla="*/ 6323918 h 6975464"/>
              <a:gd name="connsiteX150" fmla="*/ 1019791 w 42118086"/>
              <a:gd name="connsiteY150" fmla="*/ 6334957 h 6975464"/>
              <a:gd name="connsiteX151" fmla="*/ 1110492 w 42118086"/>
              <a:gd name="connsiteY151" fmla="*/ 6264775 h 6975464"/>
              <a:gd name="connsiteX152" fmla="*/ 1489068 w 42118086"/>
              <a:gd name="connsiteY152" fmla="*/ 6553389 h 6975464"/>
              <a:gd name="connsiteX153" fmla="*/ 1870800 w 42118086"/>
              <a:gd name="connsiteY153" fmla="*/ 6257678 h 6975464"/>
              <a:gd name="connsiteX154" fmla="*/ 1870800 w 42118086"/>
              <a:gd name="connsiteY154" fmla="*/ 6139394 h 6975464"/>
              <a:gd name="connsiteX155" fmla="*/ 1857392 w 42118086"/>
              <a:gd name="connsiteY155" fmla="*/ 6144914 h 6975464"/>
              <a:gd name="connsiteX156" fmla="*/ 1857392 w 42118086"/>
              <a:gd name="connsiteY156" fmla="*/ 6251370 h 6975464"/>
              <a:gd name="connsiteX157" fmla="*/ 1495378 w 42118086"/>
              <a:gd name="connsiteY157" fmla="*/ 6531309 h 6975464"/>
              <a:gd name="connsiteX158" fmla="*/ 1495378 w 42118086"/>
              <a:gd name="connsiteY158" fmla="*/ 6185131 h 6975464"/>
              <a:gd name="connsiteX159" fmla="*/ 1857392 w 42118086"/>
              <a:gd name="connsiteY159" fmla="*/ 5904403 h 6975464"/>
              <a:gd name="connsiteX160" fmla="*/ 1857392 w 42118086"/>
              <a:gd name="connsiteY160" fmla="*/ 6144125 h 6975464"/>
              <a:gd name="connsiteX161" fmla="*/ 1870800 w 42118086"/>
              <a:gd name="connsiteY161" fmla="*/ 6138605 h 6975464"/>
              <a:gd name="connsiteX162" fmla="*/ 1870800 w 42118086"/>
              <a:gd name="connsiteY162" fmla="*/ 5887843 h 6975464"/>
              <a:gd name="connsiteX163" fmla="*/ 1739875 w 42118086"/>
              <a:gd name="connsiteY163" fmla="*/ 5788484 h 6975464"/>
              <a:gd name="connsiteX164" fmla="*/ 1497744 w 42118086"/>
              <a:gd name="connsiteY164" fmla="*/ 5604749 h 6975464"/>
              <a:gd name="connsiteX165" fmla="*/ 1497744 w 42118086"/>
              <a:gd name="connsiteY165" fmla="*/ 5424957 h 6975464"/>
              <a:gd name="connsiteX166" fmla="*/ 1484336 w 42118086"/>
              <a:gd name="connsiteY166" fmla="*/ 5427322 h 6975464"/>
              <a:gd name="connsiteX167" fmla="*/ 1484336 w 42118086"/>
              <a:gd name="connsiteY167" fmla="*/ 5598440 h 6975464"/>
              <a:gd name="connsiteX168" fmla="*/ 1122322 w 42118086"/>
              <a:gd name="connsiteY168" fmla="*/ 5879169 h 6975464"/>
              <a:gd name="connsiteX169" fmla="*/ 1122322 w 42118086"/>
              <a:gd name="connsiteY169" fmla="*/ 5532990 h 6975464"/>
              <a:gd name="connsiteX170" fmla="*/ 1292682 w 42118086"/>
              <a:gd name="connsiteY170" fmla="*/ 5400511 h 6975464"/>
              <a:gd name="connsiteX171" fmla="*/ 1285583 w 42118086"/>
              <a:gd name="connsiteY171" fmla="*/ 5390260 h 6975464"/>
              <a:gd name="connsiteX172" fmla="*/ 1116013 w 42118086"/>
              <a:gd name="connsiteY172" fmla="*/ 5521161 h 6975464"/>
              <a:gd name="connsiteX173" fmla="*/ 750844 w 42118086"/>
              <a:gd name="connsiteY173" fmla="*/ 5243588 h 6975464"/>
              <a:gd name="connsiteX174" fmla="*/ 1025312 w 42118086"/>
              <a:gd name="connsiteY174" fmla="*/ 5030676 h 6975464"/>
              <a:gd name="connsiteX175" fmla="*/ 1110492 w 42118086"/>
              <a:gd name="connsiteY175" fmla="*/ 4965225 h 6975464"/>
              <a:gd name="connsiteX176" fmla="*/ 1475660 w 42118086"/>
              <a:gd name="connsiteY176" fmla="*/ 5242799 h 6975464"/>
              <a:gd name="connsiteX177" fmla="*/ 1285583 w 42118086"/>
              <a:gd name="connsiteY177" fmla="*/ 5389472 h 6975464"/>
              <a:gd name="connsiteX178" fmla="*/ 1293470 w 42118086"/>
              <a:gd name="connsiteY178" fmla="*/ 5400511 h 6975464"/>
              <a:gd name="connsiteX179" fmla="*/ 1484336 w 42118086"/>
              <a:gd name="connsiteY179" fmla="*/ 5252262 h 6975464"/>
              <a:gd name="connsiteX180" fmla="*/ 1484336 w 42118086"/>
              <a:gd name="connsiteY180" fmla="*/ 5426534 h 6975464"/>
              <a:gd name="connsiteX181" fmla="*/ 1497744 w 42118086"/>
              <a:gd name="connsiteY181" fmla="*/ 5424168 h 6975464"/>
              <a:gd name="connsiteX182" fmla="*/ 1497744 w 42118086"/>
              <a:gd name="connsiteY182" fmla="*/ 5246742 h 6975464"/>
              <a:gd name="connsiteX183" fmla="*/ 1513518 w 42118086"/>
              <a:gd name="connsiteY183" fmla="*/ 5234125 h 6975464"/>
              <a:gd name="connsiteX184" fmla="*/ 1513518 w 42118086"/>
              <a:gd name="connsiteY184" fmla="*/ 5217565 h 6975464"/>
              <a:gd name="connsiteX185" fmla="*/ 1495378 w 42118086"/>
              <a:gd name="connsiteY185" fmla="*/ 5231759 h 6975464"/>
              <a:gd name="connsiteX186" fmla="*/ 1495378 w 42118086"/>
              <a:gd name="connsiteY186" fmla="*/ 4885580 h 6975464"/>
              <a:gd name="connsiteX187" fmla="*/ 1513518 w 42118086"/>
              <a:gd name="connsiteY187" fmla="*/ 4871386 h 6975464"/>
              <a:gd name="connsiteX188" fmla="*/ 1513518 w 42118086"/>
              <a:gd name="connsiteY188" fmla="*/ 4854826 h 6975464"/>
              <a:gd name="connsiteX189" fmla="*/ 1489068 w 42118086"/>
              <a:gd name="connsiteY189" fmla="*/ 4873752 h 6975464"/>
              <a:gd name="connsiteX190" fmla="*/ 1123900 w 42118086"/>
              <a:gd name="connsiteY190" fmla="*/ 4596178 h 6975464"/>
              <a:gd name="connsiteX191" fmla="*/ 1488280 w 42118086"/>
              <a:gd name="connsiteY191" fmla="*/ 4313873 h 6975464"/>
              <a:gd name="connsiteX192" fmla="*/ 1853448 w 42118086"/>
              <a:gd name="connsiteY192" fmla="*/ 4591447 h 6975464"/>
              <a:gd name="connsiteX193" fmla="*/ 1514307 w 42118086"/>
              <a:gd name="connsiteY193" fmla="*/ 4854826 h 6975464"/>
              <a:gd name="connsiteX194" fmla="*/ 1514307 w 42118086"/>
              <a:gd name="connsiteY194" fmla="*/ 4870598 h 6975464"/>
              <a:gd name="connsiteX195" fmla="*/ 1857392 w 42118086"/>
              <a:gd name="connsiteY195" fmla="*/ 4604852 h 6975464"/>
              <a:gd name="connsiteX196" fmla="*/ 1857392 w 42118086"/>
              <a:gd name="connsiteY196" fmla="*/ 4951031 h 6975464"/>
              <a:gd name="connsiteX197" fmla="*/ 1514307 w 42118086"/>
              <a:gd name="connsiteY197" fmla="*/ 5217565 h 6975464"/>
              <a:gd name="connsiteX198" fmla="*/ 1514307 w 42118086"/>
              <a:gd name="connsiteY198" fmla="*/ 5234125 h 6975464"/>
              <a:gd name="connsiteX199" fmla="*/ 1870800 w 42118086"/>
              <a:gd name="connsiteY199" fmla="*/ 4957339 h 6975464"/>
              <a:gd name="connsiteX200" fmla="*/ 1870800 w 42118086"/>
              <a:gd name="connsiteY200" fmla="*/ 4588292 h 6975464"/>
              <a:gd name="connsiteX201" fmla="*/ 1497744 w 42118086"/>
              <a:gd name="connsiteY201" fmla="*/ 4304410 h 6975464"/>
              <a:gd name="connsiteX202" fmla="*/ 1497744 w 42118086"/>
              <a:gd name="connsiteY202" fmla="*/ 3956654 h 6975464"/>
              <a:gd name="connsiteX203" fmla="*/ 1484336 w 42118086"/>
              <a:gd name="connsiteY203" fmla="*/ 3966905 h 6975464"/>
              <a:gd name="connsiteX204" fmla="*/ 1484336 w 42118086"/>
              <a:gd name="connsiteY204" fmla="*/ 4299679 h 6975464"/>
              <a:gd name="connsiteX205" fmla="*/ 1122322 w 42118086"/>
              <a:gd name="connsiteY205" fmla="*/ 4579618 h 6975464"/>
              <a:gd name="connsiteX206" fmla="*/ 1122322 w 42118086"/>
              <a:gd name="connsiteY206" fmla="*/ 4233439 h 6975464"/>
              <a:gd name="connsiteX207" fmla="*/ 1484336 w 42118086"/>
              <a:gd name="connsiteY207" fmla="*/ 3952712 h 6975464"/>
              <a:gd name="connsiteX208" fmla="*/ 1484336 w 42118086"/>
              <a:gd name="connsiteY208" fmla="*/ 3966117 h 6975464"/>
              <a:gd name="connsiteX209" fmla="*/ 1497744 w 42118086"/>
              <a:gd name="connsiteY209" fmla="*/ 3955866 h 6975464"/>
              <a:gd name="connsiteX210" fmla="*/ 1497744 w 42118086"/>
              <a:gd name="connsiteY210" fmla="*/ 3936152 h 6975464"/>
              <a:gd name="connsiteX211" fmla="*/ 1136519 w 42118086"/>
              <a:gd name="connsiteY211" fmla="*/ 3661732 h 6975464"/>
              <a:gd name="connsiteX212" fmla="*/ 1125477 w 42118086"/>
              <a:gd name="connsiteY212" fmla="*/ 3669618 h 6975464"/>
              <a:gd name="connsiteX213" fmla="*/ 1135730 w 42118086"/>
              <a:gd name="connsiteY213" fmla="*/ 3660943 h 6975464"/>
              <a:gd name="connsiteX214" fmla="*/ 1119956 w 42118086"/>
              <a:gd name="connsiteY214" fmla="*/ 3649115 h 6975464"/>
              <a:gd name="connsiteX215" fmla="*/ 1119956 w 42118086"/>
              <a:gd name="connsiteY215" fmla="*/ 3637286 h 6975464"/>
              <a:gd name="connsiteX216" fmla="*/ 1106548 w 42118086"/>
              <a:gd name="connsiteY216" fmla="*/ 3637286 h 6975464"/>
              <a:gd name="connsiteX217" fmla="*/ 1106548 w 42118086"/>
              <a:gd name="connsiteY217" fmla="*/ 3649903 h 6975464"/>
              <a:gd name="connsiteX218" fmla="*/ 744534 w 42118086"/>
              <a:gd name="connsiteY218" fmla="*/ 3929843 h 6975464"/>
              <a:gd name="connsiteX219" fmla="*/ 744534 w 42118086"/>
              <a:gd name="connsiteY219" fmla="*/ 3612841 h 6975464"/>
              <a:gd name="connsiteX220" fmla="*/ 744534 w 42118086"/>
              <a:gd name="connsiteY220" fmla="*/ 3584453 h 6975464"/>
              <a:gd name="connsiteX221" fmla="*/ 1106548 w 42118086"/>
              <a:gd name="connsiteY221" fmla="*/ 3303725 h 6975464"/>
              <a:gd name="connsiteX222" fmla="*/ 1106548 w 42118086"/>
              <a:gd name="connsiteY222" fmla="*/ 3617573 h 6975464"/>
              <a:gd name="connsiteX223" fmla="*/ 1106548 w 42118086"/>
              <a:gd name="connsiteY223" fmla="*/ 3636498 h 6975464"/>
              <a:gd name="connsiteX224" fmla="*/ 1119956 w 42118086"/>
              <a:gd name="connsiteY224" fmla="*/ 3636498 h 6975464"/>
              <a:gd name="connsiteX225" fmla="*/ 1119956 w 42118086"/>
              <a:gd name="connsiteY225" fmla="*/ 3298205 h 6975464"/>
              <a:gd name="connsiteX226" fmla="*/ 1392847 w 42118086"/>
              <a:gd name="connsiteY226" fmla="*/ 3086870 h 6975464"/>
              <a:gd name="connsiteX227" fmla="*/ 1483547 w 42118086"/>
              <a:gd name="connsiteY227" fmla="*/ 3016688 h 6975464"/>
              <a:gd name="connsiteX228" fmla="*/ 1862913 w 42118086"/>
              <a:gd name="connsiteY228" fmla="*/ 3304513 h 6975464"/>
              <a:gd name="connsiteX229" fmla="*/ 2243855 w 42118086"/>
              <a:gd name="connsiteY229" fmla="*/ 3008803 h 6975464"/>
              <a:gd name="connsiteX230" fmla="*/ 2243855 w 42118086"/>
              <a:gd name="connsiteY230" fmla="*/ 2891307 h 6975464"/>
              <a:gd name="connsiteX231" fmla="*/ 2231236 w 42118086"/>
              <a:gd name="connsiteY231" fmla="*/ 2896827 h 6975464"/>
              <a:gd name="connsiteX232" fmla="*/ 2231236 w 42118086"/>
              <a:gd name="connsiteY232" fmla="*/ 3002494 h 6975464"/>
              <a:gd name="connsiteX233" fmla="*/ 1869222 w 42118086"/>
              <a:gd name="connsiteY233" fmla="*/ 3283222 h 6975464"/>
              <a:gd name="connsiteX234" fmla="*/ 1869222 w 42118086"/>
              <a:gd name="connsiteY234" fmla="*/ 2937043 h 6975464"/>
              <a:gd name="connsiteX235" fmla="*/ 2231236 w 42118086"/>
              <a:gd name="connsiteY235" fmla="*/ 2656315 h 6975464"/>
              <a:gd name="connsiteX236" fmla="*/ 2231236 w 42118086"/>
              <a:gd name="connsiteY236" fmla="*/ 2896038 h 6975464"/>
              <a:gd name="connsiteX237" fmla="*/ 2243855 w 42118086"/>
              <a:gd name="connsiteY237" fmla="*/ 2890518 h 6975464"/>
              <a:gd name="connsiteX238" fmla="*/ 2243855 w 42118086"/>
              <a:gd name="connsiteY238" fmla="*/ 2639755 h 6975464"/>
              <a:gd name="connsiteX239" fmla="*/ 2113720 w 42118086"/>
              <a:gd name="connsiteY239" fmla="*/ 2540397 h 6975464"/>
              <a:gd name="connsiteX240" fmla="*/ 2100312 w 42118086"/>
              <a:gd name="connsiteY240" fmla="*/ 2546705 h 6975464"/>
              <a:gd name="connsiteX241" fmla="*/ 2226503 w 42118086"/>
              <a:gd name="connsiteY241" fmla="*/ 2642910 h 6975464"/>
              <a:gd name="connsiteX242" fmla="*/ 1862124 w 42118086"/>
              <a:gd name="connsiteY242" fmla="*/ 2925215 h 6975464"/>
              <a:gd name="connsiteX243" fmla="*/ 1496955 w 42118086"/>
              <a:gd name="connsiteY243" fmla="*/ 2647641 h 6975464"/>
              <a:gd name="connsiteX244" fmla="*/ 1861335 w 42118086"/>
              <a:gd name="connsiteY244" fmla="*/ 2365336 h 6975464"/>
              <a:gd name="connsiteX245" fmla="*/ 2099523 w 42118086"/>
              <a:gd name="connsiteY245" fmla="*/ 2545916 h 6975464"/>
              <a:gd name="connsiteX246" fmla="*/ 2112931 w 42118086"/>
              <a:gd name="connsiteY246" fmla="*/ 2539608 h 6975464"/>
              <a:gd name="connsiteX247" fmla="*/ 1870800 w 42118086"/>
              <a:gd name="connsiteY247" fmla="*/ 2355873 h 6975464"/>
              <a:gd name="connsiteX248" fmla="*/ 1870800 w 42118086"/>
              <a:gd name="connsiteY248" fmla="*/ 2176869 h 6975464"/>
              <a:gd name="connsiteX249" fmla="*/ 1857392 w 42118086"/>
              <a:gd name="connsiteY249" fmla="*/ 2178447 h 6975464"/>
              <a:gd name="connsiteX250" fmla="*/ 1857392 w 42118086"/>
              <a:gd name="connsiteY250" fmla="*/ 2350353 h 6975464"/>
              <a:gd name="connsiteX251" fmla="*/ 1496167 w 42118086"/>
              <a:gd name="connsiteY251" fmla="*/ 2631081 h 6975464"/>
              <a:gd name="connsiteX252" fmla="*/ 1496167 w 42118086"/>
              <a:gd name="connsiteY252" fmla="*/ 2284114 h 6975464"/>
              <a:gd name="connsiteX253" fmla="*/ 1666526 w 42118086"/>
              <a:gd name="connsiteY253" fmla="*/ 2152424 h 6975464"/>
              <a:gd name="connsiteX254" fmla="*/ 1658639 w 42118086"/>
              <a:gd name="connsiteY254" fmla="*/ 2141384 h 6975464"/>
              <a:gd name="connsiteX255" fmla="*/ 1666526 w 42118086"/>
              <a:gd name="connsiteY255" fmla="*/ 2151636 h 6975464"/>
              <a:gd name="connsiteX256" fmla="*/ 1857392 w 42118086"/>
              <a:gd name="connsiteY256" fmla="*/ 2003386 h 6975464"/>
              <a:gd name="connsiteX257" fmla="*/ 1857392 w 42118086"/>
              <a:gd name="connsiteY257" fmla="*/ 2177658 h 6975464"/>
              <a:gd name="connsiteX258" fmla="*/ 1870800 w 42118086"/>
              <a:gd name="connsiteY258" fmla="*/ 2176081 h 6975464"/>
              <a:gd name="connsiteX259" fmla="*/ 1870800 w 42118086"/>
              <a:gd name="connsiteY259" fmla="*/ 1998654 h 6975464"/>
              <a:gd name="connsiteX260" fmla="*/ 1886574 w 42118086"/>
              <a:gd name="connsiteY260" fmla="*/ 1986037 h 6975464"/>
              <a:gd name="connsiteX261" fmla="*/ 1886574 w 42118086"/>
              <a:gd name="connsiteY261" fmla="*/ 1969478 h 6975464"/>
              <a:gd name="connsiteX262" fmla="*/ 1869222 w 42118086"/>
              <a:gd name="connsiteY262" fmla="*/ 1982883 h 6975464"/>
              <a:gd name="connsiteX263" fmla="*/ 1869222 w 42118086"/>
              <a:gd name="connsiteY263" fmla="*/ 1636704 h 6975464"/>
              <a:gd name="connsiteX264" fmla="*/ 1886574 w 42118086"/>
              <a:gd name="connsiteY264" fmla="*/ 1623299 h 6975464"/>
              <a:gd name="connsiteX265" fmla="*/ 1886574 w 42118086"/>
              <a:gd name="connsiteY265" fmla="*/ 1606739 h 6975464"/>
              <a:gd name="connsiteX266" fmla="*/ 1862124 w 42118086"/>
              <a:gd name="connsiteY266" fmla="*/ 1625665 h 6975464"/>
              <a:gd name="connsiteX267" fmla="*/ 1496955 w 42118086"/>
              <a:gd name="connsiteY267" fmla="*/ 1348091 h 6975464"/>
              <a:gd name="connsiteX268" fmla="*/ 1861335 w 42118086"/>
              <a:gd name="connsiteY268" fmla="*/ 1064997 h 6975464"/>
              <a:gd name="connsiteX269" fmla="*/ 2226503 w 42118086"/>
              <a:gd name="connsiteY269" fmla="*/ 1342571 h 6975464"/>
              <a:gd name="connsiteX270" fmla="*/ 1887362 w 42118086"/>
              <a:gd name="connsiteY270" fmla="*/ 1605951 h 6975464"/>
              <a:gd name="connsiteX271" fmla="*/ 1887362 w 42118086"/>
              <a:gd name="connsiteY271" fmla="*/ 1622510 h 6975464"/>
              <a:gd name="connsiteX272" fmla="*/ 2231236 w 42118086"/>
              <a:gd name="connsiteY272" fmla="*/ 1355976 h 6975464"/>
              <a:gd name="connsiteX273" fmla="*/ 2231236 w 42118086"/>
              <a:gd name="connsiteY273" fmla="*/ 1702944 h 6975464"/>
              <a:gd name="connsiteX274" fmla="*/ 1887362 w 42118086"/>
              <a:gd name="connsiteY274" fmla="*/ 1968689 h 6975464"/>
              <a:gd name="connsiteX275" fmla="*/ 1887362 w 42118086"/>
              <a:gd name="connsiteY275" fmla="*/ 1985249 h 6975464"/>
              <a:gd name="connsiteX276" fmla="*/ 2243855 w 42118086"/>
              <a:gd name="connsiteY276" fmla="*/ 1709252 h 6975464"/>
              <a:gd name="connsiteX277" fmla="*/ 2243855 w 42118086"/>
              <a:gd name="connsiteY277" fmla="*/ 1339416 h 6975464"/>
              <a:gd name="connsiteX278" fmla="*/ 1870800 w 42118086"/>
              <a:gd name="connsiteY278" fmla="*/ 1056323 h 6975464"/>
              <a:gd name="connsiteX279" fmla="*/ 1870800 w 42118086"/>
              <a:gd name="connsiteY279" fmla="*/ 707778 h 6975464"/>
              <a:gd name="connsiteX280" fmla="*/ 1857392 w 42118086"/>
              <a:gd name="connsiteY280" fmla="*/ 718030 h 6975464"/>
              <a:gd name="connsiteX281" fmla="*/ 1857392 w 42118086"/>
              <a:gd name="connsiteY281" fmla="*/ 1050803 h 6975464"/>
              <a:gd name="connsiteX282" fmla="*/ 1496167 w 42118086"/>
              <a:gd name="connsiteY282" fmla="*/ 1331531 h 6975464"/>
              <a:gd name="connsiteX283" fmla="*/ 1496167 w 42118086"/>
              <a:gd name="connsiteY283" fmla="*/ 985352 h 6975464"/>
              <a:gd name="connsiteX284" fmla="*/ 1857392 w 42118086"/>
              <a:gd name="connsiteY284" fmla="*/ 704624 h 6975464"/>
              <a:gd name="connsiteX285" fmla="*/ 1857392 w 42118086"/>
              <a:gd name="connsiteY285" fmla="*/ 717241 h 6975464"/>
              <a:gd name="connsiteX286" fmla="*/ 1870800 w 42118086"/>
              <a:gd name="connsiteY286" fmla="*/ 706990 h 6975464"/>
              <a:gd name="connsiteX287" fmla="*/ 1870800 w 42118086"/>
              <a:gd name="connsiteY287" fmla="*/ 688064 h 6975464"/>
              <a:gd name="connsiteX288" fmla="*/ 1509574 w 42118086"/>
              <a:gd name="connsiteY288" fmla="*/ 412856 h 6975464"/>
              <a:gd name="connsiteX289" fmla="*/ 1498533 w 42118086"/>
              <a:gd name="connsiteY289" fmla="*/ 421530 h 6975464"/>
              <a:gd name="connsiteX290" fmla="*/ 1508786 w 42118086"/>
              <a:gd name="connsiteY290" fmla="*/ 412856 h 6975464"/>
              <a:gd name="connsiteX291" fmla="*/ 1493012 w 42118086"/>
              <a:gd name="connsiteY291" fmla="*/ 401028 h 6975464"/>
              <a:gd name="connsiteX292" fmla="*/ 1493012 w 42118086"/>
              <a:gd name="connsiteY292" fmla="*/ 119417 h 6975464"/>
              <a:gd name="connsiteX293" fmla="*/ 1493012 w 42118086"/>
              <a:gd name="connsiteY293" fmla="*/ 117464 h 6975464"/>
              <a:gd name="connsiteX294" fmla="*/ 1398859 w 42118086"/>
              <a:gd name="connsiteY294" fmla="*/ 117464 h 6975464"/>
              <a:gd name="connsiteX295" fmla="*/ 1480393 w 42118086"/>
              <a:gd name="connsiteY295" fmla="*/ 117464 h 6975464"/>
              <a:gd name="connsiteX296" fmla="*/ 1480393 w 42118086"/>
              <a:gd name="connsiteY296" fmla="*/ 201868 h 6975464"/>
              <a:gd name="connsiteX297" fmla="*/ 1480393 w 42118086"/>
              <a:gd name="connsiteY297" fmla="*/ 401028 h 6975464"/>
              <a:gd name="connsiteX298" fmla="*/ 1118379 w 42118086"/>
              <a:gd name="connsiteY298" fmla="*/ 681756 h 6975464"/>
              <a:gd name="connsiteX299" fmla="*/ 1118379 w 42118086"/>
              <a:gd name="connsiteY299" fmla="*/ 335577 h 6975464"/>
              <a:gd name="connsiteX300" fmla="*/ 1379242 w 42118086"/>
              <a:gd name="connsiteY300" fmla="*/ 132719 h 6975464"/>
              <a:gd name="connsiteX301" fmla="*/ 1398859 w 42118086"/>
              <a:gd name="connsiteY301" fmla="*/ 117464 h 6975464"/>
              <a:gd name="connsiteX302" fmla="*/ 840168 w 42118086"/>
              <a:gd name="connsiteY302" fmla="*/ 117464 h 6975464"/>
              <a:gd name="connsiteX303" fmla="*/ 1377550 w 42118086"/>
              <a:gd name="connsiteY303" fmla="*/ 117464 h 6975464"/>
              <a:gd name="connsiteX304" fmla="*/ 1301753 w 42118086"/>
              <a:gd name="connsiteY304" fmla="*/ 176360 h 6975464"/>
              <a:gd name="connsiteX305" fmla="*/ 1112069 w 42118086"/>
              <a:gd name="connsiteY305" fmla="*/ 323748 h 6975464"/>
              <a:gd name="connsiteX306" fmla="*/ 857417 w 42118086"/>
              <a:gd name="connsiteY306" fmla="*/ 130551 h 6975464"/>
              <a:gd name="connsiteX307" fmla="*/ 840168 w 42118086"/>
              <a:gd name="connsiteY307" fmla="*/ 117464 h 6975464"/>
              <a:gd name="connsiteX0" fmla="*/ 738225 w 42198532"/>
              <a:gd name="connsiteY0" fmla="*/ 6911396 h 6975464"/>
              <a:gd name="connsiteX1" fmla="*/ 814828 w 42198532"/>
              <a:gd name="connsiteY1" fmla="*/ 6969750 h 6975464"/>
              <a:gd name="connsiteX2" fmla="*/ 822329 w 42198532"/>
              <a:gd name="connsiteY2" fmla="*/ 6975464 h 6975464"/>
              <a:gd name="connsiteX3" fmla="*/ 655724 w 42198532"/>
              <a:gd name="connsiteY3" fmla="*/ 6975464 h 6975464"/>
              <a:gd name="connsiteX4" fmla="*/ 656989 w 42198532"/>
              <a:gd name="connsiteY4" fmla="*/ 6974481 h 6975464"/>
              <a:gd name="connsiteX5" fmla="*/ 738225 w 42198532"/>
              <a:gd name="connsiteY5" fmla="*/ 6911396 h 6975464"/>
              <a:gd name="connsiteX6" fmla="*/ 733493 w 42198532"/>
              <a:gd name="connsiteY6" fmla="*/ 6551812 h 6975464"/>
              <a:gd name="connsiteX7" fmla="*/ 733493 w 42198532"/>
              <a:gd name="connsiteY7" fmla="*/ 6897991 h 6975464"/>
              <a:gd name="connsiteX8" fmla="*/ 639637 w 42198532"/>
              <a:gd name="connsiteY8" fmla="*/ 6970539 h 6975464"/>
              <a:gd name="connsiteX9" fmla="*/ 656989 w 42198532"/>
              <a:gd name="connsiteY9" fmla="*/ 6974481 h 6975464"/>
              <a:gd name="connsiteX10" fmla="*/ 638848 w 42198532"/>
              <a:gd name="connsiteY10" fmla="*/ 6971327 h 6975464"/>
              <a:gd name="connsiteX11" fmla="*/ 633515 w 42198532"/>
              <a:gd name="connsiteY11" fmla="*/ 6975464 h 6975464"/>
              <a:gd name="connsiteX12" fmla="*/ 371479 w 42198532"/>
              <a:gd name="connsiteY12" fmla="*/ 6975464 h 6975464"/>
              <a:gd name="connsiteX13" fmla="*/ 371479 w 42198532"/>
              <a:gd name="connsiteY13" fmla="*/ 6917056 h 6975464"/>
              <a:gd name="connsiteX14" fmla="*/ 371479 w 42198532"/>
              <a:gd name="connsiteY14" fmla="*/ 6832540 h 6975464"/>
              <a:gd name="connsiteX15" fmla="*/ 733493 w 42198532"/>
              <a:gd name="connsiteY15" fmla="*/ 6551812 h 6975464"/>
              <a:gd name="connsiteX16" fmla="*/ 1106548 w 42198532"/>
              <a:gd name="connsiteY16" fmla="*/ 5904403 h 6975464"/>
              <a:gd name="connsiteX17" fmla="*/ 1106548 w 42198532"/>
              <a:gd name="connsiteY17" fmla="*/ 6251370 h 6975464"/>
              <a:gd name="connsiteX18" fmla="*/ 1012693 w 42198532"/>
              <a:gd name="connsiteY18" fmla="*/ 6323918 h 6975464"/>
              <a:gd name="connsiteX19" fmla="*/ 744534 w 42198532"/>
              <a:gd name="connsiteY19" fmla="*/ 6531309 h 6975464"/>
              <a:gd name="connsiteX20" fmla="*/ 744534 w 42198532"/>
              <a:gd name="connsiteY20" fmla="*/ 6185131 h 6975464"/>
              <a:gd name="connsiteX21" fmla="*/ 873093 w 42198532"/>
              <a:gd name="connsiteY21" fmla="*/ 6085772 h 6975464"/>
              <a:gd name="connsiteX22" fmla="*/ 1106548 w 42198532"/>
              <a:gd name="connsiteY22" fmla="*/ 5904403 h 6975464"/>
              <a:gd name="connsiteX23" fmla="*/ 1739875 w 42198532"/>
              <a:gd name="connsiteY23" fmla="*/ 5788484 h 6975464"/>
              <a:gd name="connsiteX24" fmla="*/ 1726467 w 42198532"/>
              <a:gd name="connsiteY24" fmla="*/ 5794792 h 6975464"/>
              <a:gd name="connsiteX25" fmla="*/ 1739875 w 42198532"/>
              <a:gd name="connsiteY25" fmla="*/ 5788484 h 6975464"/>
              <a:gd name="connsiteX26" fmla="*/ 1488280 w 42198532"/>
              <a:gd name="connsiteY26" fmla="*/ 5613423 h 6975464"/>
              <a:gd name="connsiteX27" fmla="*/ 1726467 w 42198532"/>
              <a:gd name="connsiteY27" fmla="*/ 5794792 h 6975464"/>
              <a:gd name="connsiteX28" fmla="*/ 1853448 w 42198532"/>
              <a:gd name="connsiteY28" fmla="*/ 5890997 h 6975464"/>
              <a:gd name="connsiteX29" fmla="*/ 1489068 w 42198532"/>
              <a:gd name="connsiteY29" fmla="*/ 6174091 h 6975464"/>
              <a:gd name="connsiteX30" fmla="*/ 1123900 w 42198532"/>
              <a:gd name="connsiteY30" fmla="*/ 5896517 h 6975464"/>
              <a:gd name="connsiteX31" fmla="*/ 1488280 w 42198532"/>
              <a:gd name="connsiteY31" fmla="*/ 5613423 h 6975464"/>
              <a:gd name="connsiteX32" fmla="*/ 359648 w 42198532"/>
              <a:gd name="connsiteY32" fmla="*/ 4965225 h 6975464"/>
              <a:gd name="connsiteX33" fmla="*/ 724817 w 42198532"/>
              <a:gd name="connsiteY33" fmla="*/ 5242799 h 6975464"/>
              <a:gd name="connsiteX34" fmla="*/ 487418 w 42198532"/>
              <a:gd name="connsiteY34" fmla="*/ 5426534 h 6975464"/>
              <a:gd name="connsiteX35" fmla="*/ 493727 w 42198532"/>
              <a:gd name="connsiteY35" fmla="*/ 5437574 h 6975464"/>
              <a:gd name="connsiteX36" fmla="*/ 733493 w 42198532"/>
              <a:gd name="connsiteY36" fmla="*/ 5252262 h 6975464"/>
              <a:gd name="connsiteX37" fmla="*/ 733493 w 42198532"/>
              <a:gd name="connsiteY37" fmla="*/ 5598440 h 6975464"/>
              <a:gd name="connsiteX38" fmla="*/ 633328 w 42198532"/>
              <a:gd name="connsiteY38" fmla="*/ 5675720 h 6975464"/>
              <a:gd name="connsiteX39" fmla="*/ 641215 w 42198532"/>
              <a:gd name="connsiteY39" fmla="*/ 5688337 h 6975464"/>
              <a:gd name="connsiteX40" fmla="*/ 737436 w 42198532"/>
              <a:gd name="connsiteY40" fmla="*/ 5613423 h 6975464"/>
              <a:gd name="connsiteX41" fmla="*/ 1102605 w 42198532"/>
              <a:gd name="connsiteY41" fmla="*/ 5890997 h 6975464"/>
              <a:gd name="connsiteX42" fmla="*/ 866783 w 42198532"/>
              <a:gd name="connsiteY42" fmla="*/ 6073943 h 6975464"/>
              <a:gd name="connsiteX43" fmla="*/ 873093 w 42198532"/>
              <a:gd name="connsiteY43" fmla="*/ 6085772 h 6975464"/>
              <a:gd name="connsiteX44" fmla="*/ 865994 w 42198532"/>
              <a:gd name="connsiteY44" fmla="*/ 6074732 h 6975464"/>
              <a:gd name="connsiteX45" fmla="*/ 738225 w 42198532"/>
              <a:gd name="connsiteY45" fmla="*/ 6174091 h 6975464"/>
              <a:gd name="connsiteX46" fmla="*/ 373056 w 42198532"/>
              <a:gd name="connsiteY46" fmla="*/ 5896517 h 6975464"/>
              <a:gd name="connsiteX47" fmla="*/ 640426 w 42198532"/>
              <a:gd name="connsiteY47" fmla="*/ 5689125 h 6975464"/>
              <a:gd name="connsiteX48" fmla="*/ 633328 w 42198532"/>
              <a:gd name="connsiteY48" fmla="*/ 5676508 h 6975464"/>
              <a:gd name="connsiteX49" fmla="*/ 371479 w 42198532"/>
              <a:gd name="connsiteY49" fmla="*/ 5879169 h 6975464"/>
              <a:gd name="connsiteX50" fmla="*/ 371479 w 42198532"/>
              <a:gd name="connsiteY50" fmla="*/ 5532990 h 6975464"/>
              <a:gd name="connsiteX51" fmla="*/ 493727 w 42198532"/>
              <a:gd name="connsiteY51" fmla="*/ 5438362 h 6975464"/>
              <a:gd name="connsiteX52" fmla="*/ 486629 w 42198532"/>
              <a:gd name="connsiteY52" fmla="*/ 5426534 h 6975464"/>
              <a:gd name="connsiteX53" fmla="*/ 365169 w 42198532"/>
              <a:gd name="connsiteY53" fmla="*/ 5521161 h 6975464"/>
              <a:gd name="connsiteX54" fmla="*/ 0 w 42198532"/>
              <a:gd name="connsiteY54" fmla="*/ 5243588 h 6975464"/>
              <a:gd name="connsiteX55" fmla="*/ 359648 w 42198532"/>
              <a:gd name="connsiteY55" fmla="*/ 4965225 h 6975464"/>
              <a:gd name="connsiteX56" fmla="*/ 1106548 w 42198532"/>
              <a:gd name="connsiteY56" fmla="*/ 4604852 h 6975464"/>
              <a:gd name="connsiteX57" fmla="*/ 1106548 w 42198532"/>
              <a:gd name="connsiteY57" fmla="*/ 4951031 h 6975464"/>
              <a:gd name="connsiteX58" fmla="*/ 1018214 w 42198532"/>
              <a:gd name="connsiteY58" fmla="*/ 5019636 h 6975464"/>
              <a:gd name="connsiteX59" fmla="*/ 1025312 w 42198532"/>
              <a:gd name="connsiteY59" fmla="*/ 5030676 h 6975464"/>
              <a:gd name="connsiteX60" fmla="*/ 1017425 w 42198532"/>
              <a:gd name="connsiteY60" fmla="*/ 5020424 h 6975464"/>
              <a:gd name="connsiteX61" fmla="*/ 744534 w 42198532"/>
              <a:gd name="connsiteY61" fmla="*/ 5231759 h 6975464"/>
              <a:gd name="connsiteX62" fmla="*/ 744534 w 42198532"/>
              <a:gd name="connsiteY62" fmla="*/ 4885580 h 6975464"/>
              <a:gd name="connsiteX63" fmla="*/ 856530 w 42198532"/>
              <a:gd name="connsiteY63" fmla="*/ 4798050 h 6975464"/>
              <a:gd name="connsiteX64" fmla="*/ 849432 w 42198532"/>
              <a:gd name="connsiteY64" fmla="*/ 4787799 h 6975464"/>
              <a:gd name="connsiteX65" fmla="*/ 857319 w 42198532"/>
              <a:gd name="connsiteY65" fmla="*/ 4798050 h 6975464"/>
              <a:gd name="connsiteX66" fmla="*/ 1106548 w 42198532"/>
              <a:gd name="connsiteY66" fmla="*/ 4604852 h 6975464"/>
              <a:gd name="connsiteX67" fmla="*/ 737436 w 42198532"/>
              <a:gd name="connsiteY67" fmla="*/ 4313873 h 6975464"/>
              <a:gd name="connsiteX68" fmla="*/ 1102605 w 42198532"/>
              <a:gd name="connsiteY68" fmla="*/ 4591447 h 6975464"/>
              <a:gd name="connsiteX69" fmla="*/ 849432 w 42198532"/>
              <a:gd name="connsiteY69" fmla="*/ 4787799 h 6975464"/>
              <a:gd name="connsiteX70" fmla="*/ 738225 w 42198532"/>
              <a:gd name="connsiteY70" fmla="*/ 4873752 h 6975464"/>
              <a:gd name="connsiteX71" fmla="*/ 373056 w 42198532"/>
              <a:gd name="connsiteY71" fmla="*/ 4596178 h 6975464"/>
              <a:gd name="connsiteX72" fmla="*/ 737436 w 42198532"/>
              <a:gd name="connsiteY72" fmla="*/ 4313873 h 6975464"/>
              <a:gd name="connsiteX73" fmla="*/ 1115224 w 42198532"/>
              <a:gd name="connsiteY73" fmla="*/ 3661732 h 6975464"/>
              <a:gd name="connsiteX74" fmla="*/ 1125477 w 42198532"/>
              <a:gd name="connsiteY74" fmla="*/ 3669618 h 6975464"/>
              <a:gd name="connsiteX75" fmla="*/ 1480393 w 42198532"/>
              <a:gd name="connsiteY75" fmla="*/ 3939306 h 6975464"/>
              <a:gd name="connsiteX76" fmla="*/ 1116013 w 42198532"/>
              <a:gd name="connsiteY76" fmla="*/ 4222399 h 6975464"/>
              <a:gd name="connsiteX77" fmla="*/ 750844 w 42198532"/>
              <a:gd name="connsiteY77" fmla="*/ 3944037 h 6975464"/>
              <a:gd name="connsiteX78" fmla="*/ 1115224 w 42198532"/>
              <a:gd name="connsiteY78" fmla="*/ 3661732 h 6975464"/>
              <a:gd name="connsiteX79" fmla="*/ 1480393 w 42198532"/>
              <a:gd name="connsiteY79" fmla="*/ 2656315 h 6975464"/>
              <a:gd name="connsiteX80" fmla="*/ 1480393 w 42198532"/>
              <a:gd name="connsiteY80" fmla="*/ 3002494 h 6975464"/>
              <a:gd name="connsiteX81" fmla="*/ 1386537 w 42198532"/>
              <a:gd name="connsiteY81" fmla="*/ 3075042 h 6975464"/>
              <a:gd name="connsiteX82" fmla="*/ 1392847 w 42198532"/>
              <a:gd name="connsiteY82" fmla="*/ 3086870 h 6975464"/>
              <a:gd name="connsiteX83" fmla="*/ 1385748 w 42198532"/>
              <a:gd name="connsiteY83" fmla="*/ 3075830 h 6975464"/>
              <a:gd name="connsiteX84" fmla="*/ 1118379 w 42198532"/>
              <a:gd name="connsiteY84" fmla="*/ 3283222 h 6975464"/>
              <a:gd name="connsiteX85" fmla="*/ 1118379 w 42198532"/>
              <a:gd name="connsiteY85" fmla="*/ 2937043 h 6975464"/>
              <a:gd name="connsiteX86" fmla="*/ 1246148 w 42198532"/>
              <a:gd name="connsiteY86" fmla="*/ 2837685 h 6975464"/>
              <a:gd name="connsiteX87" fmla="*/ 1239839 w 42198532"/>
              <a:gd name="connsiteY87" fmla="*/ 2825856 h 6975464"/>
              <a:gd name="connsiteX88" fmla="*/ 1246937 w 42198532"/>
              <a:gd name="connsiteY88" fmla="*/ 2836896 h 6975464"/>
              <a:gd name="connsiteX89" fmla="*/ 1480393 w 42198532"/>
              <a:gd name="connsiteY89" fmla="*/ 2656315 h 6975464"/>
              <a:gd name="connsiteX90" fmla="*/ 732704 w 42198532"/>
              <a:gd name="connsiteY90" fmla="*/ 1716349 h 6975464"/>
              <a:gd name="connsiteX91" fmla="*/ 1097873 w 42198532"/>
              <a:gd name="connsiteY91" fmla="*/ 1993923 h 6975464"/>
              <a:gd name="connsiteX92" fmla="*/ 860473 w 42198532"/>
              <a:gd name="connsiteY92" fmla="*/ 2177658 h 6975464"/>
              <a:gd name="connsiteX93" fmla="*/ 867572 w 42198532"/>
              <a:gd name="connsiteY93" fmla="*/ 2189486 h 6975464"/>
              <a:gd name="connsiteX94" fmla="*/ 1106548 w 42198532"/>
              <a:gd name="connsiteY94" fmla="*/ 2003386 h 6975464"/>
              <a:gd name="connsiteX95" fmla="*/ 1106548 w 42198532"/>
              <a:gd name="connsiteY95" fmla="*/ 2350353 h 6975464"/>
              <a:gd name="connsiteX96" fmla="*/ 1007172 w 42198532"/>
              <a:gd name="connsiteY96" fmla="*/ 2427632 h 6975464"/>
              <a:gd name="connsiteX97" fmla="*/ 1014270 w 42198532"/>
              <a:gd name="connsiteY97" fmla="*/ 2440249 h 6975464"/>
              <a:gd name="connsiteX98" fmla="*/ 1110492 w 42198532"/>
              <a:gd name="connsiteY98" fmla="*/ 2365336 h 6975464"/>
              <a:gd name="connsiteX99" fmla="*/ 1475660 w 42198532"/>
              <a:gd name="connsiteY99" fmla="*/ 2642910 h 6975464"/>
              <a:gd name="connsiteX100" fmla="*/ 1239839 w 42198532"/>
              <a:gd name="connsiteY100" fmla="*/ 2825856 h 6975464"/>
              <a:gd name="connsiteX101" fmla="*/ 1112069 w 42198532"/>
              <a:gd name="connsiteY101" fmla="*/ 2925215 h 6975464"/>
              <a:gd name="connsiteX102" fmla="*/ 746900 w 42198532"/>
              <a:gd name="connsiteY102" fmla="*/ 2647641 h 6975464"/>
              <a:gd name="connsiteX103" fmla="*/ 1013481 w 42198532"/>
              <a:gd name="connsiteY103" fmla="*/ 2440249 h 6975464"/>
              <a:gd name="connsiteX104" fmla="*/ 1006383 w 42198532"/>
              <a:gd name="connsiteY104" fmla="*/ 2427632 h 6975464"/>
              <a:gd name="connsiteX105" fmla="*/ 744534 w 42198532"/>
              <a:gd name="connsiteY105" fmla="*/ 2631081 h 6975464"/>
              <a:gd name="connsiteX106" fmla="*/ 744534 w 42198532"/>
              <a:gd name="connsiteY106" fmla="*/ 2284114 h 6975464"/>
              <a:gd name="connsiteX107" fmla="*/ 866783 w 42198532"/>
              <a:gd name="connsiteY107" fmla="*/ 2189486 h 6975464"/>
              <a:gd name="connsiteX108" fmla="*/ 860473 w 42198532"/>
              <a:gd name="connsiteY108" fmla="*/ 2178447 h 6975464"/>
              <a:gd name="connsiteX109" fmla="*/ 738225 w 42198532"/>
              <a:gd name="connsiteY109" fmla="*/ 2273074 h 6975464"/>
              <a:gd name="connsiteX110" fmla="*/ 373056 w 42198532"/>
              <a:gd name="connsiteY110" fmla="*/ 1995500 h 6975464"/>
              <a:gd name="connsiteX111" fmla="*/ 732704 w 42198532"/>
              <a:gd name="connsiteY111" fmla="*/ 1716349 h 6975464"/>
              <a:gd name="connsiteX112" fmla="*/ 1480393 w 42198532"/>
              <a:gd name="connsiteY112" fmla="*/ 1355976 h 6975464"/>
              <a:gd name="connsiteX113" fmla="*/ 1480393 w 42198532"/>
              <a:gd name="connsiteY113" fmla="*/ 1702944 h 6975464"/>
              <a:gd name="connsiteX114" fmla="*/ 1391269 w 42198532"/>
              <a:gd name="connsiteY114" fmla="*/ 1771549 h 6975464"/>
              <a:gd name="connsiteX115" fmla="*/ 1399156 w 42198532"/>
              <a:gd name="connsiteY115" fmla="*/ 1781800 h 6975464"/>
              <a:gd name="connsiteX116" fmla="*/ 1483547 w 42198532"/>
              <a:gd name="connsiteY116" fmla="*/ 1716349 h 6975464"/>
              <a:gd name="connsiteX117" fmla="*/ 1848716 w 42198532"/>
              <a:gd name="connsiteY117" fmla="*/ 1993923 h 6975464"/>
              <a:gd name="connsiteX118" fmla="*/ 1658639 w 42198532"/>
              <a:gd name="connsiteY118" fmla="*/ 2141384 h 6975464"/>
              <a:gd name="connsiteX119" fmla="*/ 1489068 w 42198532"/>
              <a:gd name="connsiteY119" fmla="*/ 2273074 h 6975464"/>
              <a:gd name="connsiteX120" fmla="*/ 1123900 w 42198532"/>
              <a:gd name="connsiteY120" fmla="*/ 1995500 h 6975464"/>
              <a:gd name="connsiteX121" fmla="*/ 1398368 w 42198532"/>
              <a:gd name="connsiteY121" fmla="*/ 1782588 h 6975464"/>
              <a:gd name="connsiteX122" fmla="*/ 1390481 w 42198532"/>
              <a:gd name="connsiteY122" fmla="*/ 1771549 h 6975464"/>
              <a:gd name="connsiteX123" fmla="*/ 1118379 w 42198532"/>
              <a:gd name="connsiteY123" fmla="*/ 1982883 h 6975464"/>
              <a:gd name="connsiteX124" fmla="*/ 1118379 w 42198532"/>
              <a:gd name="connsiteY124" fmla="*/ 1636704 h 6975464"/>
              <a:gd name="connsiteX125" fmla="*/ 1230374 w 42198532"/>
              <a:gd name="connsiteY125" fmla="*/ 1549963 h 6975464"/>
              <a:gd name="connsiteX126" fmla="*/ 1480393 w 42198532"/>
              <a:gd name="connsiteY126" fmla="*/ 1355976 h 6975464"/>
              <a:gd name="connsiteX127" fmla="*/ 1110492 w 42198532"/>
              <a:gd name="connsiteY127" fmla="*/ 1064997 h 6975464"/>
              <a:gd name="connsiteX128" fmla="*/ 1475660 w 42198532"/>
              <a:gd name="connsiteY128" fmla="*/ 1342571 h 6975464"/>
              <a:gd name="connsiteX129" fmla="*/ 1223276 w 42198532"/>
              <a:gd name="connsiteY129" fmla="*/ 1538923 h 6975464"/>
              <a:gd name="connsiteX130" fmla="*/ 1230374 w 42198532"/>
              <a:gd name="connsiteY130" fmla="*/ 1549963 h 6975464"/>
              <a:gd name="connsiteX131" fmla="*/ 1222487 w 42198532"/>
              <a:gd name="connsiteY131" fmla="*/ 1539711 h 6975464"/>
              <a:gd name="connsiteX132" fmla="*/ 1112069 w 42198532"/>
              <a:gd name="connsiteY132" fmla="*/ 1625665 h 6975464"/>
              <a:gd name="connsiteX133" fmla="*/ 746900 w 42198532"/>
              <a:gd name="connsiteY133" fmla="*/ 1348091 h 6975464"/>
              <a:gd name="connsiteX134" fmla="*/ 1110492 w 42198532"/>
              <a:gd name="connsiteY134" fmla="*/ 1064997 h 6975464"/>
              <a:gd name="connsiteX135" fmla="*/ 1488280 w 42198532"/>
              <a:gd name="connsiteY135" fmla="*/ 413645 h 6975464"/>
              <a:gd name="connsiteX136" fmla="*/ 1498533 w 42198532"/>
              <a:gd name="connsiteY136" fmla="*/ 421530 h 6975464"/>
              <a:gd name="connsiteX137" fmla="*/ 1853448 w 42198532"/>
              <a:gd name="connsiteY137" fmla="*/ 691218 h 6975464"/>
              <a:gd name="connsiteX138" fmla="*/ 1489068 w 42198532"/>
              <a:gd name="connsiteY138" fmla="*/ 973524 h 6975464"/>
              <a:gd name="connsiteX139" fmla="*/ 1123900 w 42198532"/>
              <a:gd name="connsiteY139" fmla="*/ 695950 h 6975464"/>
              <a:gd name="connsiteX140" fmla="*/ 1488280 w 42198532"/>
              <a:gd name="connsiteY140" fmla="*/ 413645 h 6975464"/>
              <a:gd name="connsiteX141" fmla="*/ 1493012 w 42198532"/>
              <a:gd name="connsiteY141" fmla="*/ 117464 h 6975464"/>
              <a:gd name="connsiteX142" fmla="*/ 42118086 w 42198532"/>
              <a:gd name="connsiteY142" fmla="*/ 0 h 6975464"/>
              <a:gd name="connsiteX143" fmla="*/ 42198532 w 42198532"/>
              <a:gd name="connsiteY143" fmla="*/ 6799268 h 6975464"/>
              <a:gd name="connsiteX144" fmla="*/ 843615 w 42198532"/>
              <a:gd name="connsiteY144" fmla="*/ 6975464 h 6975464"/>
              <a:gd name="connsiteX145" fmla="*/ 810785 w 42198532"/>
              <a:gd name="connsiteY145" fmla="*/ 6950504 h 6975464"/>
              <a:gd name="connsiteX146" fmla="*/ 746900 w 42198532"/>
              <a:gd name="connsiteY146" fmla="*/ 6901934 h 6975464"/>
              <a:gd name="connsiteX147" fmla="*/ 746900 w 42198532"/>
              <a:gd name="connsiteY147" fmla="*/ 6547081 h 6975464"/>
              <a:gd name="connsiteX148" fmla="*/ 1019002 w 42198532"/>
              <a:gd name="connsiteY148" fmla="*/ 6335746 h 6975464"/>
              <a:gd name="connsiteX149" fmla="*/ 1012693 w 42198532"/>
              <a:gd name="connsiteY149" fmla="*/ 6323918 h 6975464"/>
              <a:gd name="connsiteX150" fmla="*/ 1019791 w 42198532"/>
              <a:gd name="connsiteY150" fmla="*/ 6334957 h 6975464"/>
              <a:gd name="connsiteX151" fmla="*/ 1110492 w 42198532"/>
              <a:gd name="connsiteY151" fmla="*/ 6264775 h 6975464"/>
              <a:gd name="connsiteX152" fmla="*/ 1489068 w 42198532"/>
              <a:gd name="connsiteY152" fmla="*/ 6553389 h 6975464"/>
              <a:gd name="connsiteX153" fmla="*/ 1870800 w 42198532"/>
              <a:gd name="connsiteY153" fmla="*/ 6257678 h 6975464"/>
              <a:gd name="connsiteX154" fmla="*/ 1870800 w 42198532"/>
              <a:gd name="connsiteY154" fmla="*/ 6139394 h 6975464"/>
              <a:gd name="connsiteX155" fmla="*/ 1857392 w 42198532"/>
              <a:gd name="connsiteY155" fmla="*/ 6144914 h 6975464"/>
              <a:gd name="connsiteX156" fmla="*/ 1857392 w 42198532"/>
              <a:gd name="connsiteY156" fmla="*/ 6251370 h 6975464"/>
              <a:gd name="connsiteX157" fmla="*/ 1495378 w 42198532"/>
              <a:gd name="connsiteY157" fmla="*/ 6531309 h 6975464"/>
              <a:gd name="connsiteX158" fmla="*/ 1495378 w 42198532"/>
              <a:gd name="connsiteY158" fmla="*/ 6185131 h 6975464"/>
              <a:gd name="connsiteX159" fmla="*/ 1857392 w 42198532"/>
              <a:gd name="connsiteY159" fmla="*/ 5904403 h 6975464"/>
              <a:gd name="connsiteX160" fmla="*/ 1857392 w 42198532"/>
              <a:gd name="connsiteY160" fmla="*/ 6144125 h 6975464"/>
              <a:gd name="connsiteX161" fmla="*/ 1870800 w 42198532"/>
              <a:gd name="connsiteY161" fmla="*/ 6138605 h 6975464"/>
              <a:gd name="connsiteX162" fmla="*/ 1870800 w 42198532"/>
              <a:gd name="connsiteY162" fmla="*/ 5887843 h 6975464"/>
              <a:gd name="connsiteX163" fmla="*/ 1739875 w 42198532"/>
              <a:gd name="connsiteY163" fmla="*/ 5788484 h 6975464"/>
              <a:gd name="connsiteX164" fmla="*/ 1497744 w 42198532"/>
              <a:gd name="connsiteY164" fmla="*/ 5604749 h 6975464"/>
              <a:gd name="connsiteX165" fmla="*/ 1497744 w 42198532"/>
              <a:gd name="connsiteY165" fmla="*/ 5424957 h 6975464"/>
              <a:gd name="connsiteX166" fmla="*/ 1484336 w 42198532"/>
              <a:gd name="connsiteY166" fmla="*/ 5427322 h 6975464"/>
              <a:gd name="connsiteX167" fmla="*/ 1484336 w 42198532"/>
              <a:gd name="connsiteY167" fmla="*/ 5598440 h 6975464"/>
              <a:gd name="connsiteX168" fmla="*/ 1122322 w 42198532"/>
              <a:gd name="connsiteY168" fmla="*/ 5879169 h 6975464"/>
              <a:gd name="connsiteX169" fmla="*/ 1122322 w 42198532"/>
              <a:gd name="connsiteY169" fmla="*/ 5532990 h 6975464"/>
              <a:gd name="connsiteX170" fmla="*/ 1292682 w 42198532"/>
              <a:gd name="connsiteY170" fmla="*/ 5400511 h 6975464"/>
              <a:gd name="connsiteX171" fmla="*/ 1285583 w 42198532"/>
              <a:gd name="connsiteY171" fmla="*/ 5390260 h 6975464"/>
              <a:gd name="connsiteX172" fmla="*/ 1116013 w 42198532"/>
              <a:gd name="connsiteY172" fmla="*/ 5521161 h 6975464"/>
              <a:gd name="connsiteX173" fmla="*/ 750844 w 42198532"/>
              <a:gd name="connsiteY173" fmla="*/ 5243588 h 6975464"/>
              <a:gd name="connsiteX174" fmla="*/ 1025312 w 42198532"/>
              <a:gd name="connsiteY174" fmla="*/ 5030676 h 6975464"/>
              <a:gd name="connsiteX175" fmla="*/ 1110492 w 42198532"/>
              <a:gd name="connsiteY175" fmla="*/ 4965225 h 6975464"/>
              <a:gd name="connsiteX176" fmla="*/ 1475660 w 42198532"/>
              <a:gd name="connsiteY176" fmla="*/ 5242799 h 6975464"/>
              <a:gd name="connsiteX177" fmla="*/ 1285583 w 42198532"/>
              <a:gd name="connsiteY177" fmla="*/ 5389472 h 6975464"/>
              <a:gd name="connsiteX178" fmla="*/ 1293470 w 42198532"/>
              <a:gd name="connsiteY178" fmla="*/ 5400511 h 6975464"/>
              <a:gd name="connsiteX179" fmla="*/ 1484336 w 42198532"/>
              <a:gd name="connsiteY179" fmla="*/ 5252262 h 6975464"/>
              <a:gd name="connsiteX180" fmla="*/ 1484336 w 42198532"/>
              <a:gd name="connsiteY180" fmla="*/ 5426534 h 6975464"/>
              <a:gd name="connsiteX181" fmla="*/ 1497744 w 42198532"/>
              <a:gd name="connsiteY181" fmla="*/ 5424168 h 6975464"/>
              <a:gd name="connsiteX182" fmla="*/ 1497744 w 42198532"/>
              <a:gd name="connsiteY182" fmla="*/ 5246742 h 6975464"/>
              <a:gd name="connsiteX183" fmla="*/ 1513518 w 42198532"/>
              <a:gd name="connsiteY183" fmla="*/ 5234125 h 6975464"/>
              <a:gd name="connsiteX184" fmla="*/ 1513518 w 42198532"/>
              <a:gd name="connsiteY184" fmla="*/ 5217565 h 6975464"/>
              <a:gd name="connsiteX185" fmla="*/ 1495378 w 42198532"/>
              <a:gd name="connsiteY185" fmla="*/ 5231759 h 6975464"/>
              <a:gd name="connsiteX186" fmla="*/ 1495378 w 42198532"/>
              <a:gd name="connsiteY186" fmla="*/ 4885580 h 6975464"/>
              <a:gd name="connsiteX187" fmla="*/ 1513518 w 42198532"/>
              <a:gd name="connsiteY187" fmla="*/ 4871386 h 6975464"/>
              <a:gd name="connsiteX188" fmla="*/ 1513518 w 42198532"/>
              <a:gd name="connsiteY188" fmla="*/ 4854826 h 6975464"/>
              <a:gd name="connsiteX189" fmla="*/ 1489068 w 42198532"/>
              <a:gd name="connsiteY189" fmla="*/ 4873752 h 6975464"/>
              <a:gd name="connsiteX190" fmla="*/ 1123900 w 42198532"/>
              <a:gd name="connsiteY190" fmla="*/ 4596178 h 6975464"/>
              <a:gd name="connsiteX191" fmla="*/ 1488280 w 42198532"/>
              <a:gd name="connsiteY191" fmla="*/ 4313873 h 6975464"/>
              <a:gd name="connsiteX192" fmla="*/ 1853448 w 42198532"/>
              <a:gd name="connsiteY192" fmla="*/ 4591447 h 6975464"/>
              <a:gd name="connsiteX193" fmla="*/ 1514307 w 42198532"/>
              <a:gd name="connsiteY193" fmla="*/ 4854826 h 6975464"/>
              <a:gd name="connsiteX194" fmla="*/ 1514307 w 42198532"/>
              <a:gd name="connsiteY194" fmla="*/ 4870598 h 6975464"/>
              <a:gd name="connsiteX195" fmla="*/ 1857392 w 42198532"/>
              <a:gd name="connsiteY195" fmla="*/ 4604852 h 6975464"/>
              <a:gd name="connsiteX196" fmla="*/ 1857392 w 42198532"/>
              <a:gd name="connsiteY196" fmla="*/ 4951031 h 6975464"/>
              <a:gd name="connsiteX197" fmla="*/ 1514307 w 42198532"/>
              <a:gd name="connsiteY197" fmla="*/ 5217565 h 6975464"/>
              <a:gd name="connsiteX198" fmla="*/ 1514307 w 42198532"/>
              <a:gd name="connsiteY198" fmla="*/ 5234125 h 6975464"/>
              <a:gd name="connsiteX199" fmla="*/ 1870800 w 42198532"/>
              <a:gd name="connsiteY199" fmla="*/ 4957339 h 6975464"/>
              <a:gd name="connsiteX200" fmla="*/ 1870800 w 42198532"/>
              <a:gd name="connsiteY200" fmla="*/ 4588292 h 6975464"/>
              <a:gd name="connsiteX201" fmla="*/ 1497744 w 42198532"/>
              <a:gd name="connsiteY201" fmla="*/ 4304410 h 6975464"/>
              <a:gd name="connsiteX202" fmla="*/ 1497744 w 42198532"/>
              <a:gd name="connsiteY202" fmla="*/ 3956654 h 6975464"/>
              <a:gd name="connsiteX203" fmla="*/ 1484336 w 42198532"/>
              <a:gd name="connsiteY203" fmla="*/ 3966905 h 6975464"/>
              <a:gd name="connsiteX204" fmla="*/ 1484336 w 42198532"/>
              <a:gd name="connsiteY204" fmla="*/ 4299679 h 6975464"/>
              <a:gd name="connsiteX205" fmla="*/ 1122322 w 42198532"/>
              <a:gd name="connsiteY205" fmla="*/ 4579618 h 6975464"/>
              <a:gd name="connsiteX206" fmla="*/ 1122322 w 42198532"/>
              <a:gd name="connsiteY206" fmla="*/ 4233439 h 6975464"/>
              <a:gd name="connsiteX207" fmla="*/ 1484336 w 42198532"/>
              <a:gd name="connsiteY207" fmla="*/ 3952712 h 6975464"/>
              <a:gd name="connsiteX208" fmla="*/ 1484336 w 42198532"/>
              <a:gd name="connsiteY208" fmla="*/ 3966117 h 6975464"/>
              <a:gd name="connsiteX209" fmla="*/ 1497744 w 42198532"/>
              <a:gd name="connsiteY209" fmla="*/ 3955866 h 6975464"/>
              <a:gd name="connsiteX210" fmla="*/ 1497744 w 42198532"/>
              <a:gd name="connsiteY210" fmla="*/ 3936152 h 6975464"/>
              <a:gd name="connsiteX211" fmla="*/ 1136519 w 42198532"/>
              <a:gd name="connsiteY211" fmla="*/ 3661732 h 6975464"/>
              <a:gd name="connsiteX212" fmla="*/ 1125477 w 42198532"/>
              <a:gd name="connsiteY212" fmla="*/ 3669618 h 6975464"/>
              <a:gd name="connsiteX213" fmla="*/ 1135730 w 42198532"/>
              <a:gd name="connsiteY213" fmla="*/ 3660943 h 6975464"/>
              <a:gd name="connsiteX214" fmla="*/ 1119956 w 42198532"/>
              <a:gd name="connsiteY214" fmla="*/ 3649115 h 6975464"/>
              <a:gd name="connsiteX215" fmla="*/ 1119956 w 42198532"/>
              <a:gd name="connsiteY215" fmla="*/ 3637286 h 6975464"/>
              <a:gd name="connsiteX216" fmla="*/ 1106548 w 42198532"/>
              <a:gd name="connsiteY216" fmla="*/ 3637286 h 6975464"/>
              <a:gd name="connsiteX217" fmla="*/ 1106548 w 42198532"/>
              <a:gd name="connsiteY217" fmla="*/ 3649903 h 6975464"/>
              <a:gd name="connsiteX218" fmla="*/ 744534 w 42198532"/>
              <a:gd name="connsiteY218" fmla="*/ 3929843 h 6975464"/>
              <a:gd name="connsiteX219" fmla="*/ 744534 w 42198532"/>
              <a:gd name="connsiteY219" fmla="*/ 3612841 h 6975464"/>
              <a:gd name="connsiteX220" fmla="*/ 744534 w 42198532"/>
              <a:gd name="connsiteY220" fmla="*/ 3584453 h 6975464"/>
              <a:gd name="connsiteX221" fmla="*/ 1106548 w 42198532"/>
              <a:gd name="connsiteY221" fmla="*/ 3303725 h 6975464"/>
              <a:gd name="connsiteX222" fmla="*/ 1106548 w 42198532"/>
              <a:gd name="connsiteY222" fmla="*/ 3617573 h 6975464"/>
              <a:gd name="connsiteX223" fmla="*/ 1106548 w 42198532"/>
              <a:gd name="connsiteY223" fmla="*/ 3636498 h 6975464"/>
              <a:gd name="connsiteX224" fmla="*/ 1119956 w 42198532"/>
              <a:gd name="connsiteY224" fmla="*/ 3636498 h 6975464"/>
              <a:gd name="connsiteX225" fmla="*/ 1119956 w 42198532"/>
              <a:gd name="connsiteY225" fmla="*/ 3298205 h 6975464"/>
              <a:gd name="connsiteX226" fmla="*/ 1392847 w 42198532"/>
              <a:gd name="connsiteY226" fmla="*/ 3086870 h 6975464"/>
              <a:gd name="connsiteX227" fmla="*/ 1483547 w 42198532"/>
              <a:gd name="connsiteY227" fmla="*/ 3016688 h 6975464"/>
              <a:gd name="connsiteX228" fmla="*/ 1862913 w 42198532"/>
              <a:gd name="connsiteY228" fmla="*/ 3304513 h 6975464"/>
              <a:gd name="connsiteX229" fmla="*/ 2243855 w 42198532"/>
              <a:gd name="connsiteY229" fmla="*/ 3008803 h 6975464"/>
              <a:gd name="connsiteX230" fmla="*/ 2243855 w 42198532"/>
              <a:gd name="connsiteY230" fmla="*/ 2891307 h 6975464"/>
              <a:gd name="connsiteX231" fmla="*/ 2231236 w 42198532"/>
              <a:gd name="connsiteY231" fmla="*/ 2896827 h 6975464"/>
              <a:gd name="connsiteX232" fmla="*/ 2231236 w 42198532"/>
              <a:gd name="connsiteY232" fmla="*/ 3002494 h 6975464"/>
              <a:gd name="connsiteX233" fmla="*/ 1869222 w 42198532"/>
              <a:gd name="connsiteY233" fmla="*/ 3283222 h 6975464"/>
              <a:gd name="connsiteX234" fmla="*/ 1869222 w 42198532"/>
              <a:gd name="connsiteY234" fmla="*/ 2937043 h 6975464"/>
              <a:gd name="connsiteX235" fmla="*/ 2231236 w 42198532"/>
              <a:gd name="connsiteY235" fmla="*/ 2656315 h 6975464"/>
              <a:gd name="connsiteX236" fmla="*/ 2231236 w 42198532"/>
              <a:gd name="connsiteY236" fmla="*/ 2896038 h 6975464"/>
              <a:gd name="connsiteX237" fmla="*/ 2243855 w 42198532"/>
              <a:gd name="connsiteY237" fmla="*/ 2890518 h 6975464"/>
              <a:gd name="connsiteX238" fmla="*/ 2243855 w 42198532"/>
              <a:gd name="connsiteY238" fmla="*/ 2639755 h 6975464"/>
              <a:gd name="connsiteX239" fmla="*/ 2113720 w 42198532"/>
              <a:gd name="connsiteY239" fmla="*/ 2540397 h 6975464"/>
              <a:gd name="connsiteX240" fmla="*/ 2100312 w 42198532"/>
              <a:gd name="connsiteY240" fmla="*/ 2546705 h 6975464"/>
              <a:gd name="connsiteX241" fmla="*/ 2226503 w 42198532"/>
              <a:gd name="connsiteY241" fmla="*/ 2642910 h 6975464"/>
              <a:gd name="connsiteX242" fmla="*/ 1862124 w 42198532"/>
              <a:gd name="connsiteY242" fmla="*/ 2925215 h 6975464"/>
              <a:gd name="connsiteX243" fmla="*/ 1496955 w 42198532"/>
              <a:gd name="connsiteY243" fmla="*/ 2647641 h 6975464"/>
              <a:gd name="connsiteX244" fmla="*/ 1861335 w 42198532"/>
              <a:gd name="connsiteY244" fmla="*/ 2365336 h 6975464"/>
              <a:gd name="connsiteX245" fmla="*/ 2099523 w 42198532"/>
              <a:gd name="connsiteY245" fmla="*/ 2545916 h 6975464"/>
              <a:gd name="connsiteX246" fmla="*/ 2112931 w 42198532"/>
              <a:gd name="connsiteY246" fmla="*/ 2539608 h 6975464"/>
              <a:gd name="connsiteX247" fmla="*/ 1870800 w 42198532"/>
              <a:gd name="connsiteY247" fmla="*/ 2355873 h 6975464"/>
              <a:gd name="connsiteX248" fmla="*/ 1870800 w 42198532"/>
              <a:gd name="connsiteY248" fmla="*/ 2176869 h 6975464"/>
              <a:gd name="connsiteX249" fmla="*/ 1857392 w 42198532"/>
              <a:gd name="connsiteY249" fmla="*/ 2178447 h 6975464"/>
              <a:gd name="connsiteX250" fmla="*/ 1857392 w 42198532"/>
              <a:gd name="connsiteY250" fmla="*/ 2350353 h 6975464"/>
              <a:gd name="connsiteX251" fmla="*/ 1496167 w 42198532"/>
              <a:gd name="connsiteY251" fmla="*/ 2631081 h 6975464"/>
              <a:gd name="connsiteX252" fmla="*/ 1496167 w 42198532"/>
              <a:gd name="connsiteY252" fmla="*/ 2284114 h 6975464"/>
              <a:gd name="connsiteX253" fmla="*/ 1666526 w 42198532"/>
              <a:gd name="connsiteY253" fmla="*/ 2152424 h 6975464"/>
              <a:gd name="connsiteX254" fmla="*/ 1658639 w 42198532"/>
              <a:gd name="connsiteY254" fmla="*/ 2141384 h 6975464"/>
              <a:gd name="connsiteX255" fmla="*/ 1666526 w 42198532"/>
              <a:gd name="connsiteY255" fmla="*/ 2151636 h 6975464"/>
              <a:gd name="connsiteX256" fmla="*/ 1857392 w 42198532"/>
              <a:gd name="connsiteY256" fmla="*/ 2003386 h 6975464"/>
              <a:gd name="connsiteX257" fmla="*/ 1857392 w 42198532"/>
              <a:gd name="connsiteY257" fmla="*/ 2177658 h 6975464"/>
              <a:gd name="connsiteX258" fmla="*/ 1870800 w 42198532"/>
              <a:gd name="connsiteY258" fmla="*/ 2176081 h 6975464"/>
              <a:gd name="connsiteX259" fmla="*/ 1870800 w 42198532"/>
              <a:gd name="connsiteY259" fmla="*/ 1998654 h 6975464"/>
              <a:gd name="connsiteX260" fmla="*/ 1886574 w 42198532"/>
              <a:gd name="connsiteY260" fmla="*/ 1986037 h 6975464"/>
              <a:gd name="connsiteX261" fmla="*/ 1886574 w 42198532"/>
              <a:gd name="connsiteY261" fmla="*/ 1969478 h 6975464"/>
              <a:gd name="connsiteX262" fmla="*/ 1869222 w 42198532"/>
              <a:gd name="connsiteY262" fmla="*/ 1982883 h 6975464"/>
              <a:gd name="connsiteX263" fmla="*/ 1869222 w 42198532"/>
              <a:gd name="connsiteY263" fmla="*/ 1636704 h 6975464"/>
              <a:gd name="connsiteX264" fmla="*/ 1886574 w 42198532"/>
              <a:gd name="connsiteY264" fmla="*/ 1623299 h 6975464"/>
              <a:gd name="connsiteX265" fmla="*/ 1886574 w 42198532"/>
              <a:gd name="connsiteY265" fmla="*/ 1606739 h 6975464"/>
              <a:gd name="connsiteX266" fmla="*/ 1862124 w 42198532"/>
              <a:gd name="connsiteY266" fmla="*/ 1625665 h 6975464"/>
              <a:gd name="connsiteX267" fmla="*/ 1496955 w 42198532"/>
              <a:gd name="connsiteY267" fmla="*/ 1348091 h 6975464"/>
              <a:gd name="connsiteX268" fmla="*/ 1861335 w 42198532"/>
              <a:gd name="connsiteY268" fmla="*/ 1064997 h 6975464"/>
              <a:gd name="connsiteX269" fmla="*/ 2226503 w 42198532"/>
              <a:gd name="connsiteY269" fmla="*/ 1342571 h 6975464"/>
              <a:gd name="connsiteX270" fmla="*/ 1887362 w 42198532"/>
              <a:gd name="connsiteY270" fmla="*/ 1605951 h 6975464"/>
              <a:gd name="connsiteX271" fmla="*/ 1887362 w 42198532"/>
              <a:gd name="connsiteY271" fmla="*/ 1622510 h 6975464"/>
              <a:gd name="connsiteX272" fmla="*/ 2231236 w 42198532"/>
              <a:gd name="connsiteY272" fmla="*/ 1355976 h 6975464"/>
              <a:gd name="connsiteX273" fmla="*/ 2231236 w 42198532"/>
              <a:gd name="connsiteY273" fmla="*/ 1702944 h 6975464"/>
              <a:gd name="connsiteX274" fmla="*/ 1887362 w 42198532"/>
              <a:gd name="connsiteY274" fmla="*/ 1968689 h 6975464"/>
              <a:gd name="connsiteX275" fmla="*/ 1887362 w 42198532"/>
              <a:gd name="connsiteY275" fmla="*/ 1985249 h 6975464"/>
              <a:gd name="connsiteX276" fmla="*/ 2243855 w 42198532"/>
              <a:gd name="connsiteY276" fmla="*/ 1709252 h 6975464"/>
              <a:gd name="connsiteX277" fmla="*/ 2243855 w 42198532"/>
              <a:gd name="connsiteY277" fmla="*/ 1339416 h 6975464"/>
              <a:gd name="connsiteX278" fmla="*/ 1870800 w 42198532"/>
              <a:gd name="connsiteY278" fmla="*/ 1056323 h 6975464"/>
              <a:gd name="connsiteX279" fmla="*/ 1870800 w 42198532"/>
              <a:gd name="connsiteY279" fmla="*/ 707778 h 6975464"/>
              <a:gd name="connsiteX280" fmla="*/ 1857392 w 42198532"/>
              <a:gd name="connsiteY280" fmla="*/ 718030 h 6975464"/>
              <a:gd name="connsiteX281" fmla="*/ 1857392 w 42198532"/>
              <a:gd name="connsiteY281" fmla="*/ 1050803 h 6975464"/>
              <a:gd name="connsiteX282" fmla="*/ 1496167 w 42198532"/>
              <a:gd name="connsiteY282" fmla="*/ 1331531 h 6975464"/>
              <a:gd name="connsiteX283" fmla="*/ 1496167 w 42198532"/>
              <a:gd name="connsiteY283" fmla="*/ 985352 h 6975464"/>
              <a:gd name="connsiteX284" fmla="*/ 1857392 w 42198532"/>
              <a:gd name="connsiteY284" fmla="*/ 704624 h 6975464"/>
              <a:gd name="connsiteX285" fmla="*/ 1857392 w 42198532"/>
              <a:gd name="connsiteY285" fmla="*/ 717241 h 6975464"/>
              <a:gd name="connsiteX286" fmla="*/ 1870800 w 42198532"/>
              <a:gd name="connsiteY286" fmla="*/ 706990 h 6975464"/>
              <a:gd name="connsiteX287" fmla="*/ 1870800 w 42198532"/>
              <a:gd name="connsiteY287" fmla="*/ 688064 h 6975464"/>
              <a:gd name="connsiteX288" fmla="*/ 1509574 w 42198532"/>
              <a:gd name="connsiteY288" fmla="*/ 412856 h 6975464"/>
              <a:gd name="connsiteX289" fmla="*/ 1498533 w 42198532"/>
              <a:gd name="connsiteY289" fmla="*/ 421530 h 6975464"/>
              <a:gd name="connsiteX290" fmla="*/ 1508786 w 42198532"/>
              <a:gd name="connsiteY290" fmla="*/ 412856 h 6975464"/>
              <a:gd name="connsiteX291" fmla="*/ 1493012 w 42198532"/>
              <a:gd name="connsiteY291" fmla="*/ 401028 h 6975464"/>
              <a:gd name="connsiteX292" fmla="*/ 1493012 w 42198532"/>
              <a:gd name="connsiteY292" fmla="*/ 119417 h 6975464"/>
              <a:gd name="connsiteX293" fmla="*/ 1493012 w 42198532"/>
              <a:gd name="connsiteY293" fmla="*/ 117464 h 6975464"/>
              <a:gd name="connsiteX294" fmla="*/ 1398859 w 42198532"/>
              <a:gd name="connsiteY294" fmla="*/ 117464 h 6975464"/>
              <a:gd name="connsiteX295" fmla="*/ 1480393 w 42198532"/>
              <a:gd name="connsiteY295" fmla="*/ 117464 h 6975464"/>
              <a:gd name="connsiteX296" fmla="*/ 1480393 w 42198532"/>
              <a:gd name="connsiteY296" fmla="*/ 201868 h 6975464"/>
              <a:gd name="connsiteX297" fmla="*/ 1480393 w 42198532"/>
              <a:gd name="connsiteY297" fmla="*/ 401028 h 6975464"/>
              <a:gd name="connsiteX298" fmla="*/ 1118379 w 42198532"/>
              <a:gd name="connsiteY298" fmla="*/ 681756 h 6975464"/>
              <a:gd name="connsiteX299" fmla="*/ 1118379 w 42198532"/>
              <a:gd name="connsiteY299" fmla="*/ 335577 h 6975464"/>
              <a:gd name="connsiteX300" fmla="*/ 1379242 w 42198532"/>
              <a:gd name="connsiteY300" fmla="*/ 132719 h 6975464"/>
              <a:gd name="connsiteX301" fmla="*/ 1398859 w 42198532"/>
              <a:gd name="connsiteY301" fmla="*/ 117464 h 6975464"/>
              <a:gd name="connsiteX302" fmla="*/ 840168 w 42198532"/>
              <a:gd name="connsiteY302" fmla="*/ 117464 h 6975464"/>
              <a:gd name="connsiteX303" fmla="*/ 1377550 w 42198532"/>
              <a:gd name="connsiteY303" fmla="*/ 117464 h 6975464"/>
              <a:gd name="connsiteX304" fmla="*/ 1301753 w 42198532"/>
              <a:gd name="connsiteY304" fmla="*/ 176360 h 6975464"/>
              <a:gd name="connsiteX305" fmla="*/ 1112069 w 42198532"/>
              <a:gd name="connsiteY305" fmla="*/ 323748 h 6975464"/>
              <a:gd name="connsiteX306" fmla="*/ 857417 w 42198532"/>
              <a:gd name="connsiteY306" fmla="*/ 130551 h 6975464"/>
              <a:gd name="connsiteX307" fmla="*/ 840168 w 42198532"/>
              <a:gd name="connsiteY307" fmla="*/ 117464 h 6975464"/>
              <a:gd name="connsiteX0" fmla="*/ 738225 w 42198532"/>
              <a:gd name="connsiteY0" fmla="*/ 6911396 h 7004830"/>
              <a:gd name="connsiteX1" fmla="*/ 814828 w 42198532"/>
              <a:gd name="connsiteY1" fmla="*/ 6969750 h 7004830"/>
              <a:gd name="connsiteX2" fmla="*/ 822329 w 42198532"/>
              <a:gd name="connsiteY2" fmla="*/ 6975464 h 7004830"/>
              <a:gd name="connsiteX3" fmla="*/ 655724 w 42198532"/>
              <a:gd name="connsiteY3" fmla="*/ 6975464 h 7004830"/>
              <a:gd name="connsiteX4" fmla="*/ 656989 w 42198532"/>
              <a:gd name="connsiteY4" fmla="*/ 6974481 h 7004830"/>
              <a:gd name="connsiteX5" fmla="*/ 738225 w 42198532"/>
              <a:gd name="connsiteY5" fmla="*/ 6911396 h 7004830"/>
              <a:gd name="connsiteX6" fmla="*/ 733493 w 42198532"/>
              <a:gd name="connsiteY6" fmla="*/ 6551812 h 7004830"/>
              <a:gd name="connsiteX7" fmla="*/ 733493 w 42198532"/>
              <a:gd name="connsiteY7" fmla="*/ 6897991 h 7004830"/>
              <a:gd name="connsiteX8" fmla="*/ 639637 w 42198532"/>
              <a:gd name="connsiteY8" fmla="*/ 6970539 h 7004830"/>
              <a:gd name="connsiteX9" fmla="*/ 656989 w 42198532"/>
              <a:gd name="connsiteY9" fmla="*/ 6974481 h 7004830"/>
              <a:gd name="connsiteX10" fmla="*/ 638848 w 42198532"/>
              <a:gd name="connsiteY10" fmla="*/ 6971327 h 7004830"/>
              <a:gd name="connsiteX11" fmla="*/ 633515 w 42198532"/>
              <a:gd name="connsiteY11" fmla="*/ 6975464 h 7004830"/>
              <a:gd name="connsiteX12" fmla="*/ 371479 w 42198532"/>
              <a:gd name="connsiteY12" fmla="*/ 6975464 h 7004830"/>
              <a:gd name="connsiteX13" fmla="*/ 371479 w 42198532"/>
              <a:gd name="connsiteY13" fmla="*/ 6917056 h 7004830"/>
              <a:gd name="connsiteX14" fmla="*/ 371479 w 42198532"/>
              <a:gd name="connsiteY14" fmla="*/ 6832540 h 7004830"/>
              <a:gd name="connsiteX15" fmla="*/ 733493 w 42198532"/>
              <a:gd name="connsiteY15" fmla="*/ 6551812 h 7004830"/>
              <a:gd name="connsiteX16" fmla="*/ 1106548 w 42198532"/>
              <a:gd name="connsiteY16" fmla="*/ 5904403 h 7004830"/>
              <a:gd name="connsiteX17" fmla="*/ 1106548 w 42198532"/>
              <a:gd name="connsiteY17" fmla="*/ 6251370 h 7004830"/>
              <a:gd name="connsiteX18" fmla="*/ 1012693 w 42198532"/>
              <a:gd name="connsiteY18" fmla="*/ 6323918 h 7004830"/>
              <a:gd name="connsiteX19" fmla="*/ 744534 w 42198532"/>
              <a:gd name="connsiteY19" fmla="*/ 6531309 h 7004830"/>
              <a:gd name="connsiteX20" fmla="*/ 744534 w 42198532"/>
              <a:gd name="connsiteY20" fmla="*/ 6185131 h 7004830"/>
              <a:gd name="connsiteX21" fmla="*/ 873093 w 42198532"/>
              <a:gd name="connsiteY21" fmla="*/ 6085772 h 7004830"/>
              <a:gd name="connsiteX22" fmla="*/ 1106548 w 42198532"/>
              <a:gd name="connsiteY22" fmla="*/ 5904403 h 7004830"/>
              <a:gd name="connsiteX23" fmla="*/ 1739875 w 42198532"/>
              <a:gd name="connsiteY23" fmla="*/ 5788484 h 7004830"/>
              <a:gd name="connsiteX24" fmla="*/ 1726467 w 42198532"/>
              <a:gd name="connsiteY24" fmla="*/ 5794792 h 7004830"/>
              <a:gd name="connsiteX25" fmla="*/ 1739875 w 42198532"/>
              <a:gd name="connsiteY25" fmla="*/ 5788484 h 7004830"/>
              <a:gd name="connsiteX26" fmla="*/ 1488280 w 42198532"/>
              <a:gd name="connsiteY26" fmla="*/ 5613423 h 7004830"/>
              <a:gd name="connsiteX27" fmla="*/ 1726467 w 42198532"/>
              <a:gd name="connsiteY27" fmla="*/ 5794792 h 7004830"/>
              <a:gd name="connsiteX28" fmla="*/ 1853448 w 42198532"/>
              <a:gd name="connsiteY28" fmla="*/ 5890997 h 7004830"/>
              <a:gd name="connsiteX29" fmla="*/ 1489068 w 42198532"/>
              <a:gd name="connsiteY29" fmla="*/ 6174091 h 7004830"/>
              <a:gd name="connsiteX30" fmla="*/ 1123900 w 42198532"/>
              <a:gd name="connsiteY30" fmla="*/ 5896517 h 7004830"/>
              <a:gd name="connsiteX31" fmla="*/ 1488280 w 42198532"/>
              <a:gd name="connsiteY31" fmla="*/ 5613423 h 7004830"/>
              <a:gd name="connsiteX32" fmla="*/ 359648 w 42198532"/>
              <a:gd name="connsiteY32" fmla="*/ 4965225 h 7004830"/>
              <a:gd name="connsiteX33" fmla="*/ 724817 w 42198532"/>
              <a:gd name="connsiteY33" fmla="*/ 5242799 h 7004830"/>
              <a:gd name="connsiteX34" fmla="*/ 487418 w 42198532"/>
              <a:gd name="connsiteY34" fmla="*/ 5426534 h 7004830"/>
              <a:gd name="connsiteX35" fmla="*/ 493727 w 42198532"/>
              <a:gd name="connsiteY35" fmla="*/ 5437574 h 7004830"/>
              <a:gd name="connsiteX36" fmla="*/ 733493 w 42198532"/>
              <a:gd name="connsiteY36" fmla="*/ 5252262 h 7004830"/>
              <a:gd name="connsiteX37" fmla="*/ 733493 w 42198532"/>
              <a:gd name="connsiteY37" fmla="*/ 5598440 h 7004830"/>
              <a:gd name="connsiteX38" fmla="*/ 633328 w 42198532"/>
              <a:gd name="connsiteY38" fmla="*/ 5675720 h 7004830"/>
              <a:gd name="connsiteX39" fmla="*/ 641215 w 42198532"/>
              <a:gd name="connsiteY39" fmla="*/ 5688337 h 7004830"/>
              <a:gd name="connsiteX40" fmla="*/ 737436 w 42198532"/>
              <a:gd name="connsiteY40" fmla="*/ 5613423 h 7004830"/>
              <a:gd name="connsiteX41" fmla="*/ 1102605 w 42198532"/>
              <a:gd name="connsiteY41" fmla="*/ 5890997 h 7004830"/>
              <a:gd name="connsiteX42" fmla="*/ 866783 w 42198532"/>
              <a:gd name="connsiteY42" fmla="*/ 6073943 h 7004830"/>
              <a:gd name="connsiteX43" fmla="*/ 873093 w 42198532"/>
              <a:gd name="connsiteY43" fmla="*/ 6085772 h 7004830"/>
              <a:gd name="connsiteX44" fmla="*/ 865994 w 42198532"/>
              <a:gd name="connsiteY44" fmla="*/ 6074732 h 7004830"/>
              <a:gd name="connsiteX45" fmla="*/ 738225 w 42198532"/>
              <a:gd name="connsiteY45" fmla="*/ 6174091 h 7004830"/>
              <a:gd name="connsiteX46" fmla="*/ 373056 w 42198532"/>
              <a:gd name="connsiteY46" fmla="*/ 5896517 h 7004830"/>
              <a:gd name="connsiteX47" fmla="*/ 640426 w 42198532"/>
              <a:gd name="connsiteY47" fmla="*/ 5689125 h 7004830"/>
              <a:gd name="connsiteX48" fmla="*/ 633328 w 42198532"/>
              <a:gd name="connsiteY48" fmla="*/ 5676508 h 7004830"/>
              <a:gd name="connsiteX49" fmla="*/ 371479 w 42198532"/>
              <a:gd name="connsiteY49" fmla="*/ 5879169 h 7004830"/>
              <a:gd name="connsiteX50" fmla="*/ 371479 w 42198532"/>
              <a:gd name="connsiteY50" fmla="*/ 5532990 h 7004830"/>
              <a:gd name="connsiteX51" fmla="*/ 493727 w 42198532"/>
              <a:gd name="connsiteY51" fmla="*/ 5438362 h 7004830"/>
              <a:gd name="connsiteX52" fmla="*/ 486629 w 42198532"/>
              <a:gd name="connsiteY52" fmla="*/ 5426534 h 7004830"/>
              <a:gd name="connsiteX53" fmla="*/ 365169 w 42198532"/>
              <a:gd name="connsiteY53" fmla="*/ 5521161 h 7004830"/>
              <a:gd name="connsiteX54" fmla="*/ 0 w 42198532"/>
              <a:gd name="connsiteY54" fmla="*/ 5243588 h 7004830"/>
              <a:gd name="connsiteX55" fmla="*/ 359648 w 42198532"/>
              <a:gd name="connsiteY55" fmla="*/ 4965225 h 7004830"/>
              <a:gd name="connsiteX56" fmla="*/ 1106548 w 42198532"/>
              <a:gd name="connsiteY56" fmla="*/ 4604852 h 7004830"/>
              <a:gd name="connsiteX57" fmla="*/ 1106548 w 42198532"/>
              <a:gd name="connsiteY57" fmla="*/ 4951031 h 7004830"/>
              <a:gd name="connsiteX58" fmla="*/ 1018214 w 42198532"/>
              <a:gd name="connsiteY58" fmla="*/ 5019636 h 7004830"/>
              <a:gd name="connsiteX59" fmla="*/ 1025312 w 42198532"/>
              <a:gd name="connsiteY59" fmla="*/ 5030676 h 7004830"/>
              <a:gd name="connsiteX60" fmla="*/ 1017425 w 42198532"/>
              <a:gd name="connsiteY60" fmla="*/ 5020424 h 7004830"/>
              <a:gd name="connsiteX61" fmla="*/ 744534 w 42198532"/>
              <a:gd name="connsiteY61" fmla="*/ 5231759 h 7004830"/>
              <a:gd name="connsiteX62" fmla="*/ 744534 w 42198532"/>
              <a:gd name="connsiteY62" fmla="*/ 4885580 h 7004830"/>
              <a:gd name="connsiteX63" fmla="*/ 856530 w 42198532"/>
              <a:gd name="connsiteY63" fmla="*/ 4798050 h 7004830"/>
              <a:gd name="connsiteX64" fmla="*/ 849432 w 42198532"/>
              <a:gd name="connsiteY64" fmla="*/ 4787799 h 7004830"/>
              <a:gd name="connsiteX65" fmla="*/ 857319 w 42198532"/>
              <a:gd name="connsiteY65" fmla="*/ 4798050 h 7004830"/>
              <a:gd name="connsiteX66" fmla="*/ 1106548 w 42198532"/>
              <a:gd name="connsiteY66" fmla="*/ 4604852 h 7004830"/>
              <a:gd name="connsiteX67" fmla="*/ 737436 w 42198532"/>
              <a:gd name="connsiteY67" fmla="*/ 4313873 h 7004830"/>
              <a:gd name="connsiteX68" fmla="*/ 1102605 w 42198532"/>
              <a:gd name="connsiteY68" fmla="*/ 4591447 h 7004830"/>
              <a:gd name="connsiteX69" fmla="*/ 849432 w 42198532"/>
              <a:gd name="connsiteY69" fmla="*/ 4787799 h 7004830"/>
              <a:gd name="connsiteX70" fmla="*/ 738225 w 42198532"/>
              <a:gd name="connsiteY70" fmla="*/ 4873752 h 7004830"/>
              <a:gd name="connsiteX71" fmla="*/ 373056 w 42198532"/>
              <a:gd name="connsiteY71" fmla="*/ 4596178 h 7004830"/>
              <a:gd name="connsiteX72" fmla="*/ 737436 w 42198532"/>
              <a:gd name="connsiteY72" fmla="*/ 4313873 h 7004830"/>
              <a:gd name="connsiteX73" fmla="*/ 1115224 w 42198532"/>
              <a:gd name="connsiteY73" fmla="*/ 3661732 h 7004830"/>
              <a:gd name="connsiteX74" fmla="*/ 1125477 w 42198532"/>
              <a:gd name="connsiteY74" fmla="*/ 3669618 h 7004830"/>
              <a:gd name="connsiteX75" fmla="*/ 1480393 w 42198532"/>
              <a:gd name="connsiteY75" fmla="*/ 3939306 h 7004830"/>
              <a:gd name="connsiteX76" fmla="*/ 1116013 w 42198532"/>
              <a:gd name="connsiteY76" fmla="*/ 4222399 h 7004830"/>
              <a:gd name="connsiteX77" fmla="*/ 750844 w 42198532"/>
              <a:gd name="connsiteY77" fmla="*/ 3944037 h 7004830"/>
              <a:gd name="connsiteX78" fmla="*/ 1115224 w 42198532"/>
              <a:gd name="connsiteY78" fmla="*/ 3661732 h 7004830"/>
              <a:gd name="connsiteX79" fmla="*/ 1480393 w 42198532"/>
              <a:gd name="connsiteY79" fmla="*/ 2656315 h 7004830"/>
              <a:gd name="connsiteX80" fmla="*/ 1480393 w 42198532"/>
              <a:gd name="connsiteY80" fmla="*/ 3002494 h 7004830"/>
              <a:gd name="connsiteX81" fmla="*/ 1386537 w 42198532"/>
              <a:gd name="connsiteY81" fmla="*/ 3075042 h 7004830"/>
              <a:gd name="connsiteX82" fmla="*/ 1392847 w 42198532"/>
              <a:gd name="connsiteY82" fmla="*/ 3086870 h 7004830"/>
              <a:gd name="connsiteX83" fmla="*/ 1385748 w 42198532"/>
              <a:gd name="connsiteY83" fmla="*/ 3075830 h 7004830"/>
              <a:gd name="connsiteX84" fmla="*/ 1118379 w 42198532"/>
              <a:gd name="connsiteY84" fmla="*/ 3283222 h 7004830"/>
              <a:gd name="connsiteX85" fmla="*/ 1118379 w 42198532"/>
              <a:gd name="connsiteY85" fmla="*/ 2937043 h 7004830"/>
              <a:gd name="connsiteX86" fmla="*/ 1246148 w 42198532"/>
              <a:gd name="connsiteY86" fmla="*/ 2837685 h 7004830"/>
              <a:gd name="connsiteX87" fmla="*/ 1239839 w 42198532"/>
              <a:gd name="connsiteY87" fmla="*/ 2825856 h 7004830"/>
              <a:gd name="connsiteX88" fmla="*/ 1246937 w 42198532"/>
              <a:gd name="connsiteY88" fmla="*/ 2836896 h 7004830"/>
              <a:gd name="connsiteX89" fmla="*/ 1480393 w 42198532"/>
              <a:gd name="connsiteY89" fmla="*/ 2656315 h 7004830"/>
              <a:gd name="connsiteX90" fmla="*/ 732704 w 42198532"/>
              <a:gd name="connsiteY90" fmla="*/ 1716349 h 7004830"/>
              <a:gd name="connsiteX91" fmla="*/ 1097873 w 42198532"/>
              <a:gd name="connsiteY91" fmla="*/ 1993923 h 7004830"/>
              <a:gd name="connsiteX92" fmla="*/ 860473 w 42198532"/>
              <a:gd name="connsiteY92" fmla="*/ 2177658 h 7004830"/>
              <a:gd name="connsiteX93" fmla="*/ 867572 w 42198532"/>
              <a:gd name="connsiteY93" fmla="*/ 2189486 h 7004830"/>
              <a:gd name="connsiteX94" fmla="*/ 1106548 w 42198532"/>
              <a:gd name="connsiteY94" fmla="*/ 2003386 h 7004830"/>
              <a:gd name="connsiteX95" fmla="*/ 1106548 w 42198532"/>
              <a:gd name="connsiteY95" fmla="*/ 2350353 h 7004830"/>
              <a:gd name="connsiteX96" fmla="*/ 1007172 w 42198532"/>
              <a:gd name="connsiteY96" fmla="*/ 2427632 h 7004830"/>
              <a:gd name="connsiteX97" fmla="*/ 1014270 w 42198532"/>
              <a:gd name="connsiteY97" fmla="*/ 2440249 h 7004830"/>
              <a:gd name="connsiteX98" fmla="*/ 1110492 w 42198532"/>
              <a:gd name="connsiteY98" fmla="*/ 2365336 h 7004830"/>
              <a:gd name="connsiteX99" fmla="*/ 1475660 w 42198532"/>
              <a:gd name="connsiteY99" fmla="*/ 2642910 h 7004830"/>
              <a:gd name="connsiteX100" fmla="*/ 1239839 w 42198532"/>
              <a:gd name="connsiteY100" fmla="*/ 2825856 h 7004830"/>
              <a:gd name="connsiteX101" fmla="*/ 1112069 w 42198532"/>
              <a:gd name="connsiteY101" fmla="*/ 2925215 h 7004830"/>
              <a:gd name="connsiteX102" fmla="*/ 746900 w 42198532"/>
              <a:gd name="connsiteY102" fmla="*/ 2647641 h 7004830"/>
              <a:gd name="connsiteX103" fmla="*/ 1013481 w 42198532"/>
              <a:gd name="connsiteY103" fmla="*/ 2440249 h 7004830"/>
              <a:gd name="connsiteX104" fmla="*/ 1006383 w 42198532"/>
              <a:gd name="connsiteY104" fmla="*/ 2427632 h 7004830"/>
              <a:gd name="connsiteX105" fmla="*/ 744534 w 42198532"/>
              <a:gd name="connsiteY105" fmla="*/ 2631081 h 7004830"/>
              <a:gd name="connsiteX106" fmla="*/ 744534 w 42198532"/>
              <a:gd name="connsiteY106" fmla="*/ 2284114 h 7004830"/>
              <a:gd name="connsiteX107" fmla="*/ 866783 w 42198532"/>
              <a:gd name="connsiteY107" fmla="*/ 2189486 h 7004830"/>
              <a:gd name="connsiteX108" fmla="*/ 860473 w 42198532"/>
              <a:gd name="connsiteY108" fmla="*/ 2178447 h 7004830"/>
              <a:gd name="connsiteX109" fmla="*/ 738225 w 42198532"/>
              <a:gd name="connsiteY109" fmla="*/ 2273074 h 7004830"/>
              <a:gd name="connsiteX110" fmla="*/ 373056 w 42198532"/>
              <a:gd name="connsiteY110" fmla="*/ 1995500 h 7004830"/>
              <a:gd name="connsiteX111" fmla="*/ 732704 w 42198532"/>
              <a:gd name="connsiteY111" fmla="*/ 1716349 h 7004830"/>
              <a:gd name="connsiteX112" fmla="*/ 1480393 w 42198532"/>
              <a:gd name="connsiteY112" fmla="*/ 1355976 h 7004830"/>
              <a:gd name="connsiteX113" fmla="*/ 1480393 w 42198532"/>
              <a:gd name="connsiteY113" fmla="*/ 1702944 h 7004830"/>
              <a:gd name="connsiteX114" fmla="*/ 1391269 w 42198532"/>
              <a:gd name="connsiteY114" fmla="*/ 1771549 h 7004830"/>
              <a:gd name="connsiteX115" fmla="*/ 1399156 w 42198532"/>
              <a:gd name="connsiteY115" fmla="*/ 1781800 h 7004830"/>
              <a:gd name="connsiteX116" fmla="*/ 1483547 w 42198532"/>
              <a:gd name="connsiteY116" fmla="*/ 1716349 h 7004830"/>
              <a:gd name="connsiteX117" fmla="*/ 1848716 w 42198532"/>
              <a:gd name="connsiteY117" fmla="*/ 1993923 h 7004830"/>
              <a:gd name="connsiteX118" fmla="*/ 1658639 w 42198532"/>
              <a:gd name="connsiteY118" fmla="*/ 2141384 h 7004830"/>
              <a:gd name="connsiteX119" fmla="*/ 1489068 w 42198532"/>
              <a:gd name="connsiteY119" fmla="*/ 2273074 h 7004830"/>
              <a:gd name="connsiteX120" fmla="*/ 1123900 w 42198532"/>
              <a:gd name="connsiteY120" fmla="*/ 1995500 h 7004830"/>
              <a:gd name="connsiteX121" fmla="*/ 1398368 w 42198532"/>
              <a:gd name="connsiteY121" fmla="*/ 1782588 h 7004830"/>
              <a:gd name="connsiteX122" fmla="*/ 1390481 w 42198532"/>
              <a:gd name="connsiteY122" fmla="*/ 1771549 h 7004830"/>
              <a:gd name="connsiteX123" fmla="*/ 1118379 w 42198532"/>
              <a:gd name="connsiteY123" fmla="*/ 1982883 h 7004830"/>
              <a:gd name="connsiteX124" fmla="*/ 1118379 w 42198532"/>
              <a:gd name="connsiteY124" fmla="*/ 1636704 h 7004830"/>
              <a:gd name="connsiteX125" fmla="*/ 1230374 w 42198532"/>
              <a:gd name="connsiteY125" fmla="*/ 1549963 h 7004830"/>
              <a:gd name="connsiteX126" fmla="*/ 1480393 w 42198532"/>
              <a:gd name="connsiteY126" fmla="*/ 1355976 h 7004830"/>
              <a:gd name="connsiteX127" fmla="*/ 1110492 w 42198532"/>
              <a:gd name="connsiteY127" fmla="*/ 1064997 h 7004830"/>
              <a:gd name="connsiteX128" fmla="*/ 1475660 w 42198532"/>
              <a:gd name="connsiteY128" fmla="*/ 1342571 h 7004830"/>
              <a:gd name="connsiteX129" fmla="*/ 1223276 w 42198532"/>
              <a:gd name="connsiteY129" fmla="*/ 1538923 h 7004830"/>
              <a:gd name="connsiteX130" fmla="*/ 1230374 w 42198532"/>
              <a:gd name="connsiteY130" fmla="*/ 1549963 h 7004830"/>
              <a:gd name="connsiteX131" fmla="*/ 1222487 w 42198532"/>
              <a:gd name="connsiteY131" fmla="*/ 1539711 h 7004830"/>
              <a:gd name="connsiteX132" fmla="*/ 1112069 w 42198532"/>
              <a:gd name="connsiteY132" fmla="*/ 1625665 h 7004830"/>
              <a:gd name="connsiteX133" fmla="*/ 746900 w 42198532"/>
              <a:gd name="connsiteY133" fmla="*/ 1348091 h 7004830"/>
              <a:gd name="connsiteX134" fmla="*/ 1110492 w 42198532"/>
              <a:gd name="connsiteY134" fmla="*/ 1064997 h 7004830"/>
              <a:gd name="connsiteX135" fmla="*/ 1488280 w 42198532"/>
              <a:gd name="connsiteY135" fmla="*/ 413645 h 7004830"/>
              <a:gd name="connsiteX136" fmla="*/ 1498533 w 42198532"/>
              <a:gd name="connsiteY136" fmla="*/ 421530 h 7004830"/>
              <a:gd name="connsiteX137" fmla="*/ 1853448 w 42198532"/>
              <a:gd name="connsiteY137" fmla="*/ 691218 h 7004830"/>
              <a:gd name="connsiteX138" fmla="*/ 1489068 w 42198532"/>
              <a:gd name="connsiteY138" fmla="*/ 973524 h 7004830"/>
              <a:gd name="connsiteX139" fmla="*/ 1123900 w 42198532"/>
              <a:gd name="connsiteY139" fmla="*/ 695950 h 7004830"/>
              <a:gd name="connsiteX140" fmla="*/ 1488280 w 42198532"/>
              <a:gd name="connsiteY140" fmla="*/ 413645 h 7004830"/>
              <a:gd name="connsiteX141" fmla="*/ 1493012 w 42198532"/>
              <a:gd name="connsiteY141" fmla="*/ 117464 h 7004830"/>
              <a:gd name="connsiteX142" fmla="*/ 42118086 w 42198532"/>
              <a:gd name="connsiteY142" fmla="*/ 0 h 7004830"/>
              <a:gd name="connsiteX143" fmla="*/ 42198532 w 42198532"/>
              <a:gd name="connsiteY143" fmla="*/ 7004830 h 7004830"/>
              <a:gd name="connsiteX144" fmla="*/ 843615 w 42198532"/>
              <a:gd name="connsiteY144" fmla="*/ 6975464 h 7004830"/>
              <a:gd name="connsiteX145" fmla="*/ 810785 w 42198532"/>
              <a:gd name="connsiteY145" fmla="*/ 6950504 h 7004830"/>
              <a:gd name="connsiteX146" fmla="*/ 746900 w 42198532"/>
              <a:gd name="connsiteY146" fmla="*/ 6901934 h 7004830"/>
              <a:gd name="connsiteX147" fmla="*/ 746900 w 42198532"/>
              <a:gd name="connsiteY147" fmla="*/ 6547081 h 7004830"/>
              <a:gd name="connsiteX148" fmla="*/ 1019002 w 42198532"/>
              <a:gd name="connsiteY148" fmla="*/ 6335746 h 7004830"/>
              <a:gd name="connsiteX149" fmla="*/ 1012693 w 42198532"/>
              <a:gd name="connsiteY149" fmla="*/ 6323918 h 7004830"/>
              <a:gd name="connsiteX150" fmla="*/ 1019791 w 42198532"/>
              <a:gd name="connsiteY150" fmla="*/ 6334957 h 7004830"/>
              <a:gd name="connsiteX151" fmla="*/ 1110492 w 42198532"/>
              <a:gd name="connsiteY151" fmla="*/ 6264775 h 7004830"/>
              <a:gd name="connsiteX152" fmla="*/ 1489068 w 42198532"/>
              <a:gd name="connsiteY152" fmla="*/ 6553389 h 7004830"/>
              <a:gd name="connsiteX153" fmla="*/ 1870800 w 42198532"/>
              <a:gd name="connsiteY153" fmla="*/ 6257678 h 7004830"/>
              <a:gd name="connsiteX154" fmla="*/ 1870800 w 42198532"/>
              <a:gd name="connsiteY154" fmla="*/ 6139394 h 7004830"/>
              <a:gd name="connsiteX155" fmla="*/ 1857392 w 42198532"/>
              <a:gd name="connsiteY155" fmla="*/ 6144914 h 7004830"/>
              <a:gd name="connsiteX156" fmla="*/ 1857392 w 42198532"/>
              <a:gd name="connsiteY156" fmla="*/ 6251370 h 7004830"/>
              <a:gd name="connsiteX157" fmla="*/ 1495378 w 42198532"/>
              <a:gd name="connsiteY157" fmla="*/ 6531309 h 7004830"/>
              <a:gd name="connsiteX158" fmla="*/ 1495378 w 42198532"/>
              <a:gd name="connsiteY158" fmla="*/ 6185131 h 7004830"/>
              <a:gd name="connsiteX159" fmla="*/ 1857392 w 42198532"/>
              <a:gd name="connsiteY159" fmla="*/ 5904403 h 7004830"/>
              <a:gd name="connsiteX160" fmla="*/ 1857392 w 42198532"/>
              <a:gd name="connsiteY160" fmla="*/ 6144125 h 7004830"/>
              <a:gd name="connsiteX161" fmla="*/ 1870800 w 42198532"/>
              <a:gd name="connsiteY161" fmla="*/ 6138605 h 7004830"/>
              <a:gd name="connsiteX162" fmla="*/ 1870800 w 42198532"/>
              <a:gd name="connsiteY162" fmla="*/ 5887843 h 7004830"/>
              <a:gd name="connsiteX163" fmla="*/ 1739875 w 42198532"/>
              <a:gd name="connsiteY163" fmla="*/ 5788484 h 7004830"/>
              <a:gd name="connsiteX164" fmla="*/ 1497744 w 42198532"/>
              <a:gd name="connsiteY164" fmla="*/ 5604749 h 7004830"/>
              <a:gd name="connsiteX165" fmla="*/ 1497744 w 42198532"/>
              <a:gd name="connsiteY165" fmla="*/ 5424957 h 7004830"/>
              <a:gd name="connsiteX166" fmla="*/ 1484336 w 42198532"/>
              <a:gd name="connsiteY166" fmla="*/ 5427322 h 7004830"/>
              <a:gd name="connsiteX167" fmla="*/ 1484336 w 42198532"/>
              <a:gd name="connsiteY167" fmla="*/ 5598440 h 7004830"/>
              <a:gd name="connsiteX168" fmla="*/ 1122322 w 42198532"/>
              <a:gd name="connsiteY168" fmla="*/ 5879169 h 7004830"/>
              <a:gd name="connsiteX169" fmla="*/ 1122322 w 42198532"/>
              <a:gd name="connsiteY169" fmla="*/ 5532990 h 7004830"/>
              <a:gd name="connsiteX170" fmla="*/ 1292682 w 42198532"/>
              <a:gd name="connsiteY170" fmla="*/ 5400511 h 7004830"/>
              <a:gd name="connsiteX171" fmla="*/ 1285583 w 42198532"/>
              <a:gd name="connsiteY171" fmla="*/ 5390260 h 7004830"/>
              <a:gd name="connsiteX172" fmla="*/ 1116013 w 42198532"/>
              <a:gd name="connsiteY172" fmla="*/ 5521161 h 7004830"/>
              <a:gd name="connsiteX173" fmla="*/ 750844 w 42198532"/>
              <a:gd name="connsiteY173" fmla="*/ 5243588 h 7004830"/>
              <a:gd name="connsiteX174" fmla="*/ 1025312 w 42198532"/>
              <a:gd name="connsiteY174" fmla="*/ 5030676 h 7004830"/>
              <a:gd name="connsiteX175" fmla="*/ 1110492 w 42198532"/>
              <a:gd name="connsiteY175" fmla="*/ 4965225 h 7004830"/>
              <a:gd name="connsiteX176" fmla="*/ 1475660 w 42198532"/>
              <a:gd name="connsiteY176" fmla="*/ 5242799 h 7004830"/>
              <a:gd name="connsiteX177" fmla="*/ 1285583 w 42198532"/>
              <a:gd name="connsiteY177" fmla="*/ 5389472 h 7004830"/>
              <a:gd name="connsiteX178" fmla="*/ 1293470 w 42198532"/>
              <a:gd name="connsiteY178" fmla="*/ 5400511 h 7004830"/>
              <a:gd name="connsiteX179" fmla="*/ 1484336 w 42198532"/>
              <a:gd name="connsiteY179" fmla="*/ 5252262 h 7004830"/>
              <a:gd name="connsiteX180" fmla="*/ 1484336 w 42198532"/>
              <a:gd name="connsiteY180" fmla="*/ 5426534 h 7004830"/>
              <a:gd name="connsiteX181" fmla="*/ 1497744 w 42198532"/>
              <a:gd name="connsiteY181" fmla="*/ 5424168 h 7004830"/>
              <a:gd name="connsiteX182" fmla="*/ 1497744 w 42198532"/>
              <a:gd name="connsiteY182" fmla="*/ 5246742 h 7004830"/>
              <a:gd name="connsiteX183" fmla="*/ 1513518 w 42198532"/>
              <a:gd name="connsiteY183" fmla="*/ 5234125 h 7004830"/>
              <a:gd name="connsiteX184" fmla="*/ 1513518 w 42198532"/>
              <a:gd name="connsiteY184" fmla="*/ 5217565 h 7004830"/>
              <a:gd name="connsiteX185" fmla="*/ 1495378 w 42198532"/>
              <a:gd name="connsiteY185" fmla="*/ 5231759 h 7004830"/>
              <a:gd name="connsiteX186" fmla="*/ 1495378 w 42198532"/>
              <a:gd name="connsiteY186" fmla="*/ 4885580 h 7004830"/>
              <a:gd name="connsiteX187" fmla="*/ 1513518 w 42198532"/>
              <a:gd name="connsiteY187" fmla="*/ 4871386 h 7004830"/>
              <a:gd name="connsiteX188" fmla="*/ 1513518 w 42198532"/>
              <a:gd name="connsiteY188" fmla="*/ 4854826 h 7004830"/>
              <a:gd name="connsiteX189" fmla="*/ 1489068 w 42198532"/>
              <a:gd name="connsiteY189" fmla="*/ 4873752 h 7004830"/>
              <a:gd name="connsiteX190" fmla="*/ 1123900 w 42198532"/>
              <a:gd name="connsiteY190" fmla="*/ 4596178 h 7004830"/>
              <a:gd name="connsiteX191" fmla="*/ 1488280 w 42198532"/>
              <a:gd name="connsiteY191" fmla="*/ 4313873 h 7004830"/>
              <a:gd name="connsiteX192" fmla="*/ 1853448 w 42198532"/>
              <a:gd name="connsiteY192" fmla="*/ 4591447 h 7004830"/>
              <a:gd name="connsiteX193" fmla="*/ 1514307 w 42198532"/>
              <a:gd name="connsiteY193" fmla="*/ 4854826 h 7004830"/>
              <a:gd name="connsiteX194" fmla="*/ 1514307 w 42198532"/>
              <a:gd name="connsiteY194" fmla="*/ 4870598 h 7004830"/>
              <a:gd name="connsiteX195" fmla="*/ 1857392 w 42198532"/>
              <a:gd name="connsiteY195" fmla="*/ 4604852 h 7004830"/>
              <a:gd name="connsiteX196" fmla="*/ 1857392 w 42198532"/>
              <a:gd name="connsiteY196" fmla="*/ 4951031 h 7004830"/>
              <a:gd name="connsiteX197" fmla="*/ 1514307 w 42198532"/>
              <a:gd name="connsiteY197" fmla="*/ 5217565 h 7004830"/>
              <a:gd name="connsiteX198" fmla="*/ 1514307 w 42198532"/>
              <a:gd name="connsiteY198" fmla="*/ 5234125 h 7004830"/>
              <a:gd name="connsiteX199" fmla="*/ 1870800 w 42198532"/>
              <a:gd name="connsiteY199" fmla="*/ 4957339 h 7004830"/>
              <a:gd name="connsiteX200" fmla="*/ 1870800 w 42198532"/>
              <a:gd name="connsiteY200" fmla="*/ 4588292 h 7004830"/>
              <a:gd name="connsiteX201" fmla="*/ 1497744 w 42198532"/>
              <a:gd name="connsiteY201" fmla="*/ 4304410 h 7004830"/>
              <a:gd name="connsiteX202" fmla="*/ 1497744 w 42198532"/>
              <a:gd name="connsiteY202" fmla="*/ 3956654 h 7004830"/>
              <a:gd name="connsiteX203" fmla="*/ 1484336 w 42198532"/>
              <a:gd name="connsiteY203" fmla="*/ 3966905 h 7004830"/>
              <a:gd name="connsiteX204" fmla="*/ 1484336 w 42198532"/>
              <a:gd name="connsiteY204" fmla="*/ 4299679 h 7004830"/>
              <a:gd name="connsiteX205" fmla="*/ 1122322 w 42198532"/>
              <a:gd name="connsiteY205" fmla="*/ 4579618 h 7004830"/>
              <a:gd name="connsiteX206" fmla="*/ 1122322 w 42198532"/>
              <a:gd name="connsiteY206" fmla="*/ 4233439 h 7004830"/>
              <a:gd name="connsiteX207" fmla="*/ 1484336 w 42198532"/>
              <a:gd name="connsiteY207" fmla="*/ 3952712 h 7004830"/>
              <a:gd name="connsiteX208" fmla="*/ 1484336 w 42198532"/>
              <a:gd name="connsiteY208" fmla="*/ 3966117 h 7004830"/>
              <a:gd name="connsiteX209" fmla="*/ 1497744 w 42198532"/>
              <a:gd name="connsiteY209" fmla="*/ 3955866 h 7004830"/>
              <a:gd name="connsiteX210" fmla="*/ 1497744 w 42198532"/>
              <a:gd name="connsiteY210" fmla="*/ 3936152 h 7004830"/>
              <a:gd name="connsiteX211" fmla="*/ 1136519 w 42198532"/>
              <a:gd name="connsiteY211" fmla="*/ 3661732 h 7004830"/>
              <a:gd name="connsiteX212" fmla="*/ 1125477 w 42198532"/>
              <a:gd name="connsiteY212" fmla="*/ 3669618 h 7004830"/>
              <a:gd name="connsiteX213" fmla="*/ 1135730 w 42198532"/>
              <a:gd name="connsiteY213" fmla="*/ 3660943 h 7004830"/>
              <a:gd name="connsiteX214" fmla="*/ 1119956 w 42198532"/>
              <a:gd name="connsiteY214" fmla="*/ 3649115 h 7004830"/>
              <a:gd name="connsiteX215" fmla="*/ 1119956 w 42198532"/>
              <a:gd name="connsiteY215" fmla="*/ 3637286 h 7004830"/>
              <a:gd name="connsiteX216" fmla="*/ 1106548 w 42198532"/>
              <a:gd name="connsiteY216" fmla="*/ 3637286 h 7004830"/>
              <a:gd name="connsiteX217" fmla="*/ 1106548 w 42198532"/>
              <a:gd name="connsiteY217" fmla="*/ 3649903 h 7004830"/>
              <a:gd name="connsiteX218" fmla="*/ 744534 w 42198532"/>
              <a:gd name="connsiteY218" fmla="*/ 3929843 h 7004830"/>
              <a:gd name="connsiteX219" fmla="*/ 744534 w 42198532"/>
              <a:gd name="connsiteY219" fmla="*/ 3612841 h 7004830"/>
              <a:gd name="connsiteX220" fmla="*/ 744534 w 42198532"/>
              <a:gd name="connsiteY220" fmla="*/ 3584453 h 7004830"/>
              <a:gd name="connsiteX221" fmla="*/ 1106548 w 42198532"/>
              <a:gd name="connsiteY221" fmla="*/ 3303725 h 7004830"/>
              <a:gd name="connsiteX222" fmla="*/ 1106548 w 42198532"/>
              <a:gd name="connsiteY222" fmla="*/ 3617573 h 7004830"/>
              <a:gd name="connsiteX223" fmla="*/ 1106548 w 42198532"/>
              <a:gd name="connsiteY223" fmla="*/ 3636498 h 7004830"/>
              <a:gd name="connsiteX224" fmla="*/ 1119956 w 42198532"/>
              <a:gd name="connsiteY224" fmla="*/ 3636498 h 7004830"/>
              <a:gd name="connsiteX225" fmla="*/ 1119956 w 42198532"/>
              <a:gd name="connsiteY225" fmla="*/ 3298205 h 7004830"/>
              <a:gd name="connsiteX226" fmla="*/ 1392847 w 42198532"/>
              <a:gd name="connsiteY226" fmla="*/ 3086870 h 7004830"/>
              <a:gd name="connsiteX227" fmla="*/ 1483547 w 42198532"/>
              <a:gd name="connsiteY227" fmla="*/ 3016688 h 7004830"/>
              <a:gd name="connsiteX228" fmla="*/ 1862913 w 42198532"/>
              <a:gd name="connsiteY228" fmla="*/ 3304513 h 7004830"/>
              <a:gd name="connsiteX229" fmla="*/ 2243855 w 42198532"/>
              <a:gd name="connsiteY229" fmla="*/ 3008803 h 7004830"/>
              <a:gd name="connsiteX230" fmla="*/ 2243855 w 42198532"/>
              <a:gd name="connsiteY230" fmla="*/ 2891307 h 7004830"/>
              <a:gd name="connsiteX231" fmla="*/ 2231236 w 42198532"/>
              <a:gd name="connsiteY231" fmla="*/ 2896827 h 7004830"/>
              <a:gd name="connsiteX232" fmla="*/ 2231236 w 42198532"/>
              <a:gd name="connsiteY232" fmla="*/ 3002494 h 7004830"/>
              <a:gd name="connsiteX233" fmla="*/ 1869222 w 42198532"/>
              <a:gd name="connsiteY233" fmla="*/ 3283222 h 7004830"/>
              <a:gd name="connsiteX234" fmla="*/ 1869222 w 42198532"/>
              <a:gd name="connsiteY234" fmla="*/ 2937043 h 7004830"/>
              <a:gd name="connsiteX235" fmla="*/ 2231236 w 42198532"/>
              <a:gd name="connsiteY235" fmla="*/ 2656315 h 7004830"/>
              <a:gd name="connsiteX236" fmla="*/ 2231236 w 42198532"/>
              <a:gd name="connsiteY236" fmla="*/ 2896038 h 7004830"/>
              <a:gd name="connsiteX237" fmla="*/ 2243855 w 42198532"/>
              <a:gd name="connsiteY237" fmla="*/ 2890518 h 7004830"/>
              <a:gd name="connsiteX238" fmla="*/ 2243855 w 42198532"/>
              <a:gd name="connsiteY238" fmla="*/ 2639755 h 7004830"/>
              <a:gd name="connsiteX239" fmla="*/ 2113720 w 42198532"/>
              <a:gd name="connsiteY239" fmla="*/ 2540397 h 7004830"/>
              <a:gd name="connsiteX240" fmla="*/ 2100312 w 42198532"/>
              <a:gd name="connsiteY240" fmla="*/ 2546705 h 7004830"/>
              <a:gd name="connsiteX241" fmla="*/ 2226503 w 42198532"/>
              <a:gd name="connsiteY241" fmla="*/ 2642910 h 7004830"/>
              <a:gd name="connsiteX242" fmla="*/ 1862124 w 42198532"/>
              <a:gd name="connsiteY242" fmla="*/ 2925215 h 7004830"/>
              <a:gd name="connsiteX243" fmla="*/ 1496955 w 42198532"/>
              <a:gd name="connsiteY243" fmla="*/ 2647641 h 7004830"/>
              <a:gd name="connsiteX244" fmla="*/ 1861335 w 42198532"/>
              <a:gd name="connsiteY244" fmla="*/ 2365336 h 7004830"/>
              <a:gd name="connsiteX245" fmla="*/ 2099523 w 42198532"/>
              <a:gd name="connsiteY245" fmla="*/ 2545916 h 7004830"/>
              <a:gd name="connsiteX246" fmla="*/ 2112931 w 42198532"/>
              <a:gd name="connsiteY246" fmla="*/ 2539608 h 7004830"/>
              <a:gd name="connsiteX247" fmla="*/ 1870800 w 42198532"/>
              <a:gd name="connsiteY247" fmla="*/ 2355873 h 7004830"/>
              <a:gd name="connsiteX248" fmla="*/ 1870800 w 42198532"/>
              <a:gd name="connsiteY248" fmla="*/ 2176869 h 7004830"/>
              <a:gd name="connsiteX249" fmla="*/ 1857392 w 42198532"/>
              <a:gd name="connsiteY249" fmla="*/ 2178447 h 7004830"/>
              <a:gd name="connsiteX250" fmla="*/ 1857392 w 42198532"/>
              <a:gd name="connsiteY250" fmla="*/ 2350353 h 7004830"/>
              <a:gd name="connsiteX251" fmla="*/ 1496167 w 42198532"/>
              <a:gd name="connsiteY251" fmla="*/ 2631081 h 7004830"/>
              <a:gd name="connsiteX252" fmla="*/ 1496167 w 42198532"/>
              <a:gd name="connsiteY252" fmla="*/ 2284114 h 7004830"/>
              <a:gd name="connsiteX253" fmla="*/ 1666526 w 42198532"/>
              <a:gd name="connsiteY253" fmla="*/ 2152424 h 7004830"/>
              <a:gd name="connsiteX254" fmla="*/ 1658639 w 42198532"/>
              <a:gd name="connsiteY254" fmla="*/ 2141384 h 7004830"/>
              <a:gd name="connsiteX255" fmla="*/ 1666526 w 42198532"/>
              <a:gd name="connsiteY255" fmla="*/ 2151636 h 7004830"/>
              <a:gd name="connsiteX256" fmla="*/ 1857392 w 42198532"/>
              <a:gd name="connsiteY256" fmla="*/ 2003386 h 7004830"/>
              <a:gd name="connsiteX257" fmla="*/ 1857392 w 42198532"/>
              <a:gd name="connsiteY257" fmla="*/ 2177658 h 7004830"/>
              <a:gd name="connsiteX258" fmla="*/ 1870800 w 42198532"/>
              <a:gd name="connsiteY258" fmla="*/ 2176081 h 7004830"/>
              <a:gd name="connsiteX259" fmla="*/ 1870800 w 42198532"/>
              <a:gd name="connsiteY259" fmla="*/ 1998654 h 7004830"/>
              <a:gd name="connsiteX260" fmla="*/ 1886574 w 42198532"/>
              <a:gd name="connsiteY260" fmla="*/ 1986037 h 7004830"/>
              <a:gd name="connsiteX261" fmla="*/ 1886574 w 42198532"/>
              <a:gd name="connsiteY261" fmla="*/ 1969478 h 7004830"/>
              <a:gd name="connsiteX262" fmla="*/ 1869222 w 42198532"/>
              <a:gd name="connsiteY262" fmla="*/ 1982883 h 7004830"/>
              <a:gd name="connsiteX263" fmla="*/ 1869222 w 42198532"/>
              <a:gd name="connsiteY263" fmla="*/ 1636704 h 7004830"/>
              <a:gd name="connsiteX264" fmla="*/ 1886574 w 42198532"/>
              <a:gd name="connsiteY264" fmla="*/ 1623299 h 7004830"/>
              <a:gd name="connsiteX265" fmla="*/ 1886574 w 42198532"/>
              <a:gd name="connsiteY265" fmla="*/ 1606739 h 7004830"/>
              <a:gd name="connsiteX266" fmla="*/ 1862124 w 42198532"/>
              <a:gd name="connsiteY266" fmla="*/ 1625665 h 7004830"/>
              <a:gd name="connsiteX267" fmla="*/ 1496955 w 42198532"/>
              <a:gd name="connsiteY267" fmla="*/ 1348091 h 7004830"/>
              <a:gd name="connsiteX268" fmla="*/ 1861335 w 42198532"/>
              <a:gd name="connsiteY268" fmla="*/ 1064997 h 7004830"/>
              <a:gd name="connsiteX269" fmla="*/ 2226503 w 42198532"/>
              <a:gd name="connsiteY269" fmla="*/ 1342571 h 7004830"/>
              <a:gd name="connsiteX270" fmla="*/ 1887362 w 42198532"/>
              <a:gd name="connsiteY270" fmla="*/ 1605951 h 7004830"/>
              <a:gd name="connsiteX271" fmla="*/ 1887362 w 42198532"/>
              <a:gd name="connsiteY271" fmla="*/ 1622510 h 7004830"/>
              <a:gd name="connsiteX272" fmla="*/ 2231236 w 42198532"/>
              <a:gd name="connsiteY272" fmla="*/ 1355976 h 7004830"/>
              <a:gd name="connsiteX273" fmla="*/ 2231236 w 42198532"/>
              <a:gd name="connsiteY273" fmla="*/ 1702944 h 7004830"/>
              <a:gd name="connsiteX274" fmla="*/ 1887362 w 42198532"/>
              <a:gd name="connsiteY274" fmla="*/ 1968689 h 7004830"/>
              <a:gd name="connsiteX275" fmla="*/ 1887362 w 42198532"/>
              <a:gd name="connsiteY275" fmla="*/ 1985249 h 7004830"/>
              <a:gd name="connsiteX276" fmla="*/ 2243855 w 42198532"/>
              <a:gd name="connsiteY276" fmla="*/ 1709252 h 7004830"/>
              <a:gd name="connsiteX277" fmla="*/ 2243855 w 42198532"/>
              <a:gd name="connsiteY277" fmla="*/ 1339416 h 7004830"/>
              <a:gd name="connsiteX278" fmla="*/ 1870800 w 42198532"/>
              <a:gd name="connsiteY278" fmla="*/ 1056323 h 7004830"/>
              <a:gd name="connsiteX279" fmla="*/ 1870800 w 42198532"/>
              <a:gd name="connsiteY279" fmla="*/ 707778 h 7004830"/>
              <a:gd name="connsiteX280" fmla="*/ 1857392 w 42198532"/>
              <a:gd name="connsiteY280" fmla="*/ 718030 h 7004830"/>
              <a:gd name="connsiteX281" fmla="*/ 1857392 w 42198532"/>
              <a:gd name="connsiteY281" fmla="*/ 1050803 h 7004830"/>
              <a:gd name="connsiteX282" fmla="*/ 1496167 w 42198532"/>
              <a:gd name="connsiteY282" fmla="*/ 1331531 h 7004830"/>
              <a:gd name="connsiteX283" fmla="*/ 1496167 w 42198532"/>
              <a:gd name="connsiteY283" fmla="*/ 985352 h 7004830"/>
              <a:gd name="connsiteX284" fmla="*/ 1857392 w 42198532"/>
              <a:gd name="connsiteY284" fmla="*/ 704624 h 7004830"/>
              <a:gd name="connsiteX285" fmla="*/ 1857392 w 42198532"/>
              <a:gd name="connsiteY285" fmla="*/ 717241 h 7004830"/>
              <a:gd name="connsiteX286" fmla="*/ 1870800 w 42198532"/>
              <a:gd name="connsiteY286" fmla="*/ 706990 h 7004830"/>
              <a:gd name="connsiteX287" fmla="*/ 1870800 w 42198532"/>
              <a:gd name="connsiteY287" fmla="*/ 688064 h 7004830"/>
              <a:gd name="connsiteX288" fmla="*/ 1509574 w 42198532"/>
              <a:gd name="connsiteY288" fmla="*/ 412856 h 7004830"/>
              <a:gd name="connsiteX289" fmla="*/ 1498533 w 42198532"/>
              <a:gd name="connsiteY289" fmla="*/ 421530 h 7004830"/>
              <a:gd name="connsiteX290" fmla="*/ 1508786 w 42198532"/>
              <a:gd name="connsiteY290" fmla="*/ 412856 h 7004830"/>
              <a:gd name="connsiteX291" fmla="*/ 1493012 w 42198532"/>
              <a:gd name="connsiteY291" fmla="*/ 401028 h 7004830"/>
              <a:gd name="connsiteX292" fmla="*/ 1493012 w 42198532"/>
              <a:gd name="connsiteY292" fmla="*/ 119417 h 7004830"/>
              <a:gd name="connsiteX293" fmla="*/ 1493012 w 42198532"/>
              <a:gd name="connsiteY293" fmla="*/ 117464 h 7004830"/>
              <a:gd name="connsiteX294" fmla="*/ 1398859 w 42198532"/>
              <a:gd name="connsiteY294" fmla="*/ 117464 h 7004830"/>
              <a:gd name="connsiteX295" fmla="*/ 1480393 w 42198532"/>
              <a:gd name="connsiteY295" fmla="*/ 117464 h 7004830"/>
              <a:gd name="connsiteX296" fmla="*/ 1480393 w 42198532"/>
              <a:gd name="connsiteY296" fmla="*/ 201868 h 7004830"/>
              <a:gd name="connsiteX297" fmla="*/ 1480393 w 42198532"/>
              <a:gd name="connsiteY297" fmla="*/ 401028 h 7004830"/>
              <a:gd name="connsiteX298" fmla="*/ 1118379 w 42198532"/>
              <a:gd name="connsiteY298" fmla="*/ 681756 h 7004830"/>
              <a:gd name="connsiteX299" fmla="*/ 1118379 w 42198532"/>
              <a:gd name="connsiteY299" fmla="*/ 335577 h 7004830"/>
              <a:gd name="connsiteX300" fmla="*/ 1379242 w 42198532"/>
              <a:gd name="connsiteY300" fmla="*/ 132719 h 7004830"/>
              <a:gd name="connsiteX301" fmla="*/ 1398859 w 42198532"/>
              <a:gd name="connsiteY301" fmla="*/ 117464 h 7004830"/>
              <a:gd name="connsiteX302" fmla="*/ 840168 w 42198532"/>
              <a:gd name="connsiteY302" fmla="*/ 117464 h 7004830"/>
              <a:gd name="connsiteX303" fmla="*/ 1377550 w 42198532"/>
              <a:gd name="connsiteY303" fmla="*/ 117464 h 7004830"/>
              <a:gd name="connsiteX304" fmla="*/ 1301753 w 42198532"/>
              <a:gd name="connsiteY304" fmla="*/ 176360 h 7004830"/>
              <a:gd name="connsiteX305" fmla="*/ 1112069 w 42198532"/>
              <a:gd name="connsiteY305" fmla="*/ 323748 h 7004830"/>
              <a:gd name="connsiteX306" fmla="*/ 857417 w 42198532"/>
              <a:gd name="connsiteY306" fmla="*/ 130551 h 7004830"/>
              <a:gd name="connsiteX307" fmla="*/ 840168 w 42198532"/>
              <a:gd name="connsiteY307" fmla="*/ 117464 h 7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42198532" h="7004830">
                <a:moveTo>
                  <a:pt x="738225" y="6911396"/>
                </a:moveTo>
                <a:lnTo>
                  <a:pt x="814828" y="6969750"/>
                </a:lnTo>
                <a:lnTo>
                  <a:pt x="822329" y="6975464"/>
                </a:lnTo>
                <a:lnTo>
                  <a:pt x="655724" y="6975464"/>
                </a:lnTo>
                <a:lnTo>
                  <a:pt x="656989" y="6974481"/>
                </a:lnTo>
                <a:lnTo>
                  <a:pt x="738225" y="6911396"/>
                </a:lnTo>
                <a:close/>
                <a:moveTo>
                  <a:pt x="733493" y="6551812"/>
                </a:moveTo>
                <a:lnTo>
                  <a:pt x="733493" y="6897991"/>
                </a:lnTo>
                <a:lnTo>
                  <a:pt x="639637" y="6970539"/>
                </a:lnTo>
                <a:cubicBezTo>
                  <a:pt x="645158" y="6972116"/>
                  <a:pt x="650679" y="6972904"/>
                  <a:pt x="656989" y="6974481"/>
                </a:cubicBezTo>
                <a:cubicBezTo>
                  <a:pt x="650679" y="6973693"/>
                  <a:pt x="644369" y="6972116"/>
                  <a:pt x="638848" y="6971327"/>
                </a:cubicBezTo>
                <a:lnTo>
                  <a:pt x="633515" y="6975464"/>
                </a:lnTo>
                <a:lnTo>
                  <a:pt x="371479" y="6975464"/>
                </a:lnTo>
                <a:lnTo>
                  <a:pt x="371479" y="6917056"/>
                </a:lnTo>
                <a:lnTo>
                  <a:pt x="371479" y="6832540"/>
                </a:lnTo>
                <a:lnTo>
                  <a:pt x="733493" y="6551812"/>
                </a:lnTo>
                <a:close/>
                <a:moveTo>
                  <a:pt x="1106548" y="5904403"/>
                </a:moveTo>
                <a:lnTo>
                  <a:pt x="1106548" y="6251370"/>
                </a:lnTo>
                <a:lnTo>
                  <a:pt x="1012693" y="6323918"/>
                </a:lnTo>
                <a:lnTo>
                  <a:pt x="744534" y="6531309"/>
                </a:lnTo>
                <a:lnTo>
                  <a:pt x="744534" y="6185131"/>
                </a:lnTo>
                <a:lnTo>
                  <a:pt x="873093" y="6085772"/>
                </a:lnTo>
                <a:lnTo>
                  <a:pt x="1106548" y="5904403"/>
                </a:lnTo>
                <a:close/>
                <a:moveTo>
                  <a:pt x="1739875" y="5788484"/>
                </a:moveTo>
                <a:lnTo>
                  <a:pt x="1726467" y="5794792"/>
                </a:lnTo>
                <a:lnTo>
                  <a:pt x="1739875" y="5788484"/>
                </a:lnTo>
                <a:close/>
                <a:moveTo>
                  <a:pt x="1488280" y="5613423"/>
                </a:moveTo>
                <a:lnTo>
                  <a:pt x="1726467" y="5794792"/>
                </a:lnTo>
                <a:lnTo>
                  <a:pt x="1853448" y="5890997"/>
                </a:lnTo>
                <a:lnTo>
                  <a:pt x="1489068" y="6174091"/>
                </a:lnTo>
                <a:lnTo>
                  <a:pt x="1123900" y="5896517"/>
                </a:lnTo>
                <a:lnTo>
                  <a:pt x="1488280" y="5613423"/>
                </a:lnTo>
                <a:close/>
                <a:moveTo>
                  <a:pt x="359648" y="4965225"/>
                </a:moveTo>
                <a:lnTo>
                  <a:pt x="724817" y="5242799"/>
                </a:lnTo>
                <a:lnTo>
                  <a:pt x="487418" y="5426534"/>
                </a:lnTo>
                <a:lnTo>
                  <a:pt x="493727" y="5437574"/>
                </a:lnTo>
                <a:lnTo>
                  <a:pt x="733493" y="5252262"/>
                </a:lnTo>
                <a:lnTo>
                  <a:pt x="733493" y="5598440"/>
                </a:lnTo>
                <a:lnTo>
                  <a:pt x="633328" y="5675720"/>
                </a:lnTo>
                <a:lnTo>
                  <a:pt x="641215" y="5688337"/>
                </a:lnTo>
                <a:lnTo>
                  <a:pt x="737436" y="5613423"/>
                </a:lnTo>
                <a:lnTo>
                  <a:pt x="1102605" y="5890997"/>
                </a:lnTo>
                <a:lnTo>
                  <a:pt x="866783" y="6073943"/>
                </a:lnTo>
                <a:lnTo>
                  <a:pt x="873093" y="6085772"/>
                </a:lnTo>
                <a:lnTo>
                  <a:pt x="865994" y="6074732"/>
                </a:lnTo>
                <a:lnTo>
                  <a:pt x="738225" y="6174091"/>
                </a:lnTo>
                <a:lnTo>
                  <a:pt x="373056" y="5896517"/>
                </a:lnTo>
                <a:lnTo>
                  <a:pt x="640426" y="5689125"/>
                </a:lnTo>
                <a:lnTo>
                  <a:pt x="633328" y="5676508"/>
                </a:lnTo>
                <a:lnTo>
                  <a:pt x="371479" y="5879169"/>
                </a:lnTo>
                <a:lnTo>
                  <a:pt x="371479" y="5532990"/>
                </a:lnTo>
                <a:lnTo>
                  <a:pt x="493727" y="5438362"/>
                </a:lnTo>
                <a:lnTo>
                  <a:pt x="486629" y="5426534"/>
                </a:lnTo>
                <a:lnTo>
                  <a:pt x="365169" y="5521161"/>
                </a:lnTo>
                <a:lnTo>
                  <a:pt x="0" y="5243588"/>
                </a:lnTo>
                <a:lnTo>
                  <a:pt x="359648" y="4965225"/>
                </a:lnTo>
                <a:close/>
                <a:moveTo>
                  <a:pt x="1106548" y="4604852"/>
                </a:moveTo>
                <a:lnTo>
                  <a:pt x="1106548" y="4951031"/>
                </a:lnTo>
                <a:lnTo>
                  <a:pt x="1018214" y="5019636"/>
                </a:lnTo>
                <a:lnTo>
                  <a:pt x="1025312" y="5030676"/>
                </a:lnTo>
                <a:lnTo>
                  <a:pt x="1017425" y="5020424"/>
                </a:lnTo>
                <a:lnTo>
                  <a:pt x="744534" y="5231759"/>
                </a:lnTo>
                <a:lnTo>
                  <a:pt x="744534" y="4885580"/>
                </a:lnTo>
                <a:lnTo>
                  <a:pt x="856530" y="4798050"/>
                </a:lnTo>
                <a:lnTo>
                  <a:pt x="849432" y="4787799"/>
                </a:lnTo>
                <a:lnTo>
                  <a:pt x="857319" y="4798050"/>
                </a:lnTo>
                <a:lnTo>
                  <a:pt x="1106548" y="4604852"/>
                </a:lnTo>
                <a:close/>
                <a:moveTo>
                  <a:pt x="737436" y="4313873"/>
                </a:moveTo>
                <a:lnTo>
                  <a:pt x="1102605" y="4591447"/>
                </a:lnTo>
                <a:lnTo>
                  <a:pt x="849432" y="4787799"/>
                </a:lnTo>
                <a:lnTo>
                  <a:pt x="738225" y="4873752"/>
                </a:lnTo>
                <a:lnTo>
                  <a:pt x="373056" y="4596178"/>
                </a:lnTo>
                <a:lnTo>
                  <a:pt x="737436" y="4313873"/>
                </a:lnTo>
                <a:close/>
                <a:moveTo>
                  <a:pt x="1115224" y="3661732"/>
                </a:moveTo>
                <a:lnTo>
                  <a:pt x="1125477" y="3669618"/>
                </a:lnTo>
                <a:lnTo>
                  <a:pt x="1480393" y="3939306"/>
                </a:lnTo>
                <a:lnTo>
                  <a:pt x="1116013" y="4222399"/>
                </a:lnTo>
                <a:lnTo>
                  <a:pt x="750844" y="3944037"/>
                </a:lnTo>
                <a:lnTo>
                  <a:pt x="1115224" y="3661732"/>
                </a:lnTo>
                <a:close/>
                <a:moveTo>
                  <a:pt x="1480393" y="2656315"/>
                </a:moveTo>
                <a:lnTo>
                  <a:pt x="1480393" y="3002494"/>
                </a:lnTo>
                <a:lnTo>
                  <a:pt x="1386537" y="3075042"/>
                </a:lnTo>
                <a:lnTo>
                  <a:pt x="1392847" y="3086870"/>
                </a:lnTo>
                <a:lnTo>
                  <a:pt x="1385748" y="3075830"/>
                </a:lnTo>
                <a:lnTo>
                  <a:pt x="1118379" y="3283222"/>
                </a:lnTo>
                <a:lnTo>
                  <a:pt x="1118379" y="2937043"/>
                </a:lnTo>
                <a:lnTo>
                  <a:pt x="1246148" y="2837685"/>
                </a:lnTo>
                <a:lnTo>
                  <a:pt x="1239839" y="2825856"/>
                </a:lnTo>
                <a:lnTo>
                  <a:pt x="1246937" y="2836896"/>
                </a:lnTo>
                <a:lnTo>
                  <a:pt x="1480393" y="2656315"/>
                </a:lnTo>
                <a:close/>
                <a:moveTo>
                  <a:pt x="732704" y="1716349"/>
                </a:moveTo>
                <a:lnTo>
                  <a:pt x="1097873" y="1993923"/>
                </a:lnTo>
                <a:lnTo>
                  <a:pt x="860473" y="2177658"/>
                </a:lnTo>
                <a:lnTo>
                  <a:pt x="867572" y="2189486"/>
                </a:lnTo>
                <a:lnTo>
                  <a:pt x="1106548" y="2003386"/>
                </a:lnTo>
                <a:lnTo>
                  <a:pt x="1106548" y="2350353"/>
                </a:lnTo>
                <a:lnTo>
                  <a:pt x="1007172" y="2427632"/>
                </a:lnTo>
                <a:lnTo>
                  <a:pt x="1014270" y="2440249"/>
                </a:lnTo>
                <a:lnTo>
                  <a:pt x="1110492" y="2365336"/>
                </a:lnTo>
                <a:lnTo>
                  <a:pt x="1475660" y="2642910"/>
                </a:lnTo>
                <a:lnTo>
                  <a:pt x="1239839" y="2825856"/>
                </a:lnTo>
                <a:lnTo>
                  <a:pt x="1112069" y="2925215"/>
                </a:lnTo>
                <a:lnTo>
                  <a:pt x="746900" y="2647641"/>
                </a:lnTo>
                <a:lnTo>
                  <a:pt x="1013481" y="2440249"/>
                </a:lnTo>
                <a:lnTo>
                  <a:pt x="1006383" y="2427632"/>
                </a:lnTo>
                <a:lnTo>
                  <a:pt x="744534" y="2631081"/>
                </a:lnTo>
                <a:lnTo>
                  <a:pt x="744534" y="2284114"/>
                </a:lnTo>
                <a:lnTo>
                  <a:pt x="866783" y="2189486"/>
                </a:lnTo>
                <a:lnTo>
                  <a:pt x="860473" y="2178447"/>
                </a:lnTo>
                <a:lnTo>
                  <a:pt x="738225" y="2273074"/>
                </a:lnTo>
                <a:lnTo>
                  <a:pt x="373056" y="1995500"/>
                </a:lnTo>
                <a:lnTo>
                  <a:pt x="732704" y="1716349"/>
                </a:lnTo>
                <a:close/>
                <a:moveTo>
                  <a:pt x="1480393" y="1355976"/>
                </a:moveTo>
                <a:lnTo>
                  <a:pt x="1480393" y="1702944"/>
                </a:lnTo>
                <a:lnTo>
                  <a:pt x="1391269" y="1771549"/>
                </a:lnTo>
                <a:lnTo>
                  <a:pt x="1399156" y="1781800"/>
                </a:lnTo>
                <a:lnTo>
                  <a:pt x="1483547" y="1716349"/>
                </a:lnTo>
                <a:lnTo>
                  <a:pt x="1848716" y="1993923"/>
                </a:lnTo>
                <a:lnTo>
                  <a:pt x="1658639" y="2141384"/>
                </a:lnTo>
                <a:lnTo>
                  <a:pt x="1489068" y="2273074"/>
                </a:lnTo>
                <a:lnTo>
                  <a:pt x="1123900" y="1995500"/>
                </a:lnTo>
                <a:lnTo>
                  <a:pt x="1398368" y="1782588"/>
                </a:lnTo>
                <a:lnTo>
                  <a:pt x="1390481" y="1771549"/>
                </a:lnTo>
                <a:lnTo>
                  <a:pt x="1118379" y="1982883"/>
                </a:lnTo>
                <a:lnTo>
                  <a:pt x="1118379" y="1636704"/>
                </a:lnTo>
                <a:lnTo>
                  <a:pt x="1230374" y="1549963"/>
                </a:lnTo>
                <a:lnTo>
                  <a:pt x="1480393" y="1355976"/>
                </a:lnTo>
                <a:close/>
                <a:moveTo>
                  <a:pt x="1110492" y="1064997"/>
                </a:moveTo>
                <a:lnTo>
                  <a:pt x="1475660" y="1342571"/>
                </a:lnTo>
                <a:lnTo>
                  <a:pt x="1223276" y="1538923"/>
                </a:lnTo>
                <a:lnTo>
                  <a:pt x="1230374" y="1549963"/>
                </a:lnTo>
                <a:lnTo>
                  <a:pt x="1222487" y="1539711"/>
                </a:lnTo>
                <a:lnTo>
                  <a:pt x="1112069" y="1625665"/>
                </a:lnTo>
                <a:lnTo>
                  <a:pt x="746900" y="1348091"/>
                </a:lnTo>
                <a:lnTo>
                  <a:pt x="1110492" y="1064997"/>
                </a:lnTo>
                <a:close/>
                <a:moveTo>
                  <a:pt x="1488280" y="413645"/>
                </a:moveTo>
                <a:lnTo>
                  <a:pt x="1498533" y="421530"/>
                </a:lnTo>
                <a:lnTo>
                  <a:pt x="1853448" y="691218"/>
                </a:lnTo>
                <a:lnTo>
                  <a:pt x="1489068" y="973524"/>
                </a:lnTo>
                <a:lnTo>
                  <a:pt x="1123900" y="695950"/>
                </a:lnTo>
                <a:lnTo>
                  <a:pt x="1488280" y="413645"/>
                </a:lnTo>
                <a:close/>
                <a:moveTo>
                  <a:pt x="1493012" y="117464"/>
                </a:moveTo>
                <a:lnTo>
                  <a:pt x="42118086" y="0"/>
                </a:lnTo>
                <a:lnTo>
                  <a:pt x="42198532" y="7004830"/>
                </a:lnTo>
                <a:lnTo>
                  <a:pt x="843615" y="6975464"/>
                </a:lnTo>
                <a:lnTo>
                  <a:pt x="810785" y="6950504"/>
                </a:lnTo>
                <a:lnTo>
                  <a:pt x="746900" y="6901934"/>
                </a:lnTo>
                <a:lnTo>
                  <a:pt x="746900" y="6547081"/>
                </a:lnTo>
                <a:lnTo>
                  <a:pt x="1019002" y="6335746"/>
                </a:lnTo>
                <a:lnTo>
                  <a:pt x="1012693" y="6323918"/>
                </a:lnTo>
                <a:lnTo>
                  <a:pt x="1019791" y="6334957"/>
                </a:lnTo>
                <a:lnTo>
                  <a:pt x="1110492" y="6264775"/>
                </a:lnTo>
                <a:lnTo>
                  <a:pt x="1489068" y="6553389"/>
                </a:lnTo>
                <a:lnTo>
                  <a:pt x="1870800" y="6257678"/>
                </a:lnTo>
                <a:lnTo>
                  <a:pt x="1870800" y="6139394"/>
                </a:lnTo>
                <a:lnTo>
                  <a:pt x="1857392" y="6144914"/>
                </a:lnTo>
                <a:lnTo>
                  <a:pt x="1857392" y="6251370"/>
                </a:lnTo>
                <a:lnTo>
                  <a:pt x="1495378" y="6531309"/>
                </a:lnTo>
                <a:lnTo>
                  <a:pt x="1495378" y="6185131"/>
                </a:lnTo>
                <a:lnTo>
                  <a:pt x="1857392" y="5904403"/>
                </a:lnTo>
                <a:lnTo>
                  <a:pt x="1857392" y="6144125"/>
                </a:lnTo>
                <a:lnTo>
                  <a:pt x="1870800" y="6138605"/>
                </a:lnTo>
                <a:lnTo>
                  <a:pt x="1870800" y="5887843"/>
                </a:lnTo>
                <a:lnTo>
                  <a:pt x="1739875" y="5788484"/>
                </a:lnTo>
                <a:lnTo>
                  <a:pt x="1497744" y="5604749"/>
                </a:lnTo>
                <a:lnTo>
                  <a:pt x="1497744" y="5424957"/>
                </a:lnTo>
                <a:lnTo>
                  <a:pt x="1484336" y="5427322"/>
                </a:lnTo>
                <a:lnTo>
                  <a:pt x="1484336" y="5598440"/>
                </a:lnTo>
                <a:lnTo>
                  <a:pt x="1122322" y="5879169"/>
                </a:lnTo>
                <a:lnTo>
                  <a:pt x="1122322" y="5532990"/>
                </a:lnTo>
                <a:lnTo>
                  <a:pt x="1292682" y="5400511"/>
                </a:lnTo>
                <a:lnTo>
                  <a:pt x="1285583" y="5390260"/>
                </a:lnTo>
                <a:lnTo>
                  <a:pt x="1116013" y="5521161"/>
                </a:lnTo>
                <a:lnTo>
                  <a:pt x="750844" y="5243588"/>
                </a:lnTo>
                <a:lnTo>
                  <a:pt x="1025312" y="5030676"/>
                </a:lnTo>
                <a:lnTo>
                  <a:pt x="1110492" y="4965225"/>
                </a:lnTo>
                <a:lnTo>
                  <a:pt x="1475660" y="5242799"/>
                </a:lnTo>
                <a:lnTo>
                  <a:pt x="1285583" y="5389472"/>
                </a:lnTo>
                <a:lnTo>
                  <a:pt x="1293470" y="5400511"/>
                </a:lnTo>
                <a:lnTo>
                  <a:pt x="1484336" y="5252262"/>
                </a:lnTo>
                <a:lnTo>
                  <a:pt x="1484336" y="5426534"/>
                </a:lnTo>
                <a:lnTo>
                  <a:pt x="1497744" y="5424168"/>
                </a:lnTo>
                <a:lnTo>
                  <a:pt x="1497744" y="5246742"/>
                </a:lnTo>
                <a:lnTo>
                  <a:pt x="1513518" y="5234125"/>
                </a:lnTo>
                <a:lnTo>
                  <a:pt x="1513518" y="5217565"/>
                </a:lnTo>
                <a:lnTo>
                  <a:pt x="1495378" y="5231759"/>
                </a:lnTo>
                <a:lnTo>
                  <a:pt x="1495378" y="4885580"/>
                </a:lnTo>
                <a:lnTo>
                  <a:pt x="1513518" y="4871386"/>
                </a:lnTo>
                <a:lnTo>
                  <a:pt x="1513518" y="4854826"/>
                </a:lnTo>
                <a:lnTo>
                  <a:pt x="1489068" y="4873752"/>
                </a:lnTo>
                <a:lnTo>
                  <a:pt x="1123900" y="4596178"/>
                </a:lnTo>
                <a:lnTo>
                  <a:pt x="1488280" y="4313873"/>
                </a:lnTo>
                <a:lnTo>
                  <a:pt x="1853448" y="4591447"/>
                </a:lnTo>
                <a:lnTo>
                  <a:pt x="1514307" y="4854826"/>
                </a:lnTo>
                <a:lnTo>
                  <a:pt x="1514307" y="4870598"/>
                </a:lnTo>
                <a:lnTo>
                  <a:pt x="1857392" y="4604852"/>
                </a:lnTo>
                <a:lnTo>
                  <a:pt x="1857392" y="4951031"/>
                </a:lnTo>
                <a:lnTo>
                  <a:pt x="1514307" y="5217565"/>
                </a:lnTo>
                <a:lnTo>
                  <a:pt x="1514307" y="5234125"/>
                </a:lnTo>
                <a:lnTo>
                  <a:pt x="1870800" y="4957339"/>
                </a:lnTo>
                <a:lnTo>
                  <a:pt x="1870800" y="4588292"/>
                </a:lnTo>
                <a:lnTo>
                  <a:pt x="1497744" y="4304410"/>
                </a:lnTo>
                <a:lnTo>
                  <a:pt x="1497744" y="3956654"/>
                </a:lnTo>
                <a:lnTo>
                  <a:pt x="1484336" y="3966905"/>
                </a:lnTo>
                <a:lnTo>
                  <a:pt x="1484336" y="4299679"/>
                </a:lnTo>
                <a:lnTo>
                  <a:pt x="1122322" y="4579618"/>
                </a:lnTo>
                <a:lnTo>
                  <a:pt x="1122322" y="4233439"/>
                </a:lnTo>
                <a:lnTo>
                  <a:pt x="1484336" y="3952712"/>
                </a:lnTo>
                <a:lnTo>
                  <a:pt x="1484336" y="3966117"/>
                </a:lnTo>
                <a:lnTo>
                  <a:pt x="1497744" y="3955866"/>
                </a:lnTo>
                <a:lnTo>
                  <a:pt x="1497744" y="3936152"/>
                </a:lnTo>
                <a:lnTo>
                  <a:pt x="1136519" y="3661732"/>
                </a:lnTo>
                <a:lnTo>
                  <a:pt x="1125477" y="3669618"/>
                </a:lnTo>
                <a:lnTo>
                  <a:pt x="1135730" y="3660943"/>
                </a:lnTo>
                <a:lnTo>
                  <a:pt x="1119956" y="3649115"/>
                </a:lnTo>
                <a:lnTo>
                  <a:pt x="1119956" y="3637286"/>
                </a:lnTo>
                <a:lnTo>
                  <a:pt x="1106548" y="3637286"/>
                </a:lnTo>
                <a:lnTo>
                  <a:pt x="1106548" y="3649903"/>
                </a:lnTo>
                <a:lnTo>
                  <a:pt x="744534" y="3929843"/>
                </a:lnTo>
                <a:lnTo>
                  <a:pt x="744534" y="3612841"/>
                </a:lnTo>
                <a:lnTo>
                  <a:pt x="744534" y="3584453"/>
                </a:lnTo>
                <a:lnTo>
                  <a:pt x="1106548" y="3303725"/>
                </a:lnTo>
                <a:lnTo>
                  <a:pt x="1106548" y="3617573"/>
                </a:lnTo>
                <a:lnTo>
                  <a:pt x="1106548" y="3636498"/>
                </a:lnTo>
                <a:lnTo>
                  <a:pt x="1119956" y="3636498"/>
                </a:lnTo>
                <a:lnTo>
                  <a:pt x="1119956" y="3298205"/>
                </a:lnTo>
                <a:lnTo>
                  <a:pt x="1392847" y="3086870"/>
                </a:lnTo>
                <a:lnTo>
                  <a:pt x="1483547" y="3016688"/>
                </a:lnTo>
                <a:lnTo>
                  <a:pt x="1862913" y="3304513"/>
                </a:lnTo>
                <a:lnTo>
                  <a:pt x="2243855" y="3008803"/>
                </a:lnTo>
                <a:lnTo>
                  <a:pt x="2243855" y="2891307"/>
                </a:lnTo>
                <a:lnTo>
                  <a:pt x="2231236" y="2896827"/>
                </a:lnTo>
                <a:lnTo>
                  <a:pt x="2231236" y="3002494"/>
                </a:lnTo>
                <a:lnTo>
                  <a:pt x="1869222" y="3283222"/>
                </a:lnTo>
                <a:lnTo>
                  <a:pt x="1869222" y="2937043"/>
                </a:lnTo>
                <a:lnTo>
                  <a:pt x="2231236" y="2656315"/>
                </a:lnTo>
                <a:lnTo>
                  <a:pt x="2231236" y="2896038"/>
                </a:lnTo>
                <a:lnTo>
                  <a:pt x="2243855" y="2890518"/>
                </a:lnTo>
                <a:lnTo>
                  <a:pt x="2243855" y="2639755"/>
                </a:lnTo>
                <a:lnTo>
                  <a:pt x="2113720" y="2540397"/>
                </a:lnTo>
                <a:lnTo>
                  <a:pt x="2100312" y="2546705"/>
                </a:lnTo>
                <a:lnTo>
                  <a:pt x="2226503" y="2642910"/>
                </a:lnTo>
                <a:lnTo>
                  <a:pt x="1862124" y="2925215"/>
                </a:lnTo>
                <a:lnTo>
                  <a:pt x="1496955" y="2647641"/>
                </a:lnTo>
                <a:lnTo>
                  <a:pt x="1861335" y="2365336"/>
                </a:lnTo>
                <a:lnTo>
                  <a:pt x="2099523" y="2545916"/>
                </a:lnTo>
                <a:lnTo>
                  <a:pt x="2112931" y="2539608"/>
                </a:lnTo>
                <a:lnTo>
                  <a:pt x="1870800" y="2355873"/>
                </a:lnTo>
                <a:lnTo>
                  <a:pt x="1870800" y="2176869"/>
                </a:lnTo>
                <a:lnTo>
                  <a:pt x="1857392" y="2178447"/>
                </a:lnTo>
                <a:lnTo>
                  <a:pt x="1857392" y="2350353"/>
                </a:lnTo>
                <a:lnTo>
                  <a:pt x="1496167" y="2631081"/>
                </a:lnTo>
                <a:lnTo>
                  <a:pt x="1496167" y="2284114"/>
                </a:lnTo>
                <a:lnTo>
                  <a:pt x="1666526" y="2152424"/>
                </a:lnTo>
                <a:lnTo>
                  <a:pt x="1658639" y="2141384"/>
                </a:lnTo>
                <a:lnTo>
                  <a:pt x="1666526" y="2151636"/>
                </a:lnTo>
                <a:lnTo>
                  <a:pt x="1857392" y="2003386"/>
                </a:lnTo>
                <a:lnTo>
                  <a:pt x="1857392" y="2177658"/>
                </a:lnTo>
                <a:lnTo>
                  <a:pt x="1870800" y="2176081"/>
                </a:lnTo>
                <a:lnTo>
                  <a:pt x="1870800" y="1998654"/>
                </a:lnTo>
                <a:lnTo>
                  <a:pt x="1886574" y="1986037"/>
                </a:lnTo>
                <a:lnTo>
                  <a:pt x="1886574" y="1969478"/>
                </a:lnTo>
                <a:lnTo>
                  <a:pt x="1869222" y="1982883"/>
                </a:lnTo>
                <a:lnTo>
                  <a:pt x="1869222" y="1636704"/>
                </a:lnTo>
                <a:lnTo>
                  <a:pt x="1886574" y="1623299"/>
                </a:lnTo>
                <a:lnTo>
                  <a:pt x="1886574" y="1606739"/>
                </a:lnTo>
                <a:lnTo>
                  <a:pt x="1862124" y="1625665"/>
                </a:lnTo>
                <a:lnTo>
                  <a:pt x="1496955" y="1348091"/>
                </a:lnTo>
                <a:lnTo>
                  <a:pt x="1861335" y="1064997"/>
                </a:lnTo>
                <a:lnTo>
                  <a:pt x="2226503" y="1342571"/>
                </a:lnTo>
                <a:lnTo>
                  <a:pt x="1887362" y="1605951"/>
                </a:lnTo>
                <a:lnTo>
                  <a:pt x="1887362" y="1622510"/>
                </a:lnTo>
                <a:lnTo>
                  <a:pt x="2231236" y="1355976"/>
                </a:lnTo>
                <a:lnTo>
                  <a:pt x="2231236" y="1702944"/>
                </a:lnTo>
                <a:lnTo>
                  <a:pt x="1887362" y="1968689"/>
                </a:lnTo>
                <a:lnTo>
                  <a:pt x="1887362" y="1985249"/>
                </a:lnTo>
                <a:lnTo>
                  <a:pt x="2243855" y="1709252"/>
                </a:lnTo>
                <a:lnTo>
                  <a:pt x="2243855" y="1339416"/>
                </a:lnTo>
                <a:lnTo>
                  <a:pt x="1870800" y="1056323"/>
                </a:lnTo>
                <a:lnTo>
                  <a:pt x="1870800" y="707778"/>
                </a:lnTo>
                <a:lnTo>
                  <a:pt x="1857392" y="718030"/>
                </a:lnTo>
                <a:lnTo>
                  <a:pt x="1857392" y="1050803"/>
                </a:lnTo>
                <a:lnTo>
                  <a:pt x="1496167" y="1331531"/>
                </a:lnTo>
                <a:lnTo>
                  <a:pt x="1496167" y="985352"/>
                </a:lnTo>
                <a:lnTo>
                  <a:pt x="1857392" y="704624"/>
                </a:lnTo>
                <a:lnTo>
                  <a:pt x="1857392" y="717241"/>
                </a:lnTo>
                <a:lnTo>
                  <a:pt x="1870800" y="706990"/>
                </a:lnTo>
                <a:lnTo>
                  <a:pt x="1870800" y="688064"/>
                </a:lnTo>
                <a:lnTo>
                  <a:pt x="1509574" y="412856"/>
                </a:lnTo>
                <a:lnTo>
                  <a:pt x="1498533" y="421530"/>
                </a:lnTo>
                <a:lnTo>
                  <a:pt x="1508786" y="412856"/>
                </a:lnTo>
                <a:lnTo>
                  <a:pt x="1493012" y="401028"/>
                </a:lnTo>
                <a:lnTo>
                  <a:pt x="1493012" y="119417"/>
                </a:lnTo>
                <a:lnTo>
                  <a:pt x="1493012" y="117464"/>
                </a:lnTo>
                <a:close/>
                <a:moveTo>
                  <a:pt x="1398859" y="117464"/>
                </a:moveTo>
                <a:lnTo>
                  <a:pt x="1480393" y="117464"/>
                </a:lnTo>
                <a:lnTo>
                  <a:pt x="1480393" y="201868"/>
                </a:lnTo>
                <a:lnTo>
                  <a:pt x="1480393" y="401028"/>
                </a:lnTo>
                <a:lnTo>
                  <a:pt x="1118379" y="681756"/>
                </a:lnTo>
                <a:lnTo>
                  <a:pt x="1118379" y="335577"/>
                </a:lnTo>
                <a:lnTo>
                  <a:pt x="1379242" y="132719"/>
                </a:lnTo>
                <a:lnTo>
                  <a:pt x="1398859" y="117464"/>
                </a:lnTo>
                <a:close/>
                <a:moveTo>
                  <a:pt x="840168" y="117464"/>
                </a:moveTo>
                <a:lnTo>
                  <a:pt x="1377550" y="117464"/>
                </a:lnTo>
                <a:lnTo>
                  <a:pt x="1301753" y="176360"/>
                </a:lnTo>
                <a:lnTo>
                  <a:pt x="1112069" y="323748"/>
                </a:lnTo>
                <a:lnTo>
                  <a:pt x="857417" y="130551"/>
                </a:lnTo>
                <a:lnTo>
                  <a:pt x="840168" y="1174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AF0AE2-7DAE-3EB0-5E60-D2EFCEC2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8295677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10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7369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seul</a:t>
            </a:r>
          </a:p>
        </p:txBody>
      </p:sp>
      <p:pic>
        <p:nvPicPr>
          <p:cNvPr id="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9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862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C14385-C06C-03C8-FC0B-6EDE0E29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925030-DB19-61B7-32BA-FFFFADD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4369A-A294-0F2F-E84F-D0990A22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61E88D-94E7-20B9-0926-4E18EFBC1BA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Vide</a:t>
            </a:r>
          </a:p>
        </p:txBody>
      </p:sp>
      <p:pic>
        <p:nvPicPr>
          <p:cNvPr id="7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333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51A86F0-4870-165D-E01B-6415309E1300}"/>
              </a:ext>
            </a:extLst>
          </p:cNvPr>
          <p:cNvSpPr/>
          <p:nvPr userDrawn="1"/>
        </p:nvSpPr>
        <p:spPr>
          <a:xfrm>
            <a:off x="11460163" y="0"/>
            <a:ext cx="73183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Intervenants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EE9D7CE3-0338-EF86-9151-9AA39188D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4583137"/>
            <a:ext cx="2592288" cy="909613"/>
          </a:xfrm>
        </p:spPr>
        <p:txBody>
          <a:bodyPr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7E242CEA-B629-6061-3336-B00B5B036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7251" y="4583137"/>
            <a:ext cx="2592288" cy="909613"/>
          </a:xfrm>
        </p:spPr>
        <p:txBody>
          <a:bodyPr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13577D77-6A07-A133-9442-B0E04B740B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7017" y="4583137"/>
            <a:ext cx="2592288" cy="909613"/>
          </a:xfrm>
        </p:spPr>
        <p:txBody>
          <a:bodyPr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7647BCFB-4928-920C-2E15-C8AE4C72EB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7134" y="4583137"/>
            <a:ext cx="2592288" cy="909613"/>
          </a:xfrm>
        </p:spPr>
        <p:txBody>
          <a:bodyPr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7368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28" name="図プレースホルダー 9">
            <a:extLst>
              <a:ext uri="{FF2B5EF4-FFF2-40B4-BE49-F238E27FC236}">
                <a16:creationId xmlns:a16="http://schemas.microsoft.com/office/drawing/2014/main" id="{6BF72028-41E2-619A-D233-341EEFEC50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27251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0" name="図プレースホルダー 9">
            <a:extLst>
              <a:ext uri="{FF2B5EF4-FFF2-40B4-BE49-F238E27FC236}">
                <a16:creationId xmlns:a16="http://schemas.microsoft.com/office/drawing/2014/main" id="{74AA3498-C08C-43F4-B6BB-AE8E3CC9E9C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67017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2" name="図プレースホルダー 9">
            <a:extLst>
              <a:ext uri="{FF2B5EF4-FFF2-40B4-BE49-F238E27FC236}">
                <a16:creationId xmlns:a16="http://schemas.microsoft.com/office/drawing/2014/main" id="{1DC76755-C8C6-A984-C78A-E29A74AAF2E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47134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pic>
        <p:nvPicPr>
          <p:cNvPr id="1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19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97522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 /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53AF1D4-4843-AF3F-A326-45F38F216CA0}"/>
              </a:ext>
            </a:extLst>
          </p:cNvPr>
          <p:cNvSpPr/>
          <p:nvPr userDrawn="1"/>
        </p:nvSpPr>
        <p:spPr>
          <a:xfrm>
            <a:off x="7199086" y="0"/>
            <a:ext cx="49929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Intervenant / CV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3AE77C0A-ACF9-C7EB-2F0B-D711439266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67100" y="1541463"/>
            <a:ext cx="7993063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0" i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Fonction/titre</a:t>
            </a:r>
          </a:p>
        </p:txBody>
      </p:sp>
      <p:sp>
        <p:nvSpPr>
          <p:cNvPr id="15" name="Espace réservé du texte 20">
            <a:extLst>
              <a:ext uri="{FF2B5EF4-FFF2-40B4-BE49-F238E27FC236}">
                <a16:creationId xmlns:a16="http://schemas.microsoft.com/office/drawing/2014/main" id="{BC7575DE-FB39-1529-3362-6DDB6F59C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7100" y="2413000"/>
            <a:ext cx="7993063" cy="35004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2468" y="1457845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13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3480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9" y="4702629"/>
            <a:ext cx="7257142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dirty="0">
                <a:solidFill>
                  <a:schemeClr val="bg1"/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9" y="2171700"/>
            <a:ext cx="7257142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584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9" y="4702629"/>
            <a:ext cx="7257142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 Bleu foncé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dirty="0">
                <a:solidFill>
                  <a:schemeClr val="bg1"/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9" y="2171700"/>
            <a:ext cx="7257142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425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c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9" y="4702629"/>
            <a:ext cx="7257142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 claire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dirty="0">
                <a:solidFill>
                  <a:schemeClr val="tx2"/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9" y="2171700"/>
            <a:ext cx="7257142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018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9" y="4702629"/>
            <a:ext cx="7257142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 Gris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dirty="0">
                <a:solidFill>
                  <a:schemeClr val="bg1"/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9" y="2171700"/>
            <a:ext cx="7257142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176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75131BF9-1179-4373-984B-3BA3810DA921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D7E0A0-6204-A96D-17C4-F1F3019C9994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pic>
          <p:nvPicPr>
            <p:cNvPr id="21" name="Logo CEA">
              <a:extLst>
                <a:ext uri="{FF2B5EF4-FFF2-40B4-BE49-F238E27FC236}">
                  <a16:creationId xmlns:a16="http://schemas.microsoft.com/office/drawing/2014/main" id="{925ECDAD-C79A-E959-8415-90319293CF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4C4230D1-9E7A-4F15-722D-49C58B4ED7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257896 w 12192000"/>
              <a:gd name="connsiteY0" fmla="*/ 6343650 h 6858000"/>
              <a:gd name="connsiteX1" fmla="*/ 257896 w 12192000"/>
              <a:gd name="connsiteY1" fmla="*/ 6707250 h 6858000"/>
              <a:gd name="connsiteX2" fmla="*/ 621496 w 12192000"/>
              <a:gd name="connsiteY2" fmla="*/ 6707250 h 6858000"/>
              <a:gd name="connsiteX3" fmla="*/ 621496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6" y="6343650"/>
                </a:moveTo>
                <a:lnTo>
                  <a:pt x="257896" y="6707250"/>
                </a:lnTo>
                <a:lnTo>
                  <a:pt x="621496" y="6707250"/>
                </a:lnTo>
                <a:lnTo>
                  <a:pt x="621496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8" y="4702629"/>
            <a:ext cx="8323941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citation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8" y="1714500"/>
            <a:ext cx="8323941" cy="2857500"/>
          </a:xfrm>
        </p:spPr>
        <p:txBody>
          <a:bodyPr tIns="468000" anchor="b">
            <a:normAutofit/>
          </a:bodyPr>
          <a:lstStyle>
            <a:lvl1pPr marL="571500" indent="-571500">
              <a:buClr>
                <a:srgbClr val="FF0000"/>
              </a:buClr>
              <a:buSzPct val="200000"/>
              <a:buFont typeface="Arial Black" panose="020B0A04020102020204" pitchFamily="34" charset="0"/>
              <a:buChar char="“"/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Ici votre citation qui peut être sur plusieurs lignes </a:t>
            </a:r>
            <a:r>
              <a:rPr lang="fr-FR" dirty="0">
                <a:solidFill>
                  <a:srgbClr val="FF0000"/>
                </a:solidFill>
              </a:rPr>
              <a:t>’’</a:t>
            </a:r>
            <a:r>
              <a:rPr lang="fr-FR" dirty="0"/>
              <a:t>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</p:txBody>
      </p:sp>
    </p:spTree>
    <p:extLst>
      <p:ext uri="{BB962C8B-B14F-4D97-AF65-F5344CB8AC3E}">
        <p14:creationId xmlns:p14="http://schemas.microsoft.com/office/powerpoint/2010/main" val="10058930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74F437C1-0C37-DF8E-EF64-2BA107BEFB2F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AF48E4-0EE8-3CC7-27AA-1591F5F46EA9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pic>
          <p:nvPicPr>
            <p:cNvPr id="13" name="Logo CEA">
              <a:extLst>
                <a:ext uri="{FF2B5EF4-FFF2-40B4-BE49-F238E27FC236}">
                  <a16:creationId xmlns:a16="http://schemas.microsoft.com/office/drawing/2014/main" id="{DFA7C964-126E-3D36-7408-04B6C0889C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C5DB15CE-1737-19C7-773E-184AB58648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pleine page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0196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E2FB537C-FD4D-0AEC-C133-0DAF4636E2B9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6ABDD6-A390-2C6E-2047-D4A9A9710027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pic>
          <p:nvPicPr>
            <p:cNvPr id="17" name="Logo CEA">
              <a:extLst>
                <a:ext uri="{FF2B5EF4-FFF2-40B4-BE49-F238E27FC236}">
                  <a16:creationId xmlns:a16="http://schemas.microsoft.com/office/drawing/2014/main" id="{B331915A-1A76-4EF6-2A1C-75D200A8FE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B2888C6-4081-3327-01C0-D9EA23523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260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28/10/2022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pleine page + texte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DB704B1-C9AF-2DEE-2915-BA6F9894D5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77" y="1640114"/>
            <a:ext cx="11573522" cy="3439886"/>
          </a:xfrm>
          <a:custGeom>
            <a:avLst/>
            <a:gdLst>
              <a:gd name="connsiteX0" fmla="*/ 388580 w 11573522"/>
              <a:gd name="connsiteY0" fmla="*/ 2811978 h 3439886"/>
              <a:gd name="connsiteX1" fmla="*/ 266084 w 11573522"/>
              <a:gd name="connsiteY1" fmla="*/ 2905253 h 3439886"/>
              <a:gd name="connsiteX2" fmla="*/ 200780 w 11573522"/>
              <a:gd name="connsiteY2" fmla="*/ 2954731 h 3439886"/>
              <a:gd name="connsiteX3" fmla="*/ 388175 w 11573522"/>
              <a:gd name="connsiteY3" fmla="*/ 3100322 h 3439886"/>
              <a:gd name="connsiteX4" fmla="*/ 575977 w 11573522"/>
              <a:gd name="connsiteY4" fmla="*/ 2957569 h 3439886"/>
              <a:gd name="connsiteX5" fmla="*/ 388580 w 11573522"/>
              <a:gd name="connsiteY5" fmla="*/ 2811978 h 3439886"/>
              <a:gd name="connsiteX6" fmla="*/ 386147 w 11573522"/>
              <a:gd name="connsiteY6" fmla="*/ 0 h 3439886"/>
              <a:gd name="connsiteX7" fmla="*/ 392637 w 11573522"/>
              <a:gd name="connsiteY7" fmla="*/ 0 h 3439886"/>
              <a:gd name="connsiteX8" fmla="*/ 392637 w 11573522"/>
              <a:gd name="connsiteY8" fmla="*/ 28893 h 3439886"/>
              <a:gd name="connsiteX9" fmla="*/ 392637 w 11573522"/>
              <a:gd name="connsiteY9" fmla="*/ 131318 h 3439886"/>
              <a:gd name="connsiteX10" fmla="*/ 578816 w 11573522"/>
              <a:gd name="connsiteY10" fmla="*/ 275693 h 3439886"/>
              <a:gd name="connsiteX11" fmla="*/ 578816 w 11573522"/>
              <a:gd name="connsiteY11" fmla="*/ 97658 h 3439886"/>
              <a:gd name="connsiteX12" fmla="*/ 462924 w 11573522"/>
              <a:gd name="connsiteY12" fmla="*/ 7536 h 3439886"/>
              <a:gd name="connsiteX13" fmla="*/ 453234 w 11573522"/>
              <a:gd name="connsiteY13" fmla="*/ 0 h 3439886"/>
              <a:gd name="connsiteX14" fmla="*/ 464209 w 11573522"/>
              <a:gd name="connsiteY14" fmla="*/ 0 h 3439886"/>
              <a:gd name="connsiteX15" fmla="*/ 484510 w 11573522"/>
              <a:gd name="connsiteY15" fmla="*/ 15775 h 3439886"/>
              <a:gd name="connsiteX16" fmla="*/ 582061 w 11573522"/>
              <a:gd name="connsiteY16" fmla="*/ 91574 h 3439886"/>
              <a:gd name="connsiteX17" fmla="*/ 695192 w 11573522"/>
              <a:gd name="connsiteY17" fmla="*/ 5744 h 3439886"/>
              <a:gd name="connsiteX18" fmla="*/ 702764 w 11573522"/>
              <a:gd name="connsiteY18" fmla="*/ 0 h 3439886"/>
              <a:gd name="connsiteX19" fmla="*/ 2758098 w 11573522"/>
              <a:gd name="connsiteY19" fmla="*/ 0 h 3439886"/>
              <a:gd name="connsiteX20" fmla="*/ 2764588 w 11573522"/>
              <a:gd name="connsiteY20" fmla="*/ 0 h 3439886"/>
              <a:gd name="connsiteX21" fmla="*/ 2825185 w 11573522"/>
              <a:gd name="connsiteY21" fmla="*/ 0 h 3439886"/>
              <a:gd name="connsiteX22" fmla="*/ 2836160 w 11573522"/>
              <a:gd name="connsiteY22" fmla="*/ 0 h 3439886"/>
              <a:gd name="connsiteX23" fmla="*/ 3074715 w 11573522"/>
              <a:gd name="connsiteY23" fmla="*/ 0 h 3439886"/>
              <a:gd name="connsiteX24" fmla="*/ 9201571 w 11573522"/>
              <a:gd name="connsiteY24" fmla="*/ 0 h 3439886"/>
              <a:gd name="connsiteX25" fmla="*/ 11573522 w 11573522"/>
              <a:gd name="connsiteY25" fmla="*/ 0 h 3439886"/>
              <a:gd name="connsiteX26" fmla="*/ 11573522 w 11573522"/>
              <a:gd name="connsiteY26" fmla="*/ 3439886 h 3439886"/>
              <a:gd name="connsiteX27" fmla="*/ 962936 w 11573522"/>
              <a:gd name="connsiteY27" fmla="*/ 3439886 h 3439886"/>
              <a:gd name="connsiteX28" fmla="*/ 962936 w 11573522"/>
              <a:gd name="connsiteY28" fmla="*/ 3439632 h 3439886"/>
              <a:gd name="connsiteX29" fmla="*/ 962936 w 11573522"/>
              <a:gd name="connsiteY29" fmla="*/ 3438953 h 3439886"/>
              <a:gd name="connsiteX30" fmla="*/ 776757 w 11573522"/>
              <a:gd name="connsiteY30" fmla="*/ 3294579 h 3439886"/>
              <a:gd name="connsiteX31" fmla="*/ 776757 w 11573522"/>
              <a:gd name="connsiteY31" fmla="*/ 3429148 h 3439886"/>
              <a:gd name="connsiteX32" fmla="*/ 776757 w 11573522"/>
              <a:gd name="connsiteY32" fmla="*/ 3439886 h 3439886"/>
              <a:gd name="connsiteX33" fmla="*/ 769862 w 11573522"/>
              <a:gd name="connsiteY33" fmla="*/ 3439886 h 3439886"/>
              <a:gd name="connsiteX34" fmla="*/ 769862 w 11573522"/>
              <a:gd name="connsiteY34" fmla="*/ 3414403 h 3439886"/>
              <a:gd name="connsiteX35" fmla="*/ 769862 w 11573522"/>
              <a:gd name="connsiteY35" fmla="*/ 3292145 h 3439886"/>
              <a:gd name="connsiteX36" fmla="*/ 629924 w 11573522"/>
              <a:gd name="connsiteY36" fmla="*/ 3183458 h 3439886"/>
              <a:gd name="connsiteX37" fmla="*/ 633168 w 11573522"/>
              <a:gd name="connsiteY37" fmla="*/ 3177375 h 3439886"/>
              <a:gd name="connsiteX38" fmla="*/ 771079 w 11573522"/>
              <a:gd name="connsiteY38" fmla="*/ 3284034 h 3439886"/>
              <a:gd name="connsiteX39" fmla="*/ 771079 w 11573522"/>
              <a:gd name="connsiteY39" fmla="*/ 3105999 h 3439886"/>
              <a:gd name="connsiteX40" fmla="*/ 704963 w 11573522"/>
              <a:gd name="connsiteY40" fmla="*/ 3054900 h 3439886"/>
              <a:gd name="connsiteX41" fmla="*/ 708614 w 11573522"/>
              <a:gd name="connsiteY41" fmla="*/ 3049222 h 3439886"/>
              <a:gd name="connsiteX42" fmla="*/ 774323 w 11573522"/>
              <a:gd name="connsiteY42" fmla="*/ 3100322 h 3439886"/>
              <a:gd name="connsiteX43" fmla="*/ 962125 w 11573522"/>
              <a:gd name="connsiteY43" fmla="*/ 2957569 h 3439886"/>
              <a:gd name="connsiteX44" fmla="*/ 824621 w 11573522"/>
              <a:gd name="connsiteY44" fmla="*/ 2850911 h 3439886"/>
              <a:gd name="connsiteX45" fmla="*/ 828271 w 11573522"/>
              <a:gd name="connsiteY45" fmla="*/ 2844422 h 3439886"/>
              <a:gd name="connsiteX46" fmla="*/ 962936 w 11573522"/>
              <a:gd name="connsiteY46" fmla="*/ 2948647 h 3439886"/>
              <a:gd name="connsiteX47" fmla="*/ 962936 w 11573522"/>
              <a:gd name="connsiteY47" fmla="*/ 2770612 h 3439886"/>
              <a:gd name="connsiteX48" fmla="*/ 900065 w 11573522"/>
              <a:gd name="connsiteY48" fmla="*/ 2721947 h 3439886"/>
              <a:gd name="connsiteX49" fmla="*/ 903716 w 11573522"/>
              <a:gd name="connsiteY49" fmla="*/ 2715864 h 3439886"/>
              <a:gd name="connsiteX50" fmla="*/ 966181 w 11573522"/>
              <a:gd name="connsiteY50" fmla="*/ 2764529 h 3439886"/>
              <a:gd name="connsiteX51" fmla="*/ 1153982 w 11573522"/>
              <a:gd name="connsiteY51" fmla="*/ 2621777 h 3439886"/>
              <a:gd name="connsiteX52" fmla="*/ 969021 w 11573522"/>
              <a:gd name="connsiteY52" fmla="*/ 2478619 h 3439886"/>
              <a:gd name="connsiteX53" fmla="*/ 781219 w 11573522"/>
              <a:gd name="connsiteY53" fmla="*/ 2621371 h 3439886"/>
              <a:gd name="connsiteX54" fmla="*/ 903310 w 11573522"/>
              <a:gd name="connsiteY54" fmla="*/ 2715864 h 3439886"/>
              <a:gd name="connsiteX55" fmla="*/ 900065 w 11573522"/>
              <a:gd name="connsiteY55" fmla="*/ 2721542 h 3439886"/>
              <a:gd name="connsiteX56" fmla="*/ 776757 w 11573522"/>
              <a:gd name="connsiteY56" fmla="*/ 2626238 h 3439886"/>
              <a:gd name="connsiteX57" fmla="*/ 776757 w 11573522"/>
              <a:gd name="connsiteY57" fmla="*/ 2804273 h 3439886"/>
              <a:gd name="connsiteX58" fmla="*/ 828271 w 11573522"/>
              <a:gd name="connsiteY58" fmla="*/ 2844017 h 3439886"/>
              <a:gd name="connsiteX59" fmla="*/ 824215 w 11573522"/>
              <a:gd name="connsiteY59" fmla="*/ 2850506 h 3439886"/>
              <a:gd name="connsiteX60" fmla="*/ 774729 w 11573522"/>
              <a:gd name="connsiteY60" fmla="*/ 2811978 h 3439886"/>
              <a:gd name="connsiteX61" fmla="*/ 586928 w 11573522"/>
              <a:gd name="connsiteY61" fmla="*/ 2954731 h 3439886"/>
              <a:gd name="connsiteX62" fmla="*/ 708208 w 11573522"/>
              <a:gd name="connsiteY62" fmla="*/ 3048817 h 3439886"/>
              <a:gd name="connsiteX63" fmla="*/ 704963 w 11573522"/>
              <a:gd name="connsiteY63" fmla="*/ 3054900 h 3439886"/>
              <a:gd name="connsiteX64" fmla="*/ 584900 w 11573522"/>
              <a:gd name="connsiteY64" fmla="*/ 2961625 h 3439886"/>
              <a:gd name="connsiteX65" fmla="*/ 584900 w 11573522"/>
              <a:gd name="connsiteY65" fmla="*/ 3140065 h 3439886"/>
              <a:gd name="connsiteX66" fmla="*/ 633168 w 11573522"/>
              <a:gd name="connsiteY66" fmla="*/ 3177375 h 3439886"/>
              <a:gd name="connsiteX67" fmla="*/ 629518 w 11573522"/>
              <a:gd name="connsiteY67" fmla="*/ 3183052 h 3439886"/>
              <a:gd name="connsiteX68" fmla="*/ 582872 w 11573522"/>
              <a:gd name="connsiteY68" fmla="*/ 3146960 h 3439886"/>
              <a:gd name="connsiteX69" fmla="*/ 388175 w 11573522"/>
              <a:gd name="connsiteY69" fmla="*/ 3295390 h 3439886"/>
              <a:gd name="connsiteX70" fmla="*/ 191856 w 11573522"/>
              <a:gd name="connsiteY70" fmla="*/ 3143310 h 3439886"/>
              <a:gd name="connsiteX71" fmla="*/ 191856 w 11573522"/>
              <a:gd name="connsiteY71" fmla="*/ 3082477 h 3439886"/>
              <a:gd name="connsiteX72" fmla="*/ 198752 w 11573522"/>
              <a:gd name="connsiteY72" fmla="*/ 3085316 h 3439886"/>
              <a:gd name="connsiteX73" fmla="*/ 198752 w 11573522"/>
              <a:gd name="connsiteY73" fmla="*/ 3140065 h 3439886"/>
              <a:gd name="connsiteX74" fmla="*/ 384930 w 11573522"/>
              <a:gd name="connsiteY74" fmla="*/ 3284034 h 3439886"/>
              <a:gd name="connsiteX75" fmla="*/ 384930 w 11573522"/>
              <a:gd name="connsiteY75" fmla="*/ 3105999 h 3439886"/>
              <a:gd name="connsiteX76" fmla="*/ 198752 w 11573522"/>
              <a:gd name="connsiteY76" fmla="*/ 2961625 h 3439886"/>
              <a:gd name="connsiteX77" fmla="*/ 198752 w 11573522"/>
              <a:gd name="connsiteY77" fmla="*/ 3084911 h 3439886"/>
              <a:gd name="connsiteX78" fmla="*/ 191856 w 11573522"/>
              <a:gd name="connsiteY78" fmla="*/ 3082072 h 3439886"/>
              <a:gd name="connsiteX79" fmla="*/ 191856 w 11573522"/>
              <a:gd name="connsiteY79" fmla="*/ 2953108 h 3439886"/>
              <a:gd name="connsiteX80" fmla="*/ 259189 w 11573522"/>
              <a:gd name="connsiteY80" fmla="*/ 2902009 h 3439886"/>
              <a:gd name="connsiteX81" fmla="*/ 383713 w 11573522"/>
              <a:gd name="connsiteY81" fmla="*/ 2807517 h 3439886"/>
              <a:gd name="connsiteX82" fmla="*/ 383713 w 11573522"/>
              <a:gd name="connsiteY82" fmla="*/ 2715053 h 3439886"/>
              <a:gd name="connsiteX83" fmla="*/ 390609 w 11573522"/>
              <a:gd name="connsiteY83" fmla="*/ 2716269 h 3439886"/>
              <a:gd name="connsiteX84" fmla="*/ 390609 w 11573522"/>
              <a:gd name="connsiteY84" fmla="*/ 2804273 h 3439886"/>
              <a:gd name="connsiteX85" fmla="*/ 576788 w 11573522"/>
              <a:gd name="connsiteY85" fmla="*/ 2948647 h 3439886"/>
              <a:gd name="connsiteX86" fmla="*/ 576788 w 11573522"/>
              <a:gd name="connsiteY86" fmla="*/ 2770612 h 3439886"/>
              <a:gd name="connsiteX87" fmla="*/ 489174 w 11573522"/>
              <a:gd name="connsiteY87" fmla="*/ 2702481 h 3439886"/>
              <a:gd name="connsiteX88" fmla="*/ 492825 w 11573522"/>
              <a:gd name="connsiteY88" fmla="*/ 2697209 h 3439886"/>
              <a:gd name="connsiteX89" fmla="*/ 580033 w 11573522"/>
              <a:gd name="connsiteY89" fmla="*/ 2764529 h 3439886"/>
              <a:gd name="connsiteX90" fmla="*/ 767834 w 11573522"/>
              <a:gd name="connsiteY90" fmla="*/ 2621777 h 3439886"/>
              <a:gd name="connsiteX91" fmla="*/ 626679 w 11573522"/>
              <a:gd name="connsiteY91" fmla="*/ 2512280 h 3439886"/>
              <a:gd name="connsiteX92" fmla="*/ 630735 w 11573522"/>
              <a:gd name="connsiteY92" fmla="*/ 2507007 h 3439886"/>
              <a:gd name="connsiteX93" fmla="*/ 771079 w 11573522"/>
              <a:gd name="connsiteY93" fmla="*/ 2615693 h 3439886"/>
              <a:gd name="connsiteX94" fmla="*/ 771079 w 11573522"/>
              <a:gd name="connsiteY94" fmla="*/ 2437659 h 3439886"/>
              <a:gd name="connsiteX95" fmla="*/ 713481 w 11573522"/>
              <a:gd name="connsiteY95" fmla="*/ 2392644 h 3439886"/>
              <a:gd name="connsiteX96" fmla="*/ 717131 w 11573522"/>
              <a:gd name="connsiteY96" fmla="*/ 2387372 h 3439886"/>
              <a:gd name="connsiteX97" fmla="*/ 774323 w 11573522"/>
              <a:gd name="connsiteY97" fmla="*/ 2431576 h 3439886"/>
              <a:gd name="connsiteX98" fmla="*/ 962125 w 11573522"/>
              <a:gd name="connsiteY98" fmla="*/ 2288824 h 3439886"/>
              <a:gd name="connsiteX99" fmla="*/ 774729 w 11573522"/>
              <a:gd name="connsiteY99" fmla="*/ 2143638 h 3439886"/>
              <a:gd name="connsiteX100" fmla="*/ 586928 w 11573522"/>
              <a:gd name="connsiteY100" fmla="*/ 2286391 h 3439886"/>
              <a:gd name="connsiteX101" fmla="*/ 717131 w 11573522"/>
              <a:gd name="connsiteY101" fmla="*/ 2387372 h 3439886"/>
              <a:gd name="connsiteX102" fmla="*/ 713075 w 11573522"/>
              <a:gd name="connsiteY102" fmla="*/ 2392644 h 3439886"/>
              <a:gd name="connsiteX103" fmla="*/ 584900 w 11573522"/>
              <a:gd name="connsiteY103" fmla="*/ 2293285 h 3439886"/>
              <a:gd name="connsiteX104" fmla="*/ 584900 w 11573522"/>
              <a:gd name="connsiteY104" fmla="*/ 2471319 h 3439886"/>
              <a:gd name="connsiteX105" fmla="*/ 630329 w 11573522"/>
              <a:gd name="connsiteY105" fmla="*/ 2506602 h 3439886"/>
              <a:gd name="connsiteX106" fmla="*/ 626679 w 11573522"/>
              <a:gd name="connsiteY106" fmla="*/ 2512280 h 3439886"/>
              <a:gd name="connsiteX107" fmla="*/ 582872 w 11573522"/>
              <a:gd name="connsiteY107" fmla="*/ 2478619 h 3439886"/>
              <a:gd name="connsiteX108" fmla="*/ 395071 w 11573522"/>
              <a:gd name="connsiteY108" fmla="*/ 2621371 h 3439886"/>
              <a:gd name="connsiteX109" fmla="*/ 492825 w 11573522"/>
              <a:gd name="connsiteY109" fmla="*/ 2696804 h 3439886"/>
              <a:gd name="connsiteX110" fmla="*/ 488769 w 11573522"/>
              <a:gd name="connsiteY110" fmla="*/ 2702481 h 3439886"/>
              <a:gd name="connsiteX111" fmla="*/ 390609 w 11573522"/>
              <a:gd name="connsiteY111" fmla="*/ 2626238 h 3439886"/>
              <a:gd name="connsiteX112" fmla="*/ 390609 w 11573522"/>
              <a:gd name="connsiteY112" fmla="*/ 2715864 h 3439886"/>
              <a:gd name="connsiteX113" fmla="*/ 383713 w 11573522"/>
              <a:gd name="connsiteY113" fmla="*/ 2714647 h 3439886"/>
              <a:gd name="connsiteX114" fmla="*/ 383713 w 11573522"/>
              <a:gd name="connsiteY114" fmla="*/ 2623399 h 3439886"/>
              <a:gd name="connsiteX115" fmla="*/ 375601 w 11573522"/>
              <a:gd name="connsiteY115" fmla="*/ 2616910 h 3439886"/>
              <a:gd name="connsiteX116" fmla="*/ 375601 w 11573522"/>
              <a:gd name="connsiteY116" fmla="*/ 2608394 h 3439886"/>
              <a:gd name="connsiteX117" fmla="*/ 384930 w 11573522"/>
              <a:gd name="connsiteY117" fmla="*/ 2615693 h 3439886"/>
              <a:gd name="connsiteX118" fmla="*/ 384930 w 11573522"/>
              <a:gd name="connsiteY118" fmla="*/ 2437659 h 3439886"/>
              <a:gd name="connsiteX119" fmla="*/ 375601 w 11573522"/>
              <a:gd name="connsiteY119" fmla="*/ 2430360 h 3439886"/>
              <a:gd name="connsiteX120" fmla="*/ 375601 w 11573522"/>
              <a:gd name="connsiteY120" fmla="*/ 2421843 h 3439886"/>
              <a:gd name="connsiteX121" fmla="*/ 388175 w 11573522"/>
              <a:gd name="connsiteY121" fmla="*/ 2431576 h 3439886"/>
              <a:gd name="connsiteX122" fmla="*/ 575977 w 11573522"/>
              <a:gd name="connsiteY122" fmla="*/ 2288824 h 3439886"/>
              <a:gd name="connsiteX123" fmla="*/ 388580 w 11573522"/>
              <a:gd name="connsiteY123" fmla="*/ 2143638 h 3439886"/>
              <a:gd name="connsiteX124" fmla="*/ 200780 w 11573522"/>
              <a:gd name="connsiteY124" fmla="*/ 2286391 h 3439886"/>
              <a:gd name="connsiteX125" fmla="*/ 375195 w 11573522"/>
              <a:gd name="connsiteY125" fmla="*/ 2421843 h 3439886"/>
              <a:gd name="connsiteX126" fmla="*/ 375195 w 11573522"/>
              <a:gd name="connsiteY126" fmla="*/ 2429954 h 3439886"/>
              <a:gd name="connsiteX127" fmla="*/ 198752 w 11573522"/>
              <a:gd name="connsiteY127" fmla="*/ 2293285 h 3439886"/>
              <a:gd name="connsiteX128" fmla="*/ 198752 w 11573522"/>
              <a:gd name="connsiteY128" fmla="*/ 2471319 h 3439886"/>
              <a:gd name="connsiteX129" fmla="*/ 375195 w 11573522"/>
              <a:gd name="connsiteY129" fmla="*/ 2608394 h 3439886"/>
              <a:gd name="connsiteX130" fmla="*/ 375195 w 11573522"/>
              <a:gd name="connsiteY130" fmla="*/ 2616910 h 3439886"/>
              <a:gd name="connsiteX131" fmla="*/ 191856 w 11573522"/>
              <a:gd name="connsiteY131" fmla="*/ 2474563 h 3439886"/>
              <a:gd name="connsiteX132" fmla="*/ 191856 w 11573522"/>
              <a:gd name="connsiteY132" fmla="*/ 2284768 h 3439886"/>
              <a:gd name="connsiteX133" fmla="*/ 383713 w 11573522"/>
              <a:gd name="connsiteY133" fmla="*/ 2138772 h 3439886"/>
              <a:gd name="connsiteX134" fmla="*/ 383713 w 11573522"/>
              <a:gd name="connsiteY134" fmla="*/ 1959926 h 3439886"/>
              <a:gd name="connsiteX135" fmla="*/ 390609 w 11573522"/>
              <a:gd name="connsiteY135" fmla="*/ 1965198 h 3439886"/>
              <a:gd name="connsiteX136" fmla="*/ 390609 w 11573522"/>
              <a:gd name="connsiteY136" fmla="*/ 2136339 h 3439886"/>
              <a:gd name="connsiteX137" fmla="*/ 576788 w 11573522"/>
              <a:gd name="connsiteY137" fmla="*/ 2280307 h 3439886"/>
              <a:gd name="connsiteX138" fmla="*/ 576788 w 11573522"/>
              <a:gd name="connsiteY138" fmla="*/ 2102272 h 3439886"/>
              <a:gd name="connsiteX139" fmla="*/ 390609 w 11573522"/>
              <a:gd name="connsiteY139" fmla="*/ 1957898 h 3439886"/>
              <a:gd name="connsiteX140" fmla="*/ 390609 w 11573522"/>
              <a:gd name="connsiteY140" fmla="*/ 1964792 h 3439886"/>
              <a:gd name="connsiteX141" fmla="*/ 383713 w 11573522"/>
              <a:gd name="connsiteY141" fmla="*/ 1959520 h 3439886"/>
              <a:gd name="connsiteX142" fmla="*/ 383713 w 11573522"/>
              <a:gd name="connsiteY142" fmla="*/ 1949382 h 3439886"/>
              <a:gd name="connsiteX143" fmla="*/ 569487 w 11573522"/>
              <a:gd name="connsiteY143" fmla="*/ 1808251 h 3439886"/>
              <a:gd name="connsiteX144" fmla="*/ 575166 w 11573522"/>
              <a:gd name="connsiteY144" fmla="*/ 1812307 h 3439886"/>
              <a:gd name="connsiteX145" fmla="*/ 392637 w 11573522"/>
              <a:gd name="connsiteY145" fmla="*/ 1951004 h 3439886"/>
              <a:gd name="connsiteX146" fmla="*/ 580033 w 11573522"/>
              <a:gd name="connsiteY146" fmla="*/ 2096594 h 3439886"/>
              <a:gd name="connsiteX147" fmla="*/ 767834 w 11573522"/>
              <a:gd name="connsiteY147" fmla="*/ 1953437 h 3439886"/>
              <a:gd name="connsiteX148" fmla="*/ 580438 w 11573522"/>
              <a:gd name="connsiteY148" fmla="*/ 1808251 h 3439886"/>
              <a:gd name="connsiteX149" fmla="*/ 575166 w 11573522"/>
              <a:gd name="connsiteY149" fmla="*/ 1812307 h 3439886"/>
              <a:gd name="connsiteX150" fmla="*/ 569893 w 11573522"/>
              <a:gd name="connsiteY150" fmla="*/ 1807846 h 3439886"/>
              <a:gd name="connsiteX151" fmla="*/ 578005 w 11573522"/>
              <a:gd name="connsiteY151" fmla="*/ 1801763 h 3439886"/>
              <a:gd name="connsiteX152" fmla="*/ 578005 w 11573522"/>
              <a:gd name="connsiteY152" fmla="*/ 1795679 h 3439886"/>
              <a:gd name="connsiteX153" fmla="*/ 584900 w 11573522"/>
              <a:gd name="connsiteY153" fmla="*/ 1795679 h 3439886"/>
              <a:gd name="connsiteX154" fmla="*/ 584900 w 11573522"/>
              <a:gd name="connsiteY154" fmla="*/ 1802168 h 3439886"/>
              <a:gd name="connsiteX155" fmla="*/ 771079 w 11573522"/>
              <a:gd name="connsiteY155" fmla="*/ 1946137 h 3439886"/>
              <a:gd name="connsiteX156" fmla="*/ 771079 w 11573522"/>
              <a:gd name="connsiteY156" fmla="*/ 1783107 h 3439886"/>
              <a:gd name="connsiteX157" fmla="*/ 771079 w 11573522"/>
              <a:gd name="connsiteY157" fmla="*/ 1768508 h 3439886"/>
              <a:gd name="connsiteX158" fmla="*/ 584900 w 11573522"/>
              <a:gd name="connsiteY158" fmla="*/ 1624133 h 3439886"/>
              <a:gd name="connsiteX159" fmla="*/ 584900 w 11573522"/>
              <a:gd name="connsiteY159" fmla="*/ 1785541 h 3439886"/>
              <a:gd name="connsiteX160" fmla="*/ 584900 w 11573522"/>
              <a:gd name="connsiteY160" fmla="*/ 1795274 h 3439886"/>
              <a:gd name="connsiteX161" fmla="*/ 578005 w 11573522"/>
              <a:gd name="connsiteY161" fmla="*/ 1795274 h 3439886"/>
              <a:gd name="connsiteX162" fmla="*/ 578005 w 11573522"/>
              <a:gd name="connsiteY162" fmla="*/ 1621294 h 3439886"/>
              <a:gd name="connsiteX163" fmla="*/ 437661 w 11573522"/>
              <a:gd name="connsiteY163" fmla="*/ 1512608 h 3439886"/>
              <a:gd name="connsiteX164" fmla="*/ 441312 w 11573522"/>
              <a:gd name="connsiteY164" fmla="*/ 1506930 h 3439886"/>
              <a:gd name="connsiteX165" fmla="*/ 578816 w 11573522"/>
              <a:gd name="connsiteY165" fmla="*/ 1613589 h 3439886"/>
              <a:gd name="connsiteX166" fmla="*/ 578816 w 11573522"/>
              <a:gd name="connsiteY166" fmla="*/ 1435555 h 3439886"/>
              <a:gd name="connsiteX167" fmla="*/ 513106 w 11573522"/>
              <a:gd name="connsiteY167" fmla="*/ 1384456 h 3439886"/>
              <a:gd name="connsiteX168" fmla="*/ 516350 w 11573522"/>
              <a:gd name="connsiteY168" fmla="*/ 1378372 h 3439886"/>
              <a:gd name="connsiteX169" fmla="*/ 582061 w 11573522"/>
              <a:gd name="connsiteY169" fmla="*/ 1429472 h 3439886"/>
              <a:gd name="connsiteX170" fmla="*/ 769862 w 11573522"/>
              <a:gd name="connsiteY170" fmla="*/ 1286719 h 3439886"/>
              <a:gd name="connsiteX171" fmla="*/ 632763 w 11573522"/>
              <a:gd name="connsiteY171" fmla="*/ 1180060 h 3439886"/>
              <a:gd name="connsiteX172" fmla="*/ 636413 w 11573522"/>
              <a:gd name="connsiteY172" fmla="*/ 1173571 h 3439886"/>
              <a:gd name="connsiteX173" fmla="*/ 771079 w 11573522"/>
              <a:gd name="connsiteY173" fmla="*/ 1278203 h 3439886"/>
              <a:gd name="connsiteX174" fmla="*/ 771079 w 11573522"/>
              <a:gd name="connsiteY174" fmla="*/ 1099762 h 3439886"/>
              <a:gd name="connsiteX175" fmla="*/ 708208 w 11573522"/>
              <a:gd name="connsiteY175" fmla="*/ 1051096 h 3439886"/>
              <a:gd name="connsiteX176" fmla="*/ 711453 w 11573522"/>
              <a:gd name="connsiteY176" fmla="*/ 1045419 h 3439886"/>
              <a:gd name="connsiteX177" fmla="*/ 774323 w 11573522"/>
              <a:gd name="connsiteY177" fmla="*/ 1094085 h 3439886"/>
              <a:gd name="connsiteX178" fmla="*/ 962125 w 11573522"/>
              <a:gd name="connsiteY178" fmla="*/ 951332 h 3439886"/>
              <a:gd name="connsiteX179" fmla="*/ 777163 w 11573522"/>
              <a:gd name="connsiteY179" fmla="*/ 807769 h 3439886"/>
              <a:gd name="connsiteX180" fmla="*/ 589362 w 11573522"/>
              <a:gd name="connsiteY180" fmla="*/ 950521 h 3439886"/>
              <a:gd name="connsiteX181" fmla="*/ 711453 w 11573522"/>
              <a:gd name="connsiteY181" fmla="*/ 1045013 h 3439886"/>
              <a:gd name="connsiteX182" fmla="*/ 707802 w 11573522"/>
              <a:gd name="connsiteY182" fmla="*/ 1051096 h 3439886"/>
              <a:gd name="connsiteX183" fmla="*/ 584900 w 11573522"/>
              <a:gd name="connsiteY183" fmla="*/ 955388 h 3439886"/>
              <a:gd name="connsiteX184" fmla="*/ 584900 w 11573522"/>
              <a:gd name="connsiteY184" fmla="*/ 1133828 h 3439886"/>
              <a:gd name="connsiteX185" fmla="*/ 636008 w 11573522"/>
              <a:gd name="connsiteY185" fmla="*/ 1173571 h 3439886"/>
              <a:gd name="connsiteX186" fmla="*/ 632357 w 11573522"/>
              <a:gd name="connsiteY186" fmla="*/ 1180060 h 3439886"/>
              <a:gd name="connsiteX187" fmla="*/ 582872 w 11573522"/>
              <a:gd name="connsiteY187" fmla="*/ 1141534 h 3439886"/>
              <a:gd name="connsiteX188" fmla="*/ 395071 w 11573522"/>
              <a:gd name="connsiteY188" fmla="*/ 1284286 h 3439886"/>
              <a:gd name="connsiteX189" fmla="*/ 516350 w 11573522"/>
              <a:gd name="connsiteY189" fmla="*/ 1378372 h 3439886"/>
              <a:gd name="connsiteX190" fmla="*/ 512700 w 11573522"/>
              <a:gd name="connsiteY190" fmla="*/ 1384050 h 3439886"/>
              <a:gd name="connsiteX191" fmla="*/ 392637 w 11573522"/>
              <a:gd name="connsiteY191" fmla="*/ 1291180 h 3439886"/>
              <a:gd name="connsiteX192" fmla="*/ 392637 w 11573522"/>
              <a:gd name="connsiteY192" fmla="*/ 1469214 h 3439886"/>
              <a:gd name="connsiteX193" fmla="*/ 440906 w 11573522"/>
              <a:gd name="connsiteY193" fmla="*/ 1506525 h 3439886"/>
              <a:gd name="connsiteX194" fmla="*/ 437661 w 11573522"/>
              <a:gd name="connsiteY194" fmla="*/ 1512608 h 3439886"/>
              <a:gd name="connsiteX195" fmla="*/ 391015 w 11573522"/>
              <a:gd name="connsiteY195" fmla="*/ 1476514 h 3439886"/>
              <a:gd name="connsiteX196" fmla="*/ 195912 w 11573522"/>
              <a:gd name="connsiteY196" fmla="*/ 1624539 h 3439886"/>
              <a:gd name="connsiteX197" fmla="*/ 0 w 11573522"/>
              <a:gd name="connsiteY197" fmla="*/ 1472459 h 3439886"/>
              <a:gd name="connsiteX198" fmla="*/ 0 w 11573522"/>
              <a:gd name="connsiteY198" fmla="*/ 1412033 h 3439886"/>
              <a:gd name="connsiteX199" fmla="*/ 6490 w 11573522"/>
              <a:gd name="connsiteY199" fmla="*/ 1414872 h 3439886"/>
              <a:gd name="connsiteX200" fmla="*/ 6490 w 11573522"/>
              <a:gd name="connsiteY200" fmla="*/ 1469214 h 3439886"/>
              <a:gd name="connsiteX201" fmla="*/ 192668 w 11573522"/>
              <a:gd name="connsiteY201" fmla="*/ 1613589 h 3439886"/>
              <a:gd name="connsiteX202" fmla="*/ 192668 w 11573522"/>
              <a:gd name="connsiteY202" fmla="*/ 1435555 h 3439886"/>
              <a:gd name="connsiteX203" fmla="*/ 6490 w 11573522"/>
              <a:gd name="connsiteY203" fmla="*/ 1291180 h 3439886"/>
              <a:gd name="connsiteX204" fmla="*/ 6490 w 11573522"/>
              <a:gd name="connsiteY204" fmla="*/ 1414466 h 3439886"/>
              <a:gd name="connsiteX205" fmla="*/ 0 w 11573522"/>
              <a:gd name="connsiteY205" fmla="*/ 1411627 h 3439886"/>
              <a:gd name="connsiteX206" fmla="*/ 0 w 11573522"/>
              <a:gd name="connsiteY206" fmla="*/ 1282664 h 3439886"/>
              <a:gd name="connsiteX207" fmla="*/ 66926 w 11573522"/>
              <a:gd name="connsiteY207" fmla="*/ 1231565 h 3439886"/>
              <a:gd name="connsiteX208" fmla="*/ 73821 w 11573522"/>
              <a:gd name="connsiteY208" fmla="*/ 1234809 h 3439886"/>
              <a:gd name="connsiteX209" fmla="*/ 8924 w 11573522"/>
              <a:gd name="connsiteY209" fmla="*/ 1284286 h 3439886"/>
              <a:gd name="connsiteX210" fmla="*/ 196318 w 11573522"/>
              <a:gd name="connsiteY210" fmla="*/ 1429472 h 3439886"/>
              <a:gd name="connsiteX211" fmla="*/ 384119 w 11573522"/>
              <a:gd name="connsiteY211" fmla="*/ 1286719 h 3439886"/>
              <a:gd name="connsiteX212" fmla="*/ 196724 w 11573522"/>
              <a:gd name="connsiteY212" fmla="*/ 1141534 h 3439886"/>
              <a:gd name="connsiteX213" fmla="*/ 74227 w 11573522"/>
              <a:gd name="connsiteY213" fmla="*/ 1234403 h 3439886"/>
              <a:gd name="connsiteX214" fmla="*/ 67332 w 11573522"/>
              <a:gd name="connsiteY214" fmla="*/ 1231159 h 3439886"/>
              <a:gd name="connsiteX215" fmla="*/ 191856 w 11573522"/>
              <a:gd name="connsiteY215" fmla="*/ 1136667 h 3439886"/>
              <a:gd name="connsiteX216" fmla="*/ 191856 w 11573522"/>
              <a:gd name="connsiteY216" fmla="*/ 1044607 h 3439886"/>
              <a:gd name="connsiteX217" fmla="*/ 198752 w 11573522"/>
              <a:gd name="connsiteY217" fmla="*/ 1045419 h 3439886"/>
              <a:gd name="connsiteX218" fmla="*/ 198752 w 11573522"/>
              <a:gd name="connsiteY218" fmla="*/ 1133828 h 3439886"/>
              <a:gd name="connsiteX219" fmla="*/ 384524 w 11573522"/>
              <a:gd name="connsiteY219" fmla="*/ 1278203 h 3439886"/>
              <a:gd name="connsiteX220" fmla="*/ 384524 w 11573522"/>
              <a:gd name="connsiteY220" fmla="*/ 1099762 h 3439886"/>
              <a:gd name="connsiteX221" fmla="*/ 296912 w 11573522"/>
              <a:gd name="connsiteY221" fmla="*/ 1032037 h 3439886"/>
              <a:gd name="connsiteX222" fmla="*/ 300968 w 11573522"/>
              <a:gd name="connsiteY222" fmla="*/ 1026359 h 3439886"/>
              <a:gd name="connsiteX223" fmla="*/ 388175 w 11573522"/>
              <a:gd name="connsiteY223" fmla="*/ 1094085 h 3439886"/>
              <a:gd name="connsiteX224" fmla="*/ 575977 w 11573522"/>
              <a:gd name="connsiteY224" fmla="*/ 951332 h 3439886"/>
              <a:gd name="connsiteX225" fmla="*/ 434822 w 11573522"/>
              <a:gd name="connsiteY225" fmla="*/ 841835 h 3439886"/>
              <a:gd name="connsiteX226" fmla="*/ 438878 w 11573522"/>
              <a:gd name="connsiteY226" fmla="*/ 836158 h 3439886"/>
              <a:gd name="connsiteX227" fmla="*/ 578816 w 11573522"/>
              <a:gd name="connsiteY227" fmla="*/ 944843 h 3439886"/>
              <a:gd name="connsiteX228" fmla="*/ 578816 w 11573522"/>
              <a:gd name="connsiteY228" fmla="*/ 766808 h 3439886"/>
              <a:gd name="connsiteX229" fmla="*/ 521218 w 11573522"/>
              <a:gd name="connsiteY229" fmla="*/ 722199 h 3439886"/>
              <a:gd name="connsiteX230" fmla="*/ 525274 w 11573522"/>
              <a:gd name="connsiteY230" fmla="*/ 716927 h 3439886"/>
              <a:gd name="connsiteX231" fmla="*/ 582061 w 11573522"/>
              <a:gd name="connsiteY231" fmla="*/ 761131 h 3439886"/>
              <a:gd name="connsiteX232" fmla="*/ 769862 w 11573522"/>
              <a:gd name="connsiteY232" fmla="*/ 618379 h 3439886"/>
              <a:gd name="connsiteX233" fmla="*/ 582872 w 11573522"/>
              <a:gd name="connsiteY233" fmla="*/ 472787 h 3439886"/>
              <a:gd name="connsiteX234" fmla="*/ 395071 w 11573522"/>
              <a:gd name="connsiteY234" fmla="*/ 615540 h 3439886"/>
              <a:gd name="connsiteX235" fmla="*/ 524868 w 11573522"/>
              <a:gd name="connsiteY235" fmla="*/ 716521 h 3439886"/>
              <a:gd name="connsiteX236" fmla="*/ 521218 w 11573522"/>
              <a:gd name="connsiteY236" fmla="*/ 722199 h 3439886"/>
              <a:gd name="connsiteX237" fmla="*/ 392637 w 11573522"/>
              <a:gd name="connsiteY237" fmla="*/ 622434 h 3439886"/>
              <a:gd name="connsiteX238" fmla="*/ 392637 w 11573522"/>
              <a:gd name="connsiteY238" fmla="*/ 800875 h 3439886"/>
              <a:gd name="connsiteX239" fmla="*/ 438472 w 11573522"/>
              <a:gd name="connsiteY239" fmla="*/ 836158 h 3439886"/>
              <a:gd name="connsiteX240" fmla="*/ 434416 w 11573522"/>
              <a:gd name="connsiteY240" fmla="*/ 841430 h 3439886"/>
              <a:gd name="connsiteX241" fmla="*/ 391015 w 11573522"/>
              <a:gd name="connsiteY241" fmla="*/ 807769 h 3439886"/>
              <a:gd name="connsiteX242" fmla="*/ 203214 w 11573522"/>
              <a:gd name="connsiteY242" fmla="*/ 950521 h 3439886"/>
              <a:gd name="connsiteX243" fmla="*/ 300968 w 11573522"/>
              <a:gd name="connsiteY243" fmla="*/ 1026359 h 3439886"/>
              <a:gd name="connsiteX244" fmla="*/ 296912 w 11573522"/>
              <a:gd name="connsiteY244" fmla="*/ 1031630 h 3439886"/>
              <a:gd name="connsiteX245" fmla="*/ 198752 w 11573522"/>
              <a:gd name="connsiteY245" fmla="*/ 955388 h 3439886"/>
              <a:gd name="connsiteX246" fmla="*/ 198752 w 11573522"/>
              <a:gd name="connsiteY246" fmla="*/ 1045013 h 3439886"/>
              <a:gd name="connsiteX247" fmla="*/ 191856 w 11573522"/>
              <a:gd name="connsiteY247" fmla="*/ 1044202 h 3439886"/>
              <a:gd name="connsiteX248" fmla="*/ 191856 w 11573522"/>
              <a:gd name="connsiteY248" fmla="*/ 952954 h 3439886"/>
              <a:gd name="connsiteX249" fmla="*/ 183744 w 11573522"/>
              <a:gd name="connsiteY249" fmla="*/ 946465 h 3439886"/>
              <a:gd name="connsiteX250" fmla="*/ 183744 w 11573522"/>
              <a:gd name="connsiteY250" fmla="*/ 937949 h 3439886"/>
              <a:gd name="connsiteX251" fmla="*/ 192668 w 11573522"/>
              <a:gd name="connsiteY251" fmla="*/ 944843 h 3439886"/>
              <a:gd name="connsiteX252" fmla="*/ 192668 w 11573522"/>
              <a:gd name="connsiteY252" fmla="*/ 766808 h 3439886"/>
              <a:gd name="connsiteX253" fmla="*/ 183744 w 11573522"/>
              <a:gd name="connsiteY253" fmla="*/ 759914 h 3439886"/>
              <a:gd name="connsiteX254" fmla="*/ 183744 w 11573522"/>
              <a:gd name="connsiteY254" fmla="*/ 751398 h 3439886"/>
              <a:gd name="connsiteX255" fmla="*/ 196318 w 11573522"/>
              <a:gd name="connsiteY255" fmla="*/ 761131 h 3439886"/>
              <a:gd name="connsiteX256" fmla="*/ 384119 w 11573522"/>
              <a:gd name="connsiteY256" fmla="*/ 618379 h 3439886"/>
              <a:gd name="connsiteX257" fmla="*/ 196724 w 11573522"/>
              <a:gd name="connsiteY257" fmla="*/ 472787 h 3439886"/>
              <a:gd name="connsiteX258" fmla="*/ 8924 w 11573522"/>
              <a:gd name="connsiteY258" fmla="*/ 615540 h 3439886"/>
              <a:gd name="connsiteX259" fmla="*/ 183339 w 11573522"/>
              <a:gd name="connsiteY259" fmla="*/ 750992 h 3439886"/>
              <a:gd name="connsiteX260" fmla="*/ 183339 w 11573522"/>
              <a:gd name="connsiteY260" fmla="*/ 759508 h 3439886"/>
              <a:gd name="connsiteX261" fmla="*/ 6490 w 11573522"/>
              <a:gd name="connsiteY261" fmla="*/ 622434 h 3439886"/>
              <a:gd name="connsiteX262" fmla="*/ 6490 w 11573522"/>
              <a:gd name="connsiteY262" fmla="*/ 800875 h 3439886"/>
              <a:gd name="connsiteX263" fmla="*/ 183339 w 11573522"/>
              <a:gd name="connsiteY263" fmla="*/ 937544 h 3439886"/>
              <a:gd name="connsiteX264" fmla="*/ 183339 w 11573522"/>
              <a:gd name="connsiteY264" fmla="*/ 946060 h 3439886"/>
              <a:gd name="connsiteX265" fmla="*/ 0 w 11573522"/>
              <a:gd name="connsiteY265" fmla="*/ 804119 h 3439886"/>
              <a:gd name="connsiteX266" fmla="*/ 0 w 11573522"/>
              <a:gd name="connsiteY266" fmla="*/ 613917 h 3439886"/>
              <a:gd name="connsiteX267" fmla="*/ 191856 w 11573522"/>
              <a:gd name="connsiteY267" fmla="*/ 468327 h 3439886"/>
              <a:gd name="connsiteX268" fmla="*/ 191856 w 11573522"/>
              <a:gd name="connsiteY268" fmla="*/ 289076 h 3439886"/>
              <a:gd name="connsiteX269" fmla="*/ 198752 w 11573522"/>
              <a:gd name="connsiteY269" fmla="*/ 294348 h 3439886"/>
              <a:gd name="connsiteX270" fmla="*/ 198752 w 11573522"/>
              <a:gd name="connsiteY270" fmla="*/ 465488 h 3439886"/>
              <a:gd name="connsiteX271" fmla="*/ 384524 w 11573522"/>
              <a:gd name="connsiteY271" fmla="*/ 609862 h 3439886"/>
              <a:gd name="connsiteX272" fmla="*/ 384524 w 11573522"/>
              <a:gd name="connsiteY272" fmla="*/ 431828 h 3439886"/>
              <a:gd name="connsiteX273" fmla="*/ 198752 w 11573522"/>
              <a:gd name="connsiteY273" fmla="*/ 287453 h 3439886"/>
              <a:gd name="connsiteX274" fmla="*/ 198752 w 11573522"/>
              <a:gd name="connsiteY274" fmla="*/ 293942 h 3439886"/>
              <a:gd name="connsiteX275" fmla="*/ 191856 w 11573522"/>
              <a:gd name="connsiteY275" fmla="*/ 288670 h 3439886"/>
              <a:gd name="connsiteX276" fmla="*/ 191856 w 11573522"/>
              <a:gd name="connsiteY276" fmla="*/ 278937 h 3439886"/>
              <a:gd name="connsiteX277" fmla="*/ 377629 w 11573522"/>
              <a:gd name="connsiteY277" fmla="*/ 137401 h 3439886"/>
              <a:gd name="connsiteX278" fmla="*/ 383308 w 11573522"/>
              <a:gd name="connsiteY278" fmla="*/ 141862 h 3439886"/>
              <a:gd name="connsiteX279" fmla="*/ 200780 w 11573522"/>
              <a:gd name="connsiteY279" fmla="*/ 280559 h 3439886"/>
              <a:gd name="connsiteX280" fmla="*/ 388175 w 11573522"/>
              <a:gd name="connsiteY280" fmla="*/ 425745 h 3439886"/>
              <a:gd name="connsiteX281" fmla="*/ 575977 w 11573522"/>
              <a:gd name="connsiteY281" fmla="*/ 282993 h 3439886"/>
              <a:gd name="connsiteX282" fmla="*/ 388580 w 11573522"/>
              <a:gd name="connsiteY282" fmla="*/ 137807 h 3439886"/>
              <a:gd name="connsiteX283" fmla="*/ 383308 w 11573522"/>
              <a:gd name="connsiteY283" fmla="*/ 141862 h 3439886"/>
              <a:gd name="connsiteX284" fmla="*/ 378035 w 11573522"/>
              <a:gd name="connsiteY284" fmla="*/ 137401 h 3439886"/>
              <a:gd name="connsiteX285" fmla="*/ 386147 w 11573522"/>
              <a:gd name="connsiteY285" fmla="*/ 131318 h 3439886"/>
              <a:gd name="connsiteX286" fmla="*/ 386147 w 11573522"/>
              <a:gd name="connsiteY286" fmla="*/ 1350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11573522" h="3439886">
                <a:moveTo>
                  <a:pt x="388580" y="2811978"/>
                </a:moveTo>
                <a:cubicBezTo>
                  <a:pt x="266084" y="2905253"/>
                  <a:pt x="266084" y="2905253"/>
                  <a:pt x="266084" y="2905253"/>
                </a:cubicBezTo>
                <a:cubicBezTo>
                  <a:pt x="200780" y="2954731"/>
                  <a:pt x="200780" y="2954731"/>
                  <a:pt x="200780" y="2954731"/>
                </a:cubicBezTo>
                <a:cubicBezTo>
                  <a:pt x="388175" y="3100322"/>
                  <a:pt x="388175" y="3100322"/>
                  <a:pt x="388175" y="3100322"/>
                </a:cubicBezTo>
                <a:cubicBezTo>
                  <a:pt x="575977" y="2957569"/>
                  <a:pt x="575977" y="2957569"/>
                  <a:pt x="575977" y="2957569"/>
                </a:cubicBezTo>
                <a:cubicBezTo>
                  <a:pt x="388580" y="2811978"/>
                  <a:pt x="388580" y="2811978"/>
                  <a:pt x="388580" y="2811978"/>
                </a:cubicBezTo>
                <a:close/>
                <a:moveTo>
                  <a:pt x="386147" y="0"/>
                </a:moveTo>
                <a:lnTo>
                  <a:pt x="392637" y="0"/>
                </a:lnTo>
                <a:lnTo>
                  <a:pt x="392637" y="28893"/>
                </a:lnTo>
                <a:cubicBezTo>
                  <a:pt x="392637" y="131318"/>
                  <a:pt x="392637" y="131318"/>
                  <a:pt x="392637" y="131318"/>
                </a:cubicBezTo>
                <a:cubicBezTo>
                  <a:pt x="578816" y="275693"/>
                  <a:pt x="578816" y="275693"/>
                  <a:pt x="578816" y="275693"/>
                </a:cubicBezTo>
                <a:cubicBezTo>
                  <a:pt x="578816" y="97658"/>
                  <a:pt x="578816" y="97658"/>
                  <a:pt x="578816" y="97658"/>
                </a:cubicBezTo>
                <a:cubicBezTo>
                  <a:pt x="521320" y="52946"/>
                  <a:pt x="485384" y="25001"/>
                  <a:pt x="462924" y="7536"/>
                </a:cubicBezTo>
                <a:lnTo>
                  <a:pt x="453234" y="0"/>
                </a:lnTo>
                <a:lnTo>
                  <a:pt x="464209" y="0"/>
                </a:lnTo>
                <a:lnTo>
                  <a:pt x="484510" y="15775"/>
                </a:lnTo>
                <a:cubicBezTo>
                  <a:pt x="582061" y="91574"/>
                  <a:pt x="582061" y="91574"/>
                  <a:pt x="582061" y="91574"/>
                </a:cubicBezTo>
                <a:cubicBezTo>
                  <a:pt x="638188" y="48992"/>
                  <a:pt x="673267" y="22378"/>
                  <a:pt x="695192" y="5744"/>
                </a:cubicBezTo>
                <a:lnTo>
                  <a:pt x="702764" y="0"/>
                </a:lnTo>
                <a:lnTo>
                  <a:pt x="2758098" y="0"/>
                </a:lnTo>
                <a:lnTo>
                  <a:pt x="2764588" y="0"/>
                </a:lnTo>
                <a:lnTo>
                  <a:pt x="2825185" y="0"/>
                </a:lnTo>
                <a:lnTo>
                  <a:pt x="2836160" y="0"/>
                </a:lnTo>
                <a:lnTo>
                  <a:pt x="3074715" y="0"/>
                </a:lnTo>
                <a:lnTo>
                  <a:pt x="9201571" y="0"/>
                </a:lnTo>
                <a:lnTo>
                  <a:pt x="11573522" y="0"/>
                </a:lnTo>
                <a:lnTo>
                  <a:pt x="11573522" y="3439886"/>
                </a:lnTo>
                <a:lnTo>
                  <a:pt x="962936" y="3439886"/>
                </a:lnTo>
                <a:lnTo>
                  <a:pt x="962936" y="3439632"/>
                </a:lnTo>
                <a:cubicBezTo>
                  <a:pt x="962936" y="3438953"/>
                  <a:pt x="962936" y="3438953"/>
                  <a:pt x="962936" y="3438953"/>
                </a:cubicBezTo>
                <a:cubicBezTo>
                  <a:pt x="776757" y="3294579"/>
                  <a:pt x="776757" y="3294579"/>
                  <a:pt x="776757" y="3294579"/>
                </a:cubicBezTo>
                <a:cubicBezTo>
                  <a:pt x="776757" y="3361342"/>
                  <a:pt x="776757" y="3403069"/>
                  <a:pt x="776757" y="3429148"/>
                </a:cubicBezTo>
                <a:lnTo>
                  <a:pt x="776757" y="3439886"/>
                </a:lnTo>
                <a:lnTo>
                  <a:pt x="769862" y="3439886"/>
                </a:lnTo>
                <a:lnTo>
                  <a:pt x="769862" y="3414403"/>
                </a:lnTo>
                <a:cubicBezTo>
                  <a:pt x="769862" y="3292145"/>
                  <a:pt x="769862" y="3292145"/>
                  <a:pt x="769862" y="3292145"/>
                </a:cubicBezTo>
                <a:cubicBezTo>
                  <a:pt x="629924" y="3183458"/>
                  <a:pt x="629924" y="3183458"/>
                  <a:pt x="629924" y="3183458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771079" y="3284034"/>
                  <a:pt x="771079" y="3284034"/>
                  <a:pt x="771079" y="3284034"/>
                </a:cubicBezTo>
                <a:cubicBezTo>
                  <a:pt x="771079" y="3105999"/>
                  <a:pt x="771079" y="3105999"/>
                  <a:pt x="771079" y="3105999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708614" y="3049222"/>
                  <a:pt x="708614" y="3049222"/>
                  <a:pt x="708614" y="3049222"/>
                </a:cubicBezTo>
                <a:cubicBezTo>
                  <a:pt x="774323" y="3100322"/>
                  <a:pt x="774323" y="3100322"/>
                  <a:pt x="774323" y="3100322"/>
                </a:cubicBezTo>
                <a:cubicBezTo>
                  <a:pt x="962125" y="2957569"/>
                  <a:pt x="962125" y="2957569"/>
                  <a:pt x="962125" y="2957569"/>
                </a:cubicBezTo>
                <a:cubicBezTo>
                  <a:pt x="824621" y="2850911"/>
                  <a:pt x="824621" y="2850911"/>
                  <a:pt x="824621" y="2850911"/>
                </a:cubicBezTo>
                <a:cubicBezTo>
                  <a:pt x="828271" y="2844422"/>
                  <a:pt x="828271" y="2844422"/>
                  <a:pt x="828271" y="2844422"/>
                </a:cubicBezTo>
                <a:cubicBezTo>
                  <a:pt x="962936" y="2948647"/>
                  <a:pt x="962936" y="2948647"/>
                  <a:pt x="962936" y="2948647"/>
                </a:cubicBezTo>
                <a:cubicBezTo>
                  <a:pt x="962936" y="2770612"/>
                  <a:pt x="962936" y="2770612"/>
                  <a:pt x="962936" y="2770612"/>
                </a:cubicBezTo>
                <a:cubicBezTo>
                  <a:pt x="900065" y="2721947"/>
                  <a:pt x="900065" y="2721947"/>
                  <a:pt x="900065" y="2721947"/>
                </a:cubicBezTo>
                <a:cubicBezTo>
                  <a:pt x="903716" y="2715864"/>
                  <a:pt x="903716" y="2715864"/>
                  <a:pt x="903716" y="2715864"/>
                </a:cubicBezTo>
                <a:cubicBezTo>
                  <a:pt x="966181" y="2764529"/>
                  <a:pt x="966181" y="2764529"/>
                  <a:pt x="966181" y="2764529"/>
                </a:cubicBezTo>
                <a:cubicBezTo>
                  <a:pt x="1153982" y="2621777"/>
                  <a:pt x="1153982" y="2621777"/>
                  <a:pt x="1153982" y="2621777"/>
                </a:cubicBezTo>
                <a:cubicBezTo>
                  <a:pt x="969021" y="2478619"/>
                  <a:pt x="969021" y="2478619"/>
                  <a:pt x="969021" y="2478619"/>
                </a:cubicBezTo>
                <a:cubicBezTo>
                  <a:pt x="781219" y="2621371"/>
                  <a:pt x="781219" y="2621371"/>
                  <a:pt x="781219" y="2621371"/>
                </a:cubicBezTo>
                <a:cubicBezTo>
                  <a:pt x="903310" y="2715864"/>
                  <a:pt x="903310" y="2715864"/>
                  <a:pt x="903310" y="2715864"/>
                </a:cubicBezTo>
                <a:cubicBezTo>
                  <a:pt x="900065" y="2721542"/>
                  <a:pt x="900065" y="2721542"/>
                  <a:pt x="900065" y="2721542"/>
                </a:cubicBezTo>
                <a:cubicBezTo>
                  <a:pt x="776757" y="2626238"/>
                  <a:pt x="776757" y="2626238"/>
                  <a:pt x="776757" y="2626238"/>
                </a:cubicBezTo>
                <a:cubicBezTo>
                  <a:pt x="776757" y="2804273"/>
                  <a:pt x="776757" y="2804273"/>
                  <a:pt x="776757" y="2804273"/>
                </a:cubicBezTo>
                <a:cubicBezTo>
                  <a:pt x="828271" y="2844017"/>
                  <a:pt x="828271" y="2844017"/>
                  <a:pt x="828271" y="2844017"/>
                </a:cubicBezTo>
                <a:cubicBezTo>
                  <a:pt x="824215" y="2850506"/>
                  <a:pt x="824215" y="2850506"/>
                  <a:pt x="824215" y="2850506"/>
                </a:cubicBezTo>
                <a:cubicBezTo>
                  <a:pt x="774729" y="2811978"/>
                  <a:pt x="774729" y="2811978"/>
                  <a:pt x="774729" y="2811978"/>
                </a:cubicBezTo>
                <a:cubicBezTo>
                  <a:pt x="586928" y="2954731"/>
                  <a:pt x="586928" y="2954731"/>
                  <a:pt x="586928" y="2954731"/>
                </a:cubicBezTo>
                <a:cubicBezTo>
                  <a:pt x="708208" y="3048817"/>
                  <a:pt x="708208" y="3048817"/>
                  <a:pt x="708208" y="3048817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584900" y="2961625"/>
                  <a:pt x="584900" y="2961625"/>
                  <a:pt x="584900" y="2961625"/>
                </a:cubicBezTo>
                <a:cubicBezTo>
                  <a:pt x="584900" y="3140065"/>
                  <a:pt x="584900" y="3140065"/>
                  <a:pt x="584900" y="3140065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629518" y="3183052"/>
                  <a:pt x="629518" y="3183052"/>
                  <a:pt x="629518" y="3183052"/>
                </a:cubicBezTo>
                <a:cubicBezTo>
                  <a:pt x="582872" y="3146960"/>
                  <a:pt x="582872" y="3146960"/>
                  <a:pt x="582872" y="3146960"/>
                </a:cubicBezTo>
                <a:cubicBezTo>
                  <a:pt x="388175" y="3295390"/>
                  <a:pt x="388175" y="3295390"/>
                  <a:pt x="388175" y="3295390"/>
                </a:cubicBezTo>
                <a:cubicBezTo>
                  <a:pt x="191856" y="3143310"/>
                  <a:pt x="191856" y="3143310"/>
                  <a:pt x="191856" y="3143310"/>
                </a:cubicBezTo>
                <a:cubicBezTo>
                  <a:pt x="191856" y="3082477"/>
                  <a:pt x="191856" y="3082477"/>
                  <a:pt x="191856" y="3082477"/>
                </a:cubicBezTo>
                <a:cubicBezTo>
                  <a:pt x="198752" y="3085316"/>
                  <a:pt x="198752" y="3085316"/>
                  <a:pt x="198752" y="3085316"/>
                </a:cubicBezTo>
                <a:cubicBezTo>
                  <a:pt x="198752" y="3140065"/>
                  <a:pt x="198752" y="3140065"/>
                  <a:pt x="198752" y="3140065"/>
                </a:cubicBezTo>
                <a:cubicBezTo>
                  <a:pt x="384930" y="3284034"/>
                  <a:pt x="384930" y="3284034"/>
                  <a:pt x="384930" y="3284034"/>
                </a:cubicBezTo>
                <a:cubicBezTo>
                  <a:pt x="384930" y="3105999"/>
                  <a:pt x="384930" y="3105999"/>
                  <a:pt x="384930" y="3105999"/>
                </a:cubicBezTo>
                <a:cubicBezTo>
                  <a:pt x="198752" y="2961625"/>
                  <a:pt x="198752" y="2961625"/>
                  <a:pt x="198752" y="2961625"/>
                </a:cubicBezTo>
                <a:cubicBezTo>
                  <a:pt x="198752" y="3084911"/>
                  <a:pt x="198752" y="3084911"/>
                  <a:pt x="198752" y="3084911"/>
                </a:cubicBezTo>
                <a:cubicBezTo>
                  <a:pt x="191856" y="3082072"/>
                  <a:pt x="191856" y="3082072"/>
                  <a:pt x="191856" y="3082072"/>
                </a:cubicBezTo>
                <a:cubicBezTo>
                  <a:pt x="191856" y="2953108"/>
                  <a:pt x="191856" y="2953108"/>
                  <a:pt x="191856" y="2953108"/>
                </a:cubicBezTo>
                <a:cubicBezTo>
                  <a:pt x="259189" y="2902009"/>
                  <a:pt x="259189" y="2902009"/>
                  <a:pt x="259189" y="2902009"/>
                </a:cubicBezTo>
                <a:cubicBezTo>
                  <a:pt x="383713" y="2807517"/>
                  <a:pt x="383713" y="2807517"/>
                  <a:pt x="383713" y="2807517"/>
                </a:cubicBezTo>
                <a:cubicBezTo>
                  <a:pt x="383713" y="2715053"/>
                  <a:pt x="383713" y="2715053"/>
                  <a:pt x="383713" y="2715053"/>
                </a:cubicBezTo>
                <a:cubicBezTo>
                  <a:pt x="390609" y="2716269"/>
                  <a:pt x="390609" y="2716269"/>
                  <a:pt x="390609" y="2716269"/>
                </a:cubicBezTo>
                <a:cubicBezTo>
                  <a:pt x="390609" y="2804273"/>
                  <a:pt x="390609" y="2804273"/>
                  <a:pt x="390609" y="2804273"/>
                </a:cubicBezTo>
                <a:cubicBezTo>
                  <a:pt x="576788" y="2948647"/>
                  <a:pt x="576788" y="2948647"/>
                  <a:pt x="576788" y="2948647"/>
                </a:cubicBezTo>
                <a:cubicBezTo>
                  <a:pt x="576788" y="2770612"/>
                  <a:pt x="576788" y="2770612"/>
                  <a:pt x="576788" y="2770612"/>
                </a:cubicBezTo>
                <a:cubicBezTo>
                  <a:pt x="489174" y="2702481"/>
                  <a:pt x="489174" y="2702481"/>
                  <a:pt x="489174" y="2702481"/>
                </a:cubicBezTo>
                <a:cubicBezTo>
                  <a:pt x="492825" y="2697209"/>
                  <a:pt x="492825" y="2697209"/>
                  <a:pt x="492825" y="2697209"/>
                </a:cubicBezTo>
                <a:cubicBezTo>
                  <a:pt x="580033" y="2764529"/>
                  <a:pt x="580033" y="2764529"/>
                  <a:pt x="580033" y="2764529"/>
                </a:cubicBezTo>
                <a:cubicBezTo>
                  <a:pt x="767834" y="2621777"/>
                  <a:pt x="767834" y="2621777"/>
                  <a:pt x="767834" y="2621777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630735" y="2507007"/>
                  <a:pt x="630735" y="2507007"/>
                  <a:pt x="630735" y="2507007"/>
                </a:cubicBezTo>
                <a:cubicBezTo>
                  <a:pt x="771079" y="2615693"/>
                  <a:pt x="771079" y="2615693"/>
                  <a:pt x="771079" y="2615693"/>
                </a:cubicBezTo>
                <a:cubicBezTo>
                  <a:pt x="771079" y="2437659"/>
                  <a:pt x="771079" y="2437659"/>
                  <a:pt x="771079" y="2437659"/>
                </a:cubicBezTo>
                <a:cubicBezTo>
                  <a:pt x="713481" y="2392644"/>
                  <a:pt x="713481" y="2392644"/>
                  <a:pt x="713481" y="2392644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74323" y="2431576"/>
                  <a:pt x="774323" y="2431576"/>
                  <a:pt x="774323" y="2431576"/>
                </a:cubicBezTo>
                <a:cubicBezTo>
                  <a:pt x="962125" y="2288824"/>
                  <a:pt x="962125" y="2288824"/>
                  <a:pt x="962125" y="2288824"/>
                </a:cubicBezTo>
                <a:cubicBezTo>
                  <a:pt x="774729" y="2143638"/>
                  <a:pt x="774729" y="2143638"/>
                  <a:pt x="774729" y="2143638"/>
                </a:cubicBezTo>
                <a:cubicBezTo>
                  <a:pt x="586928" y="2286391"/>
                  <a:pt x="586928" y="2286391"/>
                  <a:pt x="586928" y="2286391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13075" y="2392644"/>
                  <a:pt x="713075" y="2392644"/>
                  <a:pt x="713075" y="2392644"/>
                </a:cubicBezTo>
                <a:cubicBezTo>
                  <a:pt x="584900" y="2293285"/>
                  <a:pt x="584900" y="2293285"/>
                  <a:pt x="584900" y="2293285"/>
                </a:cubicBezTo>
                <a:cubicBezTo>
                  <a:pt x="584900" y="2471319"/>
                  <a:pt x="584900" y="2471319"/>
                  <a:pt x="584900" y="2471319"/>
                </a:cubicBezTo>
                <a:cubicBezTo>
                  <a:pt x="630329" y="2506602"/>
                  <a:pt x="630329" y="2506602"/>
                  <a:pt x="630329" y="2506602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582872" y="2478619"/>
                  <a:pt x="582872" y="2478619"/>
                  <a:pt x="582872" y="2478619"/>
                </a:cubicBezTo>
                <a:cubicBezTo>
                  <a:pt x="395071" y="2621371"/>
                  <a:pt x="395071" y="2621371"/>
                  <a:pt x="395071" y="2621371"/>
                </a:cubicBezTo>
                <a:cubicBezTo>
                  <a:pt x="492825" y="2696804"/>
                  <a:pt x="492825" y="2696804"/>
                  <a:pt x="492825" y="2696804"/>
                </a:cubicBezTo>
                <a:cubicBezTo>
                  <a:pt x="488769" y="2702481"/>
                  <a:pt x="488769" y="2702481"/>
                  <a:pt x="488769" y="2702481"/>
                </a:cubicBezTo>
                <a:cubicBezTo>
                  <a:pt x="390609" y="2626238"/>
                  <a:pt x="390609" y="2626238"/>
                  <a:pt x="390609" y="2626238"/>
                </a:cubicBezTo>
                <a:cubicBezTo>
                  <a:pt x="390609" y="2715864"/>
                  <a:pt x="390609" y="2715864"/>
                  <a:pt x="390609" y="2715864"/>
                </a:cubicBezTo>
                <a:cubicBezTo>
                  <a:pt x="383713" y="2714647"/>
                  <a:pt x="383713" y="2714647"/>
                  <a:pt x="383713" y="2714647"/>
                </a:cubicBezTo>
                <a:cubicBezTo>
                  <a:pt x="383713" y="2623399"/>
                  <a:pt x="383713" y="2623399"/>
                  <a:pt x="383713" y="2623399"/>
                </a:cubicBezTo>
                <a:cubicBezTo>
                  <a:pt x="375601" y="2616910"/>
                  <a:pt x="375601" y="2616910"/>
                  <a:pt x="375601" y="2616910"/>
                </a:cubicBezTo>
                <a:cubicBezTo>
                  <a:pt x="375601" y="2608394"/>
                  <a:pt x="375601" y="2608394"/>
                  <a:pt x="375601" y="2608394"/>
                </a:cubicBezTo>
                <a:cubicBezTo>
                  <a:pt x="384930" y="2615693"/>
                  <a:pt x="384930" y="2615693"/>
                  <a:pt x="384930" y="2615693"/>
                </a:cubicBezTo>
                <a:cubicBezTo>
                  <a:pt x="384930" y="2437659"/>
                  <a:pt x="384930" y="2437659"/>
                  <a:pt x="384930" y="2437659"/>
                </a:cubicBezTo>
                <a:cubicBezTo>
                  <a:pt x="375601" y="2430360"/>
                  <a:pt x="375601" y="2430360"/>
                  <a:pt x="375601" y="2430360"/>
                </a:cubicBezTo>
                <a:cubicBezTo>
                  <a:pt x="375601" y="2421843"/>
                  <a:pt x="375601" y="2421843"/>
                  <a:pt x="375601" y="2421843"/>
                </a:cubicBezTo>
                <a:cubicBezTo>
                  <a:pt x="388175" y="2431576"/>
                  <a:pt x="388175" y="2431576"/>
                  <a:pt x="388175" y="2431576"/>
                </a:cubicBezTo>
                <a:cubicBezTo>
                  <a:pt x="575977" y="2288824"/>
                  <a:pt x="575977" y="2288824"/>
                  <a:pt x="575977" y="2288824"/>
                </a:cubicBezTo>
                <a:cubicBezTo>
                  <a:pt x="388580" y="2143638"/>
                  <a:pt x="388580" y="2143638"/>
                  <a:pt x="388580" y="2143638"/>
                </a:cubicBezTo>
                <a:cubicBezTo>
                  <a:pt x="200780" y="2286391"/>
                  <a:pt x="200780" y="2286391"/>
                  <a:pt x="200780" y="2286391"/>
                </a:cubicBezTo>
                <a:cubicBezTo>
                  <a:pt x="375195" y="2421843"/>
                  <a:pt x="375195" y="2421843"/>
                  <a:pt x="375195" y="2421843"/>
                </a:cubicBezTo>
                <a:cubicBezTo>
                  <a:pt x="375195" y="2429954"/>
                  <a:pt x="375195" y="2429954"/>
                  <a:pt x="375195" y="2429954"/>
                </a:cubicBezTo>
                <a:cubicBezTo>
                  <a:pt x="198752" y="2293285"/>
                  <a:pt x="198752" y="2293285"/>
                  <a:pt x="198752" y="2293285"/>
                </a:cubicBezTo>
                <a:cubicBezTo>
                  <a:pt x="198752" y="2471319"/>
                  <a:pt x="198752" y="2471319"/>
                  <a:pt x="198752" y="2471319"/>
                </a:cubicBezTo>
                <a:cubicBezTo>
                  <a:pt x="375195" y="2608394"/>
                  <a:pt x="375195" y="2608394"/>
                  <a:pt x="375195" y="2608394"/>
                </a:cubicBezTo>
                <a:cubicBezTo>
                  <a:pt x="375195" y="2616910"/>
                  <a:pt x="375195" y="2616910"/>
                  <a:pt x="375195" y="2616910"/>
                </a:cubicBezTo>
                <a:cubicBezTo>
                  <a:pt x="191856" y="2474563"/>
                  <a:pt x="191856" y="2474563"/>
                  <a:pt x="191856" y="2474563"/>
                </a:cubicBezTo>
                <a:cubicBezTo>
                  <a:pt x="191856" y="2284768"/>
                  <a:pt x="191856" y="2284768"/>
                  <a:pt x="191856" y="2284768"/>
                </a:cubicBezTo>
                <a:cubicBezTo>
                  <a:pt x="383713" y="2138772"/>
                  <a:pt x="383713" y="2138772"/>
                  <a:pt x="383713" y="2138772"/>
                </a:cubicBezTo>
                <a:cubicBezTo>
                  <a:pt x="383713" y="1959926"/>
                  <a:pt x="383713" y="1959926"/>
                  <a:pt x="383713" y="1959926"/>
                </a:cubicBezTo>
                <a:cubicBezTo>
                  <a:pt x="390609" y="1965198"/>
                  <a:pt x="390609" y="1965198"/>
                  <a:pt x="390609" y="1965198"/>
                </a:cubicBezTo>
                <a:cubicBezTo>
                  <a:pt x="390609" y="2136339"/>
                  <a:pt x="390609" y="2136339"/>
                  <a:pt x="390609" y="2136339"/>
                </a:cubicBezTo>
                <a:cubicBezTo>
                  <a:pt x="576788" y="2280307"/>
                  <a:pt x="576788" y="2280307"/>
                  <a:pt x="576788" y="2280307"/>
                </a:cubicBezTo>
                <a:cubicBezTo>
                  <a:pt x="576788" y="2102272"/>
                  <a:pt x="576788" y="2102272"/>
                  <a:pt x="576788" y="2102272"/>
                </a:cubicBezTo>
                <a:cubicBezTo>
                  <a:pt x="390609" y="1957898"/>
                  <a:pt x="390609" y="1957898"/>
                  <a:pt x="390609" y="1957898"/>
                </a:cubicBezTo>
                <a:cubicBezTo>
                  <a:pt x="390609" y="1964792"/>
                  <a:pt x="390609" y="1964792"/>
                  <a:pt x="390609" y="1964792"/>
                </a:cubicBezTo>
                <a:cubicBezTo>
                  <a:pt x="383713" y="1959520"/>
                  <a:pt x="383713" y="1959520"/>
                  <a:pt x="383713" y="1959520"/>
                </a:cubicBezTo>
                <a:cubicBezTo>
                  <a:pt x="383713" y="1949382"/>
                  <a:pt x="383713" y="1949382"/>
                  <a:pt x="383713" y="1949382"/>
                </a:cubicBezTo>
                <a:cubicBezTo>
                  <a:pt x="569487" y="1808251"/>
                  <a:pt x="569487" y="1808251"/>
                  <a:pt x="569487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392637" y="1951004"/>
                  <a:pt x="392637" y="1951004"/>
                  <a:pt x="392637" y="1951004"/>
                </a:cubicBezTo>
                <a:cubicBezTo>
                  <a:pt x="580033" y="2096594"/>
                  <a:pt x="580033" y="2096594"/>
                  <a:pt x="580033" y="2096594"/>
                </a:cubicBezTo>
                <a:cubicBezTo>
                  <a:pt x="767834" y="1953437"/>
                  <a:pt x="767834" y="1953437"/>
                  <a:pt x="767834" y="1953437"/>
                </a:cubicBezTo>
                <a:cubicBezTo>
                  <a:pt x="580438" y="1808251"/>
                  <a:pt x="580438" y="1808251"/>
                  <a:pt x="580438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569893" y="1807846"/>
                  <a:pt x="569893" y="1807846"/>
                  <a:pt x="569893" y="1807846"/>
                </a:cubicBezTo>
                <a:cubicBezTo>
                  <a:pt x="578005" y="1801763"/>
                  <a:pt x="578005" y="1801763"/>
                  <a:pt x="578005" y="1801763"/>
                </a:cubicBezTo>
                <a:cubicBezTo>
                  <a:pt x="578005" y="1795679"/>
                  <a:pt x="578005" y="1795679"/>
                  <a:pt x="578005" y="1795679"/>
                </a:cubicBezTo>
                <a:cubicBezTo>
                  <a:pt x="584900" y="1795679"/>
                  <a:pt x="584900" y="1795679"/>
                  <a:pt x="584900" y="1795679"/>
                </a:cubicBezTo>
                <a:cubicBezTo>
                  <a:pt x="584900" y="1802168"/>
                  <a:pt x="584900" y="1802168"/>
                  <a:pt x="584900" y="1802168"/>
                </a:cubicBezTo>
                <a:cubicBezTo>
                  <a:pt x="771079" y="1946137"/>
                  <a:pt x="771079" y="1946137"/>
                  <a:pt x="771079" y="1946137"/>
                </a:cubicBezTo>
                <a:cubicBezTo>
                  <a:pt x="771079" y="1783107"/>
                  <a:pt x="771079" y="1783107"/>
                  <a:pt x="771079" y="1783107"/>
                </a:cubicBezTo>
                <a:cubicBezTo>
                  <a:pt x="771079" y="1768508"/>
                  <a:pt x="771079" y="1768508"/>
                  <a:pt x="771079" y="1768508"/>
                </a:cubicBezTo>
                <a:cubicBezTo>
                  <a:pt x="584900" y="1624133"/>
                  <a:pt x="584900" y="1624133"/>
                  <a:pt x="584900" y="1624133"/>
                </a:cubicBezTo>
                <a:cubicBezTo>
                  <a:pt x="584900" y="1785541"/>
                  <a:pt x="584900" y="1785541"/>
                  <a:pt x="584900" y="1785541"/>
                </a:cubicBezTo>
                <a:cubicBezTo>
                  <a:pt x="584900" y="1795274"/>
                  <a:pt x="584900" y="1795274"/>
                  <a:pt x="584900" y="1795274"/>
                </a:cubicBezTo>
                <a:cubicBezTo>
                  <a:pt x="578005" y="1795274"/>
                  <a:pt x="578005" y="1795274"/>
                  <a:pt x="578005" y="1795274"/>
                </a:cubicBezTo>
                <a:cubicBezTo>
                  <a:pt x="578005" y="1621294"/>
                  <a:pt x="578005" y="1621294"/>
                  <a:pt x="578005" y="1621294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441312" y="1506930"/>
                  <a:pt x="441312" y="1506930"/>
                  <a:pt x="441312" y="1506930"/>
                </a:cubicBezTo>
                <a:cubicBezTo>
                  <a:pt x="578816" y="1613589"/>
                  <a:pt x="578816" y="1613589"/>
                  <a:pt x="578816" y="1613589"/>
                </a:cubicBezTo>
                <a:cubicBezTo>
                  <a:pt x="578816" y="1435555"/>
                  <a:pt x="578816" y="1435555"/>
                  <a:pt x="578816" y="1435555"/>
                </a:cubicBezTo>
                <a:cubicBezTo>
                  <a:pt x="513106" y="1384456"/>
                  <a:pt x="513106" y="1384456"/>
                  <a:pt x="513106" y="138445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82061" y="1429472"/>
                  <a:pt x="582061" y="1429472"/>
                  <a:pt x="582061" y="1429472"/>
                </a:cubicBezTo>
                <a:cubicBezTo>
                  <a:pt x="769862" y="1286719"/>
                  <a:pt x="769862" y="1286719"/>
                  <a:pt x="769862" y="1286719"/>
                </a:cubicBezTo>
                <a:cubicBezTo>
                  <a:pt x="632763" y="1180060"/>
                  <a:pt x="632763" y="1180060"/>
                  <a:pt x="632763" y="1180060"/>
                </a:cubicBezTo>
                <a:cubicBezTo>
                  <a:pt x="636413" y="1173571"/>
                  <a:pt x="636413" y="1173571"/>
                  <a:pt x="636413" y="1173571"/>
                </a:cubicBezTo>
                <a:cubicBezTo>
                  <a:pt x="771079" y="1278203"/>
                  <a:pt x="771079" y="1278203"/>
                  <a:pt x="771079" y="1278203"/>
                </a:cubicBezTo>
                <a:cubicBezTo>
                  <a:pt x="771079" y="1099762"/>
                  <a:pt x="771079" y="1099762"/>
                  <a:pt x="771079" y="1099762"/>
                </a:cubicBezTo>
                <a:cubicBezTo>
                  <a:pt x="708208" y="1051096"/>
                  <a:pt x="708208" y="1051096"/>
                  <a:pt x="708208" y="1051096"/>
                </a:cubicBezTo>
                <a:cubicBezTo>
                  <a:pt x="711453" y="1045419"/>
                  <a:pt x="711453" y="1045419"/>
                  <a:pt x="711453" y="1045419"/>
                </a:cubicBezTo>
                <a:cubicBezTo>
                  <a:pt x="774323" y="1094085"/>
                  <a:pt x="774323" y="1094085"/>
                  <a:pt x="774323" y="1094085"/>
                </a:cubicBezTo>
                <a:cubicBezTo>
                  <a:pt x="962125" y="951332"/>
                  <a:pt x="962125" y="951332"/>
                  <a:pt x="962125" y="951332"/>
                </a:cubicBezTo>
                <a:cubicBezTo>
                  <a:pt x="777163" y="807769"/>
                  <a:pt x="777163" y="807769"/>
                  <a:pt x="777163" y="807769"/>
                </a:cubicBezTo>
                <a:cubicBezTo>
                  <a:pt x="589362" y="950521"/>
                  <a:pt x="589362" y="950521"/>
                  <a:pt x="589362" y="950521"/>
                </a:cubicBezTo>
                <a:cubicBezTo>
                  <a:pt x="711453" y="1045013"/>
                  <a:pt x="711453" y="1045013"/>
                  <a:pt x="711453" y="1045013"/>
                </a:cubicBezTo>
                <a:cubicBezTo>
                  <a:pt x="707802" y="1051096"/>
                  <a:pt x="707802" y="1051096"/>
                  <a:pt x="707802" y="1051096"/>
                </a:cubicBezTo>
                <a:cubicBezTo>
                  <a:pt x="584900" y="955388"/>
                  <a:pt x="584900" y="955388"/>
                  <a:pt x="584900" y="955388"/>
                </a:cubicBezTo>
                <a:cubicBezTo>
                  <a:pt x="584900" y="1133828"/>
                  <a:pt x="584900" y="1133828"/>
                  <a:pt x="584900" y="1133828"/>
                </a:cubicBezTo>
                <a:cubicBezTo>
                  <a:pt x="636008" y="1173571"/>
                  <a:pt x="636008" y="1173571"/>
                  <a:pt x="636008" y="1173571"/>
                </a:cubicBezTo>
                <a:cubicBezTo>
                  <a:pt x="632357" y="1180060"/>
                  <a:pt x="632357" y="1180060"/>
                  <a:pt x="632357" y="1180060"/>
                </a:cubicBezTo>
                <a:cubicBezTo>
                  <a:pt x="582872" y="1141534"/>
                  <a:pt x="582872" y="1141534"/>
                  <a:pt x="582872" y="1141534"/>
                </a:cubicBezTo>
                <a:cubicBezTo>
                  <a:pt x="395071" y="1284286"/>
                  <a:pt x="395071" y="1284286"/>
                  <a:pt x="395071" y="128428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12700" y="1384050"/>
                  <a:pt x="512700" y="1384050"/>
                  <a:pt x="512700" y="1384050"/>
                </a:cubicBezTo>
                <a:cubicBezTo>
                  <a:pt x="392637" y="1291180"/>
                  <a:pt x="392637" y="1291180"/>
                  <a:pt x="392637" y="1291180"/>
                </a:cubicBezTo>
                <a:cubicBezTo>
                  <a:pt x="392637" y="1469214"/>
                  <a:pt x="392637" y="1469214"/>
                  <a:pt x="392637" y="1469214"/>
                </a:cubicBezTo>
                <a:cubicBezTo>
                  <a:pt x="440906" y="1506525"/>
                  <a:pt x="440906" y="1506525"/>
                  <a:pt x="440906" y="1506525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391015" y="1476514"/>
                  <a:pt x="391015" y="1476514"/>
                  <a:pt x="391015" y="1476514"/>
                </a:cubicBezTo>
                <a:cubicBezTo>
                  <a:pt x="195912" y="1624539"/>
                  <a:pt x="195912" y="1624539"/>
                  <a:pt x="195912" y="1624539"/>
                </a:cubicBezTo>
                <a:cubicBezTo>
                  <a:pt x="0" y="1472459"/>
                  <a:pt x="0" y="1472459"/>
                  <a:pt x="0" y="1472459"/>
                </a:cubicBezTo>
                <a:cubicBezTo>
                  <a:pt x="0" y="1412033"/>
                  <a:pt x="0" y="1412033"/>
                  <a:pt x="0" y="1412033"/>
                </a:cubicBezTo>
                <a:cubicBezTo>
                  <a:pt x="6490" y="1414872"/>
                  <a:pt x="6490" y="1414872"/>
                  <a:pt x="6490" y="1414872"/>
                </a:cubicBezTo>
                <a:cubicBezTo>
                  <a:pt x="6490" y="1469214"/>
                  <a:pt x="6490" y="1469214"/>
                  <a:pt x="6490" y="1469214"/>
                </a:cubicBezTo>
                <a:cubicBezTo>
                  <a:pt x="192668" y="1613589"/>
                  <a:pt x="192668" y="1613589"/>
                  <a:pt x="192668" y="1613589"/>
                </a:cubicBezTo>
                <a:cubicBezTo>
                  <a:pt x="192668" y="1435555"/>
                  <a:pt x="192668" y="1435555"/>
                  <a:pt x="192668" y="1435555"/>
                </a:cubicBezTo>
                <a:cubicBezTo>
                  <a:pt x="6490" y="1291180"/>
                  <a:pt x="6490" y="1291180"/>
                  <a:pt x="6490" y="1291180"/>
                </a:cubicBezTo>
                <a:cubicBezTo>
                  <a:pt x="6490" y="1414466"/>
                  <a:pt x="6490" y="1414466"/>
                  <a:pt x="6490" y="1414466"/>
                </a:cubicBezTo>
                <a:cubicBezTo>
                  <a:pt x="0" y="1411627"/>
                  <a:pt x="0" y="1411627"/>
                  <a:pt x="0" y="1411627"/>
                </a:cubicBezTo>
                <a:cubicBezTo>
                  <a:pt x="0" y="1282664"/>
                  <a:pt x="0" y="1282664"/>
                  <a:pt x="0" y="1282664"/>
                </a:cubicBezTo>
                <a:cubicBezTo>
                  <a:pt x="66926" y="1231565"/>
                  <a:pt x="66926" y="1231565"/>
                  <a:pt x="66926" y="1231565"/>
                </a:cubicBezTo>
                <a:cubicBezTo>
                  <a:pt x="73821" y="1234809"/>
                  <a:pt x="73821" y="1234809"/>
                  <a:pt x="73821" y="1234809"/>
                </a:cubicBezTo>
                <a:cubicBezTo>
                  <a:pt x="8924" y="1284286"/>
                  <a:pt x="8924" y="1284286"/>
                  <a:pt x="8924" y="1284286"/>
                </a:cubicBezTo>
                <a:cubicBezTo>
                  <a:pt x="196318" y="1429472"/>
                  <a:pt x="196318" y="1429472"/>
                  <a:pt x="196318" y="1429472"/>
                </a:cubicBezTo>
                <a:cubicBezTo>
                  <a:pt x="384119" y="1286719"/>
                  <a:pt x="384119" y="1286719"/>
                  <a:pt x="384119" y="1286719"/>
                </a:cubicBezTo>
                <a:cubicBezTo>
                  <a:pt x="196724" y="1141534"/>
                  <a:pt x="196724" y="1141534"/>
                  <a:pt x="196724" y="1141534"/>
                </a:cubicBezTo>
                <a:cubicBezTo>
                  <a:pt x="74227" y="1234403"/>
                  <a:pt x="74227" y="1234403"/>
                  <a:pt x="74227" y="1234403"/>
                </a:cubicBezTo>
                <a:cubicBezTo>
                  <a:pt x="67332" y="1231159"/>
                  <a:pt x="67332" y="1231159"/>
                  <a:pt x="67332" y="1231159"/>
                </a:cubicBezTo>
                <a:cubicBezTo>
                  <a:pt x="191856" y="1136667"/>
                  <a:pt x="191856" y="1136667"/>
                  <a:pt x="191856" y="1136667"/>
                </a:cubicBezTo>
                <a:cubicBezTo>
                  <a:pt x="191856" y="1044607"/>
                  <a:pt x="191856" y="1044607"/>
                  <a:pt x="191856" y="1044607"/>
                </a:cubicBezTo>
                <a:cubicBezTo>
                  <a:pt x="198752" y="1045419"/>
                  <a:pt x="198752" y="1045419"/>
                  <a:pt x="198752" y="1045419"/>
                </a:cubicBezTo>
                <a:cubicBezTo>
                  <a:pt x="198752" y="1133828"/>
                  <a:pt x="198752" y="1133828"/>
                  <a:pt x="198752" y="1133828"/>
                </a:cubicBezTo>
                <a:cubicBezTo>
                  <a:pt x="384524" y="1278203"/>
                  <a:pt x="384524" y="1278203"/>
                  <a:pt x="384524" y="1278203"/>
                </a:cubicBezTo>
                <a:cubicBezTo>
                  <a:pt x="384524" y="1099762"/>
                  <a:pt x="384524" y="1099762"/>
                  <a:pt x="384524" y="1099762"/>
                </a:cubicBezTo>
                <a:cubicBezTo>
                  <a:pt x="296912" y="1032037"/>
                  <a:pt x="296912" y="1032037"/>
                  <a:pt x="296912" y="1032037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388175" y="1094085"/>
                  <a:pt x="388175" y="1094085"/>
                  <a:pt x="388175" y="1094085"/>
                </a:cubicBezTo>
                <a:cubicBezTo>
                  <a:pt x="575977" y="951332"/>
                  <a:pt x="575977" y="951332"/>
                  <a:pt x="575977" y="951332"/>
                </a:cubicBezTo>
                <a:cubicBezTo>
                  <a:pt x="434822" y="841835"/>
                  <a:pt x="434822" y="841835"/>
                  <a:pt x="434822" y="841835"/>
                </a:cubicBezTo>
                <a:cubicBezTo>
                  <a:pt x="438878" y="836158"/>
                  <a:pt x="438878" y="836158"/>
                  <a:pt x="438878" y="836158"/>
                </a:cubicBezTo>
                <a:cubicBezTo>
                  <a:pt x="578816" y="944843"/>
                  <a:pt x="578816" y="944843"/>
                  <a:pt x="578816" y="944843"/>
                </a:cubicBezTo>
                <a:cubicBezTo>
                  <a:pt x="578816" y="766808"/>
                  <a:pt x="578816" y="766808"/>
                  <a:pt x="578816" y="766808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525274" y="716927"/>
                  <a:pt x="525274" y="716927"/>
                  <a:pt x="525274" y="716927"/>
                </a:cubicBezTo>
                <a:cubicBezTo>
                  <a:pt x="582061" y="761131"/>
                  <a:pt x="582061" y="761131"/>
                  <a:pt x="582061" y="761131"/>
                </a:cubicBezTo>
                <a:cubicBezTo>
                  <a:pt x="769862" y="618379"/>
                  <a:pt x="769862" y="618379"/>
                  <a:pt x="769862" y="618379"/>
                </a:cubicBezTo>
                <a:cubicBezTo>
                  <a:pt x="582872" y="472787"/>
                  <a:pt x="582872" y="472787"/>
                  <a:pt x="582872" y="472787"/>
                </a:cubicBezTo>
                <a:cubicBezTo>
                  <a:pt x="395071" y="615540"/>
                  <a:pt x="395071" y="615540"/>
                  <a:pt x="395071" y="615540"/>
                </a:cubicBezTo>
                <a:cubicBezTo>
                  <a:pt x="524868" y="716521"/>
                  <a:pt x="524868" y="716521"/>
                  <a:pt x="524868" y="716521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392637" y="622434"/>
                  <a:pt x="392637" y="622434"/>
                  <a:pt x="392637" y="622434"/>
                </a:cubicBezTo>
                <a:cubicBezTo>
                  <a:pt x="392637" y="800875"/>
                  <a:pt x="392637" y="800875"/>
                  <a:pt x="392637" y="800875"/>
                </a:cubicBezTo>
                <a:cubicBezTo>
                  <a:pt x="438472" y="836158"/>
                  <a:pt x="438472" y="836158"/>
                  <a:pt x="438472" y="836158"/>
                </a:cubicBezTo>
                <a:cubicBezTo>
                  <a:pt x="434416" y="841430"/>
                  <a:pt x="434416" y="841430"/>
                  <a:pt x="434416" y="841430"/>
                </a:cubicBezTo>
                <a:cubicBezTo>
                  <a:pt x="391015" y="807769"/>
                  <a:pt x="391015" y="807769"/>
                  <a:pt x="391015" y="807769"/>
                </a:cubicBezTo>
                <a:cubicBezTo>
                  <a:pt x="203214" y="950521"/>
                  <a:pt x="203214" y="950521"/>
                  <a:pt x="203214" y="950521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296912" y="1031630"/>
                  <a:pt x="296912" y="1031630"/>
                  <a:pt x="296912" y="1031630"/>
                </a:cubicBezTo>
                <a:cubicBezTo>
                  <a:pt x="198752" y="955388"/>
                  <a:pt x="198752" y="955388"/>
                  <a:pt x="198752" y="955388"/>
                </a:cubicBezTo>
                <a:cubicBezTo>
                  <a:pt x="198752" y="1045013"/>
                  <a:pt x="198752" y="1045013"/>
                  <a:pt x="198752" y="1045013"/>
                </a:cubicBezTo>
                <a:cubicBezTo>
                  <a:pt x="191856" y="1044202"/>
                  <a:pt x="191856" y="1044202"/>
                  <a:pt x="191856" y="1044202"/>
                </a:cubicBezTo>
                <a:cubicBezTo>
                  <a:pt x="191856" y="952954"/>
                  <a:pt x="191856" y="952954"/>
                  <a:pt x="191856" y="952954"/>
                </a:cubicBezTo>
                <a:cubicBezTo>
                  <a:pt x="183744" y="946465"/>
                  <a:pt x="183744" y="946465"/>
                  <a:pt x="183744" y="946465"/>
                </a:cubicBezTo>
                <a:cubicBezTo>
                  <a:pt x="183744" y="937949"/>
                  <a:pt x="183744" y="937949"/>
                  <a:pt x="183744" y="937949"/>
                </a:cubicBezTo>
                <a:cubicBezTo>
                  <a:pt x="192668" y="944843"/>
                  <a:pt x="192668" y="944843"/>
                  <a:pt x="192668" y="944843"/>
                </a:cubicBezTo>
                <a:cubicBezTo>
                  <a:pt x="192668" y="766808"/>
                  <a:pt x="192668" y="766808"/>
                  <a:pt x="192668" y="766808"/>
                </a:cubicBezTo>
                <a:cubicBezTo>
                  <a:pt x="183744" y="759914"/>
                  <a:pt x="183744" y="759914"/>
                  <a:pt x="183744" y="759914"/>
                </a:cubicBezTo>
                <a:cubicBezTo>
                  <a:pt x="183744" y="751398"/>
                  <a:pt x="183744" y="751398"/>
                  <a:pt x="183744" y="751398"/>
                </a:cubicBezTo>
                <a:cubicBezTo>
                  <a:pt x="196318" y="761131"/>
                  <a:pt x="196318" y="761131"/>
                  <a:pt x="196318" y="761131"/>
                </a:cubicBezTo>
                <a:cubicBezTo>
                  <a:pt x="384119" y="618379"/>
                  <a:pt x="384119" y="618379"/>
                  <a:pt x="384119" y="618379"/>
                </a:cubicBezTo>
                <a:cubicBezTo>
                  <a:pt x="196724" y="472787"/>
                  <a:pt x="196724" y="472787"/>
                  <a:pt x="196724" y="472787"/>
                </a:cubicBezTo>
                <a:cubicBezTo>
                  <a:pt x="8924" y="615540"/>
                  <a:pt x="8924" y="615540"/>
                  <a:pt x="8924" y="615540"/>
                </a:cubicBezTo>
                <a:cubicBezTo>
                  <a:pt x="183339" y="750992"/>
                  <a:pt x="183339" y="750992"/>
                  <a:pt x="183339" y="750992"/>
                </a:cubicBezTo>
                <a:cubicBezTo>
                  <a:pt x="183339" y="759508"/>
                  <a:pt x="183339" y="759508"/>
                  <a:pt x="183339" y="759508"/>
                </a:cubicBezTo>
                <a:cubicBezTo>
                  <a:pt x="6490" y="622434"/>
                  <a:pt x="6490" y="622434"/>
                  <a:pt x="6490" y="622434"/>
                </a:cubicBezTo>
                <a:cubicBezTo>
                  <a:pt x="6490" y="800875"/>
                  <a:pt x="6490" y="800875"/>
                  <a:pt x="6490" y="800875"/>
                </a:cubicBezTo>
                <a:lnTo>
                  <a:pt x="183339" y="937544"/>
                </a:lnTo>
                <a:cubicBezTo>
                  <a:pt x="183339" y="946060"/>
                  <a:pt x="183339" y="946060"/>
                  <a:pt x="183339" y="946060"/>
                </a:cubicBezTo>
                <a:cubicBezTo>
                  <a:pt x="0" y="804119"/>
                  <a:pt x="0" y="804119"/>
                  <a:pt x="0" y="804119"/>
                </a:cubicBezTo>
                <a:cubicBezTo>
                  <a:pt x="0" y="613917"/>
                  <a:pt x="0" y="613917"/>
                  <a:pt x="0" y="613917"/>
                </a:cubicBezTo>
                <a:cubicBezTo>
                  <a:pt x="191856" y="468327"/>
                  <a:pt x="191856" y="468327"/>
                  <a:pt x="191856" y="468327"/>
                </a:cubicBezTo>
                <a:cubicBezTo>
                  <a:pt x="191856" y="289076"/>
                  <a:pt x="191856" y="289076"/>
                  <a:pt x="191856" y="289076"/>
                </a:cubicBezTo>
                <a:cubicBezTo>
                  <a:pt x="198752" y="294348"/>
                  <a:pt x="198752" y="294348"/>
                  <a:pt x="198752" y="294348"/>
                </a:cubicBezTo>
                <a:cubicBezTo>
                  <a:pt x="198752" y="465488"/>
                  <a:pt x="198752" y="465488"/>
                  <a:pt x="198752" y="465488"/>
                </a:cubicBezTo>
                <a:cubicBezTo>
                  <a:pt x="384524" y="609862"/>
                  <a:pt x="384524" y="609862"/>
                  <a:pt x="384524" y="609862"/>
                </a:cubicBezTo>
                <a:cubicBezTo>
                  <a:pt x="384524" y="431828"/>
                  <a:pt x="384524" y="431828"/>
                  <a:pt x="384524" y="431828"/>
                </a:cubicBezTo>
                <a:cubicBezTo>
                  <a:pt x="198752" y="287453"/>
                  <a:pt x="198752" y="287453"/>
                  <a:pt x="198752" y="287453"/>
                </a:cubicBezTo>
                <a:cubicBezTo>
                  <a:pt x="198752" y="293942"/>
                  <a:pt x="198752" y="293942"/>
                  <a:pt x="198752" y="293942"/>
                </a:cubicBezTo>
                <a:cubicBezTo>
                  <a:pt x="191856" y="288670"/>
                  <a:pt x="191856" y="288670"/>
                  <a:pt x="191856" y="288670"/>
                </a:cubicBezTo>
                <a:cubicBezTo>
                  <a:pt x="191856" y="278937"/>
                  <a:pt x="191856" y="278937"/>
                  <a:pt x="191856" y="278937"/>
                </a:cubicBezTo>
                <a:cubicBezTo>
                  <a:pt x="377629" y="137401"/>
                  <a:pt x="377629" y="137401"/>
                  <a:pt x="377629" y="137401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200780" y="280559"/>
                  <a:pt x="200780" y="280559"/>
                  <a:pt x="200780" y="280559"/>
                </a:cubicBezTo>
                <a:cubicBezTo>
                  <a:pt x="388175" y="425745"/>
                  <a:pt x="388175" y="425745"/>
                  <a:pt x="388175" y="425745"/>
                </a:cubicBezTo>
                <a:cubicBezTo>
                  <a:pt x="575977" y="282993"/>
                  <a:pt x="575977" y="282993"/>
                  <a:pt x="575977" y="282993"/>
                </a:cubicBezTo>
                <a:cubicBezTo>
                  <a:pt x="388580" y="137807"/>
                  <a:pt x="388580" y="137807"/>
                  <a:pt x="388580" y="137807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378035" y="137401"/>
                  <a:pt x="378035" y="137401"/>
                  <a:pt x="378035" y="137401"/>
                </a:cubicBezTo>
                <a:cubicBezTo>
                  <a:pt x="386147" y="131318"/>
                  <a:pt x="386147" y="131318"/>
                  <a:pt x="386147" y="131318"/>
                </a:cubicBezTo>
                <a:cubicBezTo>
                  <a:pt x="386147" y="59650"/>
                  <a:pt x="386147" y="21577"/>
                  <a:pt x="386147" y="1350"/>
                </a:cubicBezTo>
                <a:close/>
              </a:path>
            </a:pathLst>
          </a:custGeom>
          <a:gradFill flip="none" rotWithShape="1">
            <a:gsLst>
              <a:gs pos="7000">
                <a:schemeClr val="bg1"/>
              </a:gs>
              <a:gs pos="26000">
                <a:schemeClr val="bg1">
                  <a:alpha val="80000"/>
                </a:schemeClr>
              </a:gs>
            </a:gsLst>
            <a:lin ang="0" scaled="1"/>
            <a:tileRect/>
          </a:gradFill>
        </p:spPr>
        <p:txBody>
          <a:bodyPr wrap="square" lIns="2160000" rIns="756000" anchor="ctr">
            <a:noAutofit/>
          </a:bodyPr>
          <a:lstStyle>
            <a:lvl1pPr>
              <a:defRPr/>
            </a:lvl1pPr>
          </a:lstStyle>
          <a:p>
            <a:pPr lvl="0"/>
            <a:r>
              <a:rPr lang="fr-FR" dirty="0"/>
              <a:t>Cliquez pour modifier les styles du texte du masque  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B62CD770-3131-7686-5D22-0AC580D9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9918324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Process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8A6D559-B5F2-C10A-5216-55551821C047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09039" y="1866901"/>
            <a:ext cx="1409699" cy="1409700"/>
          </a:xfrm>
          <a:solidFill>
            <a:srgbClr val="000000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A89DC66-E329-2BA7-093B-F605D23EBE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8" y="3527424"/>
            <a:ext cx="1980000" cy="2386013"/>
          </a:xfrm>
        </p:spPr>
        <p:txBody>
          <a:bodyPr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6EBAB840-A288-E4AE-DD2B-ABD52849168F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123108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3E9C6ABE-0C15-ECEA-4B26-53769D8EAC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37957" y="3527424"/>
            <a:ext cx="1980000" cy="2386013"/>
          </a:xfrm>
        </p:spPr>
        <p:txBody>
          <a:bodyPr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>
            <a:extLst>
              <a:ext uri="{FF2B5EF4-FFF2-40B4-BE49-F238E27FC236}">
                <a16:creationId xmlns:a16="http://schemas.microsoft.com/office/drawing/2014/main" id="{24B29917-CE4F-A965-FAA6-E3B453333B7E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337177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6F1352A1-512B-F388-3483-16D51BDD2D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52026" y="3527424"/>
            <a:ext cx="1980000" cy="2386013"/>
          </a:xfrm>
        </p:spPr>
        <p:txBody>
          <a:bodyPr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texte 11">
            <a:extLst>
              <a:ext uri="{FF2B5EF4-FFF2-40B4-BE49-F238E27FC236}">
                <a16:creationId xmlns:a16="http://schemas.microsoft.com/office/drawing/2014/main" id="{C4BAD260-C56B-B79F-C093-46D3C16BCC87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7551246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E3294DD8-C0C7-7FF7-2AF0-2A6B1C7861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66095" y="3527424"/>
            <a:ext cx="1980000" cy="2386013"/>
          </a:xfrm>
        </p:spPr>
        <p:txBody>
          <a:bodyPr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043259EC-B8D8-255D-A2B2-B6984873CA6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765314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24D806FB-89F5-15B1-42D4-FB45DB6CC61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80163" y="3527424"/>
            <a:ext cx="1980000" cy="2386013"/>
          </a:xfrm>
        </p:spPr>
        <p:txBody>
          <a:bodyPr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sp>
        <p:nvSpPr>
          <p:cNvPr id="18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527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28/10/2022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Process 2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0E4F447-1473-CEC3-0C4B-859E1566BDE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7318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7F676C8B-EE69-3CAC-C9F6-BFDEFD052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5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89215B80-BD0F-D77B-4046-84DBB6530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50698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50E15DEA-ADB9-4EAD-9B8B-400BF2AF4F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423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31D594DF-B2F9-BDEA-68CF-C1C92B869A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61440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4EB8106A-BAE6-87F6-A881-562ED8FA41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68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FA8E9A1-911D-DD9D-7A76-ADDB4C2E4317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2908981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89C62950-23F5-0C27-DBF0-B851B616C800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1006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ABF9A6B1-3BC9-0F8E-8148-B1CF03BB61CA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7219723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8" name="Espace réservé du texte 11">
            <a:extLst>
              <a:ext uri="{FF2B5EF4-FFF2-40B4-BE49-F238E27FC236}">
                <a16:creationId xmlns:a16="http://schemas.microsoft.com/office/drawing/2014/main" id="{97EC53BB-3B6C-3AF7-68E1-48C8465AC20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386855" y="1583490"/>
            <a:ext cx="1652399" cy="16524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8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2895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FIN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6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8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623889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3E8B46-58E5-AAA0-387D-4D0B3F725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213100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/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64A62886-21D9-96B1-E41B-BFA9B09684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000" y="5892800"/>
            <a:ext cx="6578600" cy="558800"/>
          </a:xfrm>
        </p:spPr>
        <p:txBody>
          <a:bodyPr>
            <a:normAutofit/>
          </a:bodyPr>
          <a:lstStyle>
            <a:lvl1pPr>
              <a:defRPr sz="1200" i="1"/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29843546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FIN Gris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5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0D902288-F09E-3DF3-4FA0-8680492FC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9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81B85C49-3012-97FD-C776-3C7299B5E4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213100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DFC68CDA-E659-1835-4722-CB92A2FFFE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000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29055753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Contact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3F48AE-496F-F02F-5148-8492F7C61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5105625"/>
            <a:ext cx="4651374" cy="1510845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4pPr>
            <a:lvl5pPr marL="538163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103F96-5E5B-60F7-F077-8E6E1ABD9DF4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Prénom NOM = 1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  -  Email / Tél, = 2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31838" y="726066"/>
            <a:ext cx="1806198" cy="1806198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22219D0D-87E0-357C-56D2-13A29A891F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0" y="5892800"/>
            <a:ext cx="3556000" cy="558800"/>
          </a:xfrm>
        </p:spPr>
        <p:txBody>
          <a:bodyPr>
            <a:normAutofit/>
          </a:bodyPr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0602830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3"/>
          <p:cNvSpPr>
            <a:spLocks noChangeArrowheads="1"/>
          </p:cNvSpPr>
          <p:nvPr userDrawn="1"/>
        </p:nvSpPr>
        <p:spPr bwMode="auto">
          <a:xfrm>
            <a:off x="11715750" y="6650038"/>
            <a:ext cx="2127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/>
            <a:fld id="{A95EF84C-2F66-439A-91BF-75521874E62C}" type="slidenum">
              <a:rPr lang="fr-FR" altLang="fr-FR" sz="800">
                <a:solidFill>
                  <a:srgbClr val="A6A6A6"/>
                </a:solidFill>
              </a:rPr>
              <a:pPr algn="r"/>
              <a:t>‹N°›</a:t>
            </a:fld>
            <a:endParaRPr lang="fr-FR" altLang="fr-FR" sz="800">
              <a:solidFill>
                <a:srgbClr val="A6A6A6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1113" y="-25400"/>
            <a:ext cx="1293813" cy="784225"/>
          </a:xfrm>
          <a:prstGeom prst="rect">
            <a:avLst/>
          </a:prstGeom>
          <a:solidFill>
            <a:srgbClr val="BC141C"/>
          </a:solidFill>
          <a:ln>
            <a:solidFill>
              <a:srgbClr val="BC141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723" tIns="63862" rIns="127723" bIns="63862" anchor="ctr"/>
          <a:lstStyle/>
          <a:p>
            <a:pPr algn="ctr" defTabSz="6386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8" name="Picture 9" descr="cea_logo_small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55563"/>
            <a:ext cx="754062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fr-FR" dirty="0"/>
              <a:t>Modifiez le style </a:t>
            </a:r>
            <a:r>
              <a:rPr lang="fr-FR"/>
              <a:t>du titre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1"/>
            <a:ext cx="11700000" cy="44662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227349" y="1148607"/>
            <a:ext cx="11700000" cy="5040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42354291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526982-0BD3-80B2-D0C1-E141B8AD1D26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Disposition : Titre</a:t>
            </a: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828EFF-0769-991A-745D-86154BF58E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04978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5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slideLayout" Target="../slideLayouts/slideLayout73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67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62F5FE-77B2-23B0-C532-AEB2E287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81125"/>
            <a:ext cx="10728325" cy="453231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023659-435A-02ED-1399-865530A1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26600" y="6343650"/>
            <a:ext cx="101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35D0C-47E7-5C23-F3E1-F607F10E2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600" y="6343650"/>
            <a:ext cx="883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CODIR projet PLM Armes - 21/11/2023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8E43D-0343-547B-3EBE-C6B616E5A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334" y="6343650"/>
            <a:ext cx="693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0" name="PATTERN CARRE DECAL" hidden="1">
            <a:extLst>
              <a:ext uri="{FF2B5EF4-FFF2-40B4-BE49-F238E27FC236}">
                <a16:creationId xmlns:a16="http://schemas.microsoft.com/office/drawing/2014/main" id="{57B8022F-6BAC-B272-714C-3051A2DF82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7446433" y="-1"/>
            <a:ext cx="4745567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3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65" r:id="rId32"/>
    <p:sldLayoutId id="2147483766" r:id="rId33"/>
    <p:sldLayoutId id="2147483767" r:id="rId34"/>
    <p:sldLayoutId id="2147483768" r:id="rId35"/>
    <p:sldLayoutId id="2147483769" r:id="rId3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SzPct val="9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274638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59">
          <p15:clr>
            <a:srgbClr val="F26B43"/>
          </p15:clr>
        </p15:guide>
        <p15:guide id="2" orient="horz" pos="3861">
          <p15:clr>
            <a:srgbClr val="F26B43"/>
          </p15:clr>
        </p15:guide>
        <p15:guide id="3" pos="461">
          <p15:clr>
            <a:srgbClr val="F26B43"/>
          </p15:clr>
        </p15:guide>
        <p15:guide id="4" pos="7219">
          <p15:clr>
            <a:srgbClr val="F26B43"/>
          </p15:clr>
        </p15:guide>
        <p15:guide id="7" orient="horz" pos="372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62F5FE-77B2-23B0-C532-AEB2E287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381125"/>
            <a:ext cx="10836275" cy="4532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023659-435A-02ED-1399-865530A1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26600" y="6343650"/>
            <a:ext cx="101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28/10/2022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35D0C-47E7-5C23-F3E1-F607F10E2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600" y="6343650"/>
            <a:ext cx="883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Feuille de Route et MVP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8E43D-0343-547B-3EBE-C6B616E5A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334" y="6343650"/>
            <a:ext cx="693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7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0" name="PATTERN CARRE DECAL" hidden="1">
            <a:extLst>
              <a:ext uri="{FF2B5EF4-FFF2-40B4-BE49-F238E27FC236}">
                <a16:creationId xmlns:a16="http://schemas.microsoft.com/office/drawing/2014/main" id="{57B8022F-6BAC-B272-714C-3051A2DF82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7446433" y="-1"/>
            <a:ext cx="4745567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  <p:sldLayoutId id="2147483865" r:id="rId18"/>
    <p:sldLayoutId id="2147483866" r:id="rId19"/>
    <p:sldLayoutId id="2147483867" r:id="rId20"/>
    <p:sldLayoutId id="2147483868" r:id="rId21"/>
    <p:sldLayoutId id="2147483869" r:id="rId22"/>
    <p:sldLayoutId id="2147483870" r:id="rId23"/>
    <p:sldLayoutId id="2147483871" r:id="rId24"/>
    <p:sldLayoutId id="2147483872" r:id="rId25"/>
    <p:sldLayoutId id="2147483873" r:id="rId26"/>
    <p:sldLayoutId id="2147483874" r:id="rId27"/>
    <p:sldLayoutId id="2147483875" r:id="rId28"/>
    <p:sldLayoutId id="2147483876" r:id="rId29"/>
    <p:sldLayoutId id="2147483877" r:id="rId30"/>
    <p:sldLayoutId id="2147483878" r:id="rId31"/>
    <p:sldLayoutId id="2147483879" r:id="rId32"/>
    <p:sldLayoutId id="2147483880" r:id="rId33"/>
    <p:sldLayoutId id="2147483881" r:id="rId34"/>
    <p:sldLayoutId id="2147483882" r:id="rId35"/>
    <p:sldLayoutId id="2147483883" r:id="rId36"/>
    <p:sldLayoutId id="2147483884" r:id="rId37"/>
    <p:sldLayoutId id="2147483885" r:id="rId38"/>
    <p:sldLayoutId id="2147483898" r:id="rId3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SzPct val="9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274638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59">
          <p15:clr>
            <a:srgbClr val="F26B43"/>
          </p15:clr>
        </p15:guide>
        <p15:guide id="2" orient="horz" pos="3861">
          <p15:clr>
            <a:srgbClr val="F26B43"/>
          </p15:clr>
        </p15:guide>
        <p15:guide id="3" pos="461">
          <p15:clr>
            <a:srgbClr val="F26B43"/>
          </p15:clr>
        </p15:guide>
        <p15:guide id="4" pos="7219">
          <p15:clr>
            <a:srgbClr val="F26B43"/>
          </p15:clr>
        </p15:guide>
        <p15:guide id="5" pos="393">
          <p15:clr>
            <a:srgbClr val="F26B43"/>
          </p15:clr>
        </p15:guide>
        <p15:guide id="6" pos="7333">
          <p15:clr>
            <a:srgbClr val="F26B43"/>
          </p15:clr>
        </p15:guide>
        <p15:guide id="7" orient="horz" pos="37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29F44-1983-5C84-836C-29E0780A2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2654300"/>
            <a:ext cx="7338737" cy="1374362"/>
          </a:xfrm>
          <a:noFill/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COMOP fin PI #6 - Projet PLM Armes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37B58D-9A96-1DE6-DF53-DC3249088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7" y="4108174"/>
            <a:ext cx="5889679" cy="1810026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GSA – Antoine Marchal</a:t>
            </a:r>
          </a:p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24/09/2025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1FC93C0-22F3-40CF-9EA4-67DDE03B10EC}"/>
              </a:ext>
            </a:extLst>
          </p:cNvPr>
          <p:cNvSpPr txBox="1"/>
          <p:nvPr/>
        </p:nvSpPr>
        <p:spPr>
          <a:xfrm>
            <a:off x="8991329" y="6092139"/>
            <a:ext cx="2744677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 defTabSz="6381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DIFFUSION RESTREINTE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29" y="2561769"/>
            <a:ext cx="2740371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9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84094" y="941294"/>
            <a:ext cx="11707906" cy="5440456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Focus sur le reste à faire avant Mise en production :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Gestion de la configuration : 				OK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rgbClr val="FFC000"/>
                </a:solidFill>
                <a:sym typeface="Wingdings" panose="05000000000000000000" pitchFamily="2" charset="2"/>
              </a:rPr>
              <a:t>MDD : </a:t>
            </a:r>
            <a:r>
              <a:rPr lang="fr-FR" sz="1600" dirty="0" err="1">
                <a:solidFill>
                  <a:srgbClr val="FFC000"/>
                </a:solidFill>
                <a:sym typeface="Wingdings" panose="05000000000000000000" pitchFamily="2" charset="2"/>
              </a:rPr>
              <a:t>Debuggage</a:t>
            </a:r>
            <a:r>
              <a:rPr lang="fr-FR" sz="1600" dirty="0">
                <a:solidFill>
                  <a:srgbClr val="FFC000"/>
                </a:solidFill>
                <a:sym typeface="Wingdings" panose="05000000000000000000" pitchFamily="2" charset="2"/>
              </a:rPr>
              <a:t> et prise en compte des retours E2Ev1 		-&gt; Refonte : En cours d’implémentation /!\</a:t>
            </a:r>
          </a:p>
          <a:p>
            <a:pPr lvl="3">
              <a:lnSpc>
                <a:spcPct val="120000"/>
              </a:lnSpc>
            </a:pP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Note sur le MDD					OK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Migration : </a:t>
            </a:r>
          </a:p>
          <a:p>
            <a:pPr lvl="3">
              <a:lnSpc>
                <a:spcPct val="120000"/>
              </a:lnSpc>
            </a:pPr>
            <a:r>
              <a:rPr lang="fr-FR" sz="1600" dirty="0">
                <a:solidFill>
                  <a:srgbClr val="FFC000"/>
                </a:solidFill>
                <a:sym typeface="Wingdings" panose="05000000000000000000" pitchFamily="2" charset="2"/>
              </a:rPr>
              <a:t>Affinage complet et priorisation du flux CAO 			-&gt; En cours d’implémentation /!\</a:t>
            </a:r>
          </a:p>
          <a:p>
            <a:pPr lvl="3">
              <a:lnSpc>
                <a:spcPct val="120000"/>
              </a:lnSpc>
            </a:pP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Définition de la stratégie / </a:t>
            </a:r>
            <a:r>
              <a:rPr lang="fr-FR" sz="1600" dirty="0" err="1">
                <a:solidFill>
                  <a:srgbClr val="00B050"/>
                </a:solidFill>
                <a:sym typeface="Wingdings" panose="05000000000000000000" pitchFamily="2" charset="2"/>
              </a:rPr>
              <a:t>Mastership</a:t>
            </a: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 : 			OK</a:t>
            </a:r>
          </a:p>
          <a:p>
            <a:pPr lvl="3">
              <a:lnSpc>
                <a:spcPct val="120000"/>
              </a:lnSpc>
            </a:pPr>
            <a:r>
              <a:rPr lang="fr-FR" sz="1600" dirty="0">
                <a:solidFill>
                  <a:schemeClr val="accent3"/>
                </a:solidFill>
                <a:sym typeface="Wingdings" panose="05000000000000000000" pitchFamily="2" charset="2"/>
              </a:rPr>
              <a:t>Mobilisation des métiers (MOE,GTU?)			-&gt; En cours</a:t>
            </a:r>
          </a:p>
          <a:p>
            <a:pPr lvl="3">
              <a:lnSpc>
                <a:spcPct val="120000"/>
              </a:lnSpc>
            </a:pPr>
            <a:r>
              <a:rPr lang="fr-FR" sz="1600" dirty="0">
                <a:solidFill>
                  <a:schemeClr val="accent3"/>
                </a:solidFill>
                <a:sym typeface="Wingdings" panose="05000000000000000000" pitchFamily="2" charset="2"/>
              </a:rPr>
              <a:t>Rédaction du DS 					-&gt; En cours</a:t>
            </a: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Transverse :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Cadrage activités de l’admin fonctionnel 			OK</a:t>
            </a:r>
          </a:p>
          <a:p>
            <a:pPr lvl="3">
              <a:lnSpc>
                <a:spcPct val="120000"/>
              </a:lnSpc>
            </a:pPr>
            <a:r>
              <a:rPr lang="fr-FR" sz="1600" dirty="0">
                <a:solidFill>
                  <a:schemeClr val="accent3"/>
                </a:solidFill>
                <a:sym typeface="Wingdings" panose="05000000000000000000" pitchFamily="2" charset="2"/>
              </a:rPr>
              <a:t>Audit de données 480v2					Mauvais choix / rattrapage</a:t>
            </a:r>
          </a:p>
          <a:p>
            <a:pPr lvl="2">
              <a:lnSpc>
                <a:spcPct val="120000"/>
              </a:lnSpc>
            </a:pPr>
            <a:r>
              <a:rPr lang="fr-FR" sz="1600" dirty="0" err="1">
                <a:solidFill>
                  <a:srgbClr val="00B050"/>
                </a:solidFill>
                <a:sym typeface="Wingdings" panose="05000000000000000000" pitchFamily="2" charset="2"/>
              </a:rPr>
              <a:t>Features</a:t>
            </a: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 annexes : </a:t>
            </a:r>
            <a:r>
              <a:rPr lang="fr-FR" sz="1600" dirty="0" err="1">
                <a:solidFill>
                  <a:srgbClr val="00B050"/>
                </a:solidFill>
                <a:sym typeface="Wingdings" panose="05000000000000000000" pitchFamily="2" charset="2"/>
              </a:rPr>
              <a:t>Reuse</a:t>
            </a: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 + Code </a:t>
            </a:r>
            <a:r>
              <a:rPr lang="fr-FR" sz="1600" dirty="0" err="1">
                <a:solidFill>
                  <a:srgbClr val="00B050"/>
                </a:solidFill>
                <a:sym typeface="Wingdings" panose="05000000000000000000" pitchFamily="2" charset="2"/>
              </a:rPr>
              <a:t>Redacteur</a:t>
            </a: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			OK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Propositions sur le suivi en version des référentiels			OK – à </a:t>
            </a:r>
            <a:r>
              <a:rPr lang="fr-FR" sz="1600" dirty="0" err="1">
                <a:solidFill>
                  <a:srgbClr val="00B050"/>
                </a:solidFill>
                <a:sym typeface="Wingdings" panose="05000000000000000000" pitchFamily="2" charset="2"/>
              </a:rPr>
              <a:t>géneraliser</a:t>
            </a:r>
            <a:endParaRPr lang="fr-FR" sz="1600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Propositions sur le suivi des RL / branche MVP27			OK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chemeClr val="accent3"/>
                </a:solidFill>
                <a:sym typeface="Wingdings" panose="05000000000000000000" pitchFamily="2" charset="2"/>
              </a:rPr>
              <a:t>Formalisation du besoin	</a:t>
            </a:r>
            <a:r>
              <a:rPr lang="fr-FR" sz="1600" dirty="0">
                <a:solidFill>
                  <a:srgbClr val="00B050"/>
                </a:solidFill>
                <a:sym typeface="Wingdings" panose="05000000000000000000" pitchFamily="2" charset="2"/>
              </a:rPr>
              <a:t>				</a:t>
            </a:r>
            <a:r>
              <a:rPr lang="fr-FR" sz="1600" dirty="0">
                <a:solidFill>
                  <a:schemeClr val="accent3"/>
                </a:solidFill>
                <a:sym typeface="Wingdings" panose="05000000000000000000" pitchFamily="2" charset="2"/>
              </a:rPr>
              <a:t>-&gt; en cours</a:t>
            </a:r>
            <a:endParaRPr lang="fr-FR" sz="1600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Travaux sur le MVP27 :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chemeClr val="accent3"/>
                </a:solidFill>
                <a:sym typeface="Wingdings" panose="05000000000000000000" pitchFamily="2" charset="2"/>
              </a:rPr>
              <a:t>Accompagnement Indus					-&gt; a poursuivre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olidFill>
                  <a:schemeClr val="accent3"/>
                </a:solidFill>
                <a:sym typeface="Wingdings" panose="05000000000000000000" pitchFamily="2" charset="2"/>
              </a:rPr>
              <a:t>MDD IS/INDUS						-&gt; en cours</a:t>
            </a:r>
          </a:p>
          <a:p>
            <a:pPr marL="808038" lvl="4" indent="0">
              <a:buNone/>
            </a:pPr>
            <a:endParaRPr lang="fr-FR" sz="1600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Rétrospective PI#6</a:t>
            </a:r>
          </a:p>
        </p:txBody>
      </p:sp>
    </p:spTree>
    <p:extLst>
      <p:ext uri="{BB962C8B-B14F-4D97-AF65-F5344CB8AC3E}">
        <p14:creationId xmlns:p14="http://schemas.microsoft.com/office/powerpoint/2010/main" val="225000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84094" y="941294"/>
            <a:ext cx="5581426" cy="5440456"/>
          </a:xfrm>
        </p:spPr>
        <p:txBody>
          <a:bodyPr>
            <a:normAutofit lnSpcReduction="10000"/>
          </a:bodyPr>
          <a:lstStyle/>
          <a:p>
            <a:r>
              <a:rPr lang="fr-FR" sz="1600" dirty="0">
                <a:solidFill>
                  <a:srgbClr val="FF0000"/>
                </a:solidFill>
              </a:rPr>
              <a:t>OBJECTIFS PRIORITAIRES</a:t>
            </a:r>
            <a:br>
              <a:rPr lang="fr-FR" sz="1600" dirty="0">
                <a:solidFill>
                  <a:srgbClr val="FF0000"/>
                </a:solidFill>
              </a:rPr>
            </a:br>
            <a:endParaRPr lang="fr-FR" sz="1600" dirty="0"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MDD : 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Stabilisation / Recette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Accompagnement technique de l’implémentation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Référentiel sous </a:t>
            </a:r>
            <a:r>
              <a:rPr lang="fr-FR" sz="1600" dirty="0" err="1">
                <a:sym typeface="Wingdings" panose="05000000000000000000" pitchFamily="2" charset="2"/>
              </a:rPr>
              <a:t>GITLab</a:t>
            </a:r>
            <a:endParaRPr lang="fr-FR" sz="1600" dirty="0">
              <a:sym typeface="Wingdings" panose="05000000000000000000" pitchFamily="2" charset="2"/>
            </a:endParaRP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MVP27 -&gt; Indus / IS</a:t>
            </a: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Migration : 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Flux manquants /!\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Industrialisation de la solution 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Orchestration + Packaging avant déploiement PPROD</a:t>
            </a:r>
          </a:p>
          <a:p>
            <a:pPr lvl="1">
              <a:lnSpc>
                <a:spcPct val="120000"/>
              </a:lnSpc>
            </a:pPr>
            <a:r>
              <a:rPr lang="fr-FR" sz="1600" dirty="0" err="1">
                <a:sym typeface="Wingdings" panose="05000000000000000000" pitchFamily="2" charset="2"/>
              </a:rPr>
              <a:t>PnO</a:t>
            </a:r>
            <a:r>
              <a:rPr lang="fr-FR" sz="1600" dirty="0">
                <a:sym typeface="Wingdings" panose="05000000000000000000" pitchFamily="2" charset="2"/>
              </a:rPr>
              <a:t> : 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Industrialisation du déploiement du </a:t>
            </a:r>
            <a:r>
              <a:rPr lang="fr-FR" sz="1600" dirty="0" err="1">
                <a:sym typeface="Wingdings" panose="05000000000000000000" pitchFamily="2" charset="2"/>
              </a:rPr>
              <a:t>PnO</a:t>
            </a:r>
            <a:r>
              <a:rPr lang="fr-FR" sz="1600" dirty="0">
                <a:sym typeface="Wingdings" panose="05000000000000000000" pitchFamily="2" charset="2"/>
              </a:rPr>
              <a:t> production</a:t>
            </a: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Business Intelligence : 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Suivi technique de l’implémentation de la 480v2</a:t>
            </a:r>
          </a:p>
          <a:p>
            <a:pPr marL="266700" lvl="2" indent="0">
              <a:lnSpc>
                <a:spcPct val="120000"/>
              </a:lnSpc>
              <a:buNone/>
            </a:pPr>
            <a:endParaRPr lang="fr-FR" sz="1600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808038" lvl="4" indent="0">
              <a:buNone/>
            </a:pPr>
            <a:endParaRPr lang="fr-FR" sz="1600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PI#7</a:t>
            </a:r>
          </a:p>
        </p:txBody>
      </p:sp>
      <p:sp>
        <p:nvSpPr>
          <p:cNvPr id="7" name="Espace réservé du contenu 5"/>
          <p:cNvSpPr txBox="1">
            <a:spLocks/>
          </p:cNvSpPr>
          <p:nvPr/>
        </p:nvSpPr>
        <p:spPr>
          <a:xfrm>
            <a:off x="6442934" y="941294"/>
            <a:ext cx="5581426" cy="5440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2746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80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fr-FR" sz="1600" dirty="0">
                <a:solidFill>
                  <a:srgbClr val="FF0000"/>
                </a:solidFill>
              </a:rPr>
              <a:t>OBJECTIFS ANNEXES</a:t>
            </a:r>
            <a:br>
              <a:rPr lang="fr-FR" sz="1600" dirty="0">
                <a:solidFill>
                  <a:srgbClr val="FF0000"/>
                </a:solidFill>
              </a:rPr>
            </a:br>
            <a:endParaRPr lang="fr-FR" sz="1600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Suivi des RL :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Méthodes, </a:t>
            </a:r>
            <a:r>
              <a:rPr lang="fr-FR" sz="1600" dirty="0" err="1">
                <a:sym typeface="Wingdings" panose="05000000000000000000" pitchFamily="2" charset="2"/>
              </a:rPr>
              <a:t>Process</a:t>
            </a:r>
            <a:r>
              <a:rPr lang="fr-FR" sz="1600" dirty="0">
                <a:sym typeface="Wingdings" panose="05000000000000000000" pitchFamily="2" charset="2"/>
              </a:rPr>
              <a:t>, Outils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CSR</a:t>
            </a: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Business Intelligence : 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Propositions indicateurs de suivi de la mise en production</a:t>
            </a:r>
          </a:p>
          <a:p>
            <a:pPr lvl="1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Référentiels : </a:t>
            </a:r>
          </a:p>
          <a:p>
            <a:pPr lvl="2">
              <a:lnSpc>
                <a:spcPct val="120000"/>
              </a:lnSpc>
            </a:pPr>
            <a:r>
              <a:rPr lang="fr-FR" sz="1600" dirty="0">
                <a:sym typeface="Wingdings" panose="05000000000000000000" pitchFamily="2" charset="2"/>
              </a:rPr>
              <a:t>Généralisation des outils </a:t>
            </a:r>
            <a:r>
              <a:rPr lang="fr-FR" sz="1600" dirty="0" err="1">
                <a:sym typeface="Wingdings" panose="05000000000000000000" pitchFamily="2" charset="2"/>
              </a:rPr>
              <a:t>GITLab</a:t>
            </a:r>
            <a:r>
              <a:rPr lang="fr-FR" sz="1600" dirty="0">
                <a:sym typeface="Wingdings" panose="05000000000000000000" pitchFamily="2" charset="2"/>
              </a:rPr>
              <a:t> et </a:t>
            </a:r>
            <a:r>
              <a:rPr lang="fr-FR" sz="1600" dirty="0" err="1">
                <a:sym typeface="Wingdings" panose="05000000000000000000" pitchFamily="2" charset="2"/>
              </a:rPr>
              <a:t>Mermaid</a:t>
            </a:r>
            <a:r>
              <a:rPr lang="fr-FR" sz="1600" dirty="0">
                <a:sym typeface="Wingdings" panose="05000000000000000000" pitchFamily="2" charset="2"/>
              </a:rPr>
              <a:t> au profit des référentiels et de la formalisation du besoin</a:t>
            </a:r>
          </a:p>
          <a:p>
            <a:pPr marL="808038" lvl="4" indent="0">
              <a:buFont typeface="Arial" panose="020B0604020202020204" pitchFamily="34" charset="0"/>
              <a:buNone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42578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84094" y="941294"/>
            <a:ext cx="5581426" cy="5440456"/>
          </a:xfrm>
        </p:spPr>
        <p:txBody>
          <a:bodyPr>
            <a:normAutofit/>
          </a:bodyPr>
          <a:lstStyle/>
          <a:p>
            <a:pPr marL="266700" lvl="2" indent="0">
              <a:lnSpc>
                <a:spcPct val="120000"/>
              </a:lnSpc>
              <a:buNone/>
            </a:pPr>
            <a:endParaRPr lang="fr-FR" sz="1600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66700" lvl="2" indent="0">
              <a:lnSpc>
                <a:spcPct val="120000"/>
              </a:lnSpc>
              <a:buNone/>
            </a:pPr>
            <a:r>
              <a:rPr lang="fr-FR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Mise en production &lt;&gt; Changement</a:t>
            </a:r>
          </a:p>
          <a:p>
            <a:pPr marL="266700" lvl="2" indent="0">
              <a:lnSpc>
                <a:spcPct val="120000"/>
              </a:lnSpc>
              <a:buNone/>
            </a:pPr>
            <a:endParaRPr lang="fr-FR" sz="1600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66700" lvl="2" indent="0">
              <a:lnSpc>
                <a:spcPct val="120000"/>
              </a:lnSpc>
              <a:buNone/>
            </a:pPr>
            <a:r>
              <a:rPr lang="fr-FR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Référentiel / Exemple MDD</a:t>
            </a:r>
          </a:p>
          <a:p>
            <a:pPr marL="266700" lvl="2" indent="0">
              <a:lnSpc>
                <a:spcPct val="120000"/>
              </a:lnSpc>
              <a:buNone/>
            </a:pPr>
            <a:endParaRPr lang="fr-FR" sz="1600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66700" lvl="2" indent="0">
              <a:lnSpc>
                <a:spcPct val="120000"/>
              </a:lnSpc>
              <a:buNone/>
            </a:pPr>
            <a:r>
              <a:rPr lang="fr-FR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Indicateurs</a:t>
            </a:r>
          </a:p>
          <a:p>
            <a:pPr marL="266700" lvl="2" indent="0">
              <a:lnSpc>
                <a:spcPct val="120000"/>
              </a:lnSpc>
              <a:buNone/>
            </a:pPr>
            <a:endParaRPr lang="fr-FR" sz="1600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66700" lvl="2" indent="0">
              <a:lnSpc>
                <a:spcPct val="120000"/>
              </a:lnSpc>
              <a:buNone/>
            </a:pPr>
            <a:r>
              <a:rPr lang="fr-FR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DAP</a:t>
            </a:r>
          </a:p>
          <a:p>
            <a:pPr marL="808038" lvl="4" indent="0">
              <a:buNone/>
            </a:pPr>
            <a:endParaRPr lang="fr-FR" sz="1600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Zooms</a:t>
            </a:r>
          </a:p>
        </p:txBody>
      </p:sp>
    </p:spTree>
    <p:extLst>
      <p:ext uri="{BB962C8B-B14F-4D97-AF65-F5344CB8AC3E}">
        <p14:creationId xmlns:p14="http://schemas.microsoft.com/office/powerpoint/2010/main" val="265379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 Mise en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52260" y="426783"/>
            <a:ext cx="4472940" cy="6463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fr-FR" sz="1200" dirty="0">
                <a:solidFill>
                  <a:srgbClr val="27272A"/>
                </a:solidFill>
                <a:latin typeface="Source Sans Pro"/>
              </a:rPr>
              <a:t>Un pavé dans la mare est une expression française qui signifie "un événement qui crée une grande agitation ou qui perturbe l'ordre établi". &gt; </a:t>
            </a:r>
            <a:r>
              <a:rPr lang="fr-FR" sz="1200" dirty="0" err="1">
                <a:solidFill>
                  <a:srgbClr val="27272A"/>
                </a:solidFill>
                <a:latin typeface="Source Sans Pro"/>
              </a:rPr>
              <a:t>Scott.ia</a:t>
            </a:r>
            <a:endParaRPr lang="fr-FR" sz="1200" dirty="0"/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7057633" y="1996440"/>
            <a:ext cx="4593347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1539240" y="2004060"/>
            <a:ext cx="2445893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623888" y="178798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#1</a:t>
            </a:r>
          </a:p>
        </p:txBody>
      </p:sp>
      <p:cxnSp>
        <p:nvCxnSpPr>
          <p:cNvPr id="20" name="Connecteur droit 19"/>
          <p:cNvCxnSpPr/>
          <p:nvPr/>
        </p:nvCxnSpPr>
        <p:spPr>
          <a:xfrm>
            <a:off x="4221480" y="1882140"/>
            <a:ext cx="0" cy="247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rme libre 21"/>
          <p:cNvSpPr/>
          <p:nvPr/>
        </p:nvSpPr>
        <p:spPr>
          <a:xfrm>
            <a:off x="4229100" y="969754"/>
            <a:ext cx="2828533" cy="1789692"/>
          </a:xfrm>
          <a:custGeom>
            <a:avLst/>
            <a:gdLst>
              <a:gd name="connsiteX0" fmla="*/ 0 w 5273040"/>
              <a:gd name="connsiteY0" fmla="*/ 1026686 h 1789692"/>
              <a:gd name="connsiteX1" fmla="*/ 167640 w 5273040"/>
              <a:gd name="connsiteY1" fmla="*/ 980966 h 1789692"/>
              <a:gd name="connsiteX2" fmla="*/ 274320 w 5273040"/>
              <a:gd name="connsiteY2" fmla="*/ 13226 h 1789692"/>
              <a:gd name="connsiteX3" fmla="*/ 365760 w 5273040"/>
              <a:gd name="connsiteY3" fmla="*/ 1788686 h 1789692"/>
              <a:gd name="connsiteX4" fmla="*/ 457200 w 5273040"/>
              <a:gd name="connsiteY4" fmla="*/ 287546 h 1789692"/>
              <a:gd name="connsiteX5" fmla="*/ 548640 w 5273040"/>
              <a:gd name="connsiteY5" fmla="*/ 1666766 h 1789692"/>
              <a:gd name="connsiteX6" fmla="*/ 685800 w 5273040"/>
              <a:gd name="connsiteY6" fmla="*/ 493286 h 1789692"/>
              <a:gd name="connsiteX7" fmla="*/ 762000 w 5273040"/>
              <a:gd name="connsiteY7" fmla="*/ 1560086 h 1789692"/>
              <a:gd name="connsiteX8" fmla="*/ 929640 w 5273040"/>
              <a:gd name="connsiteY8" fmla="*/ 561866 h 1789692"/>
              <a:gd name="connsiteX9" fmla="*/ 1043940 w 5273040"/>
              <a:gd name="connsiteY9" fmla="*/ 1430546 h 1789692"/>
              <a:gd name="connsiteX10" fmla="*/ 1165860 w 5273040"/>
              <a:gd name="connsiteY10" fmla="*/ 569486 h 1789692"/>
              <a:gd name="connsiteX11" fmla="*/ 1287780 w 5273040"/>
              <a:gd name="connsiteY11" fmla="*/ 1422926 h 1789692"/>
              <a:gd name="connsiteX12" fmla="*/ 1424940 w 5273040"/>
              <a:gd name="connsiteY12" fmla="*/ 363746 h 1789692"/>
              <a:gd name="connsiteX13" fmla="*/ 1524000 w 5273040"/>
              <a:gd name="connsiteY13" fmla="*/ 1582946 h 1789692"/>
              <a:gd name="connsiteX14" fmla="*/ 1653540 w 5273040"/>
              <a:gd name="connsiteY14" fmla="*/ 386606 h 1789692"/>
              <a:gd name="connsiteX15" fmla="*/ 1790700 w 5273040"/>
              <a:gd name="connsiteY15" fmla="*/ 1552466 h 1789692"/>
              <a:gd name="connsiteX16" fmla="*/ 1927860 w 5273040"/>
              <a:gd name="connsiteY16" fmla="*/ 447566 h 1789692"/>
              <a:gd name="connsiteX17" fmla="*/ 2087880 w 5273040"/>
              <a:gd name="connsiteY17" fmla="*/ 1491506 h 1789692"/>
              <a:gd name="connsiteX18" fmla="*/ 2369820 w 5273040"/>
              <a:gd name="connsiteY18" fmla="*/ 439946 h 1789692"/>
              <a:gd name="connsiteX19" fmla="*/ 2468880 w 5273040"/>
              <a:gd name="connsiteY19" fmla="*/ 1499126 h 1789692"/>
              <a:gd name="connsiteX20" fmla="*/ 2758440 w 5273040"/>
              <a:gd name="connsiteY20" fmla="*/ 554246 h 1789692"/>
              <a:gd name="connsiteX21" fmla="*/ 2964180 w 5273040"/>
              <a:gd name="connsiteY21" fmla="*/ 1430546 h 1789692"/>
              <a:gd name="connsiteX22" fmla="*/ 3505200 w 5273040"/>
              <a:gd name="connsiteY22" fmla="*/ 843806 h 1789692"/>
              <a:gd name="connsiteX23" fmla="*/ 3848100 w 5273040"/>
              <a:gd name="connsiteY23" fmla="*/ 1361966 h 1789692"/>
              <a:gd name="connsiteX24" fmla="*/ 4373880 w 5273040"/>
              <a:gd name="connsiteY24" fmla="*/ 988586 h 1789692"/>
              <a:gd name="connsiteX25" fmla="*/ 4701540 w 5273040"/>
              <a:gd name="connsiteY25" fmla="*/ 1232426 h 1789692"/>
              <a:gd name="connsiteX26" fmla="*/ 5059680 w 5273040"/>
              <a:gd name="connsiteY26" fmla="*/ 1072406 h 1789692"/>
              <a:gd name="connsiteX27" fmla="*/ 5227320 w 5273040"/>
              <a:gd name="connsiteY27" fmla="*/ 1034306 h 1789692"/>
              <a:gd name="connsiteX28" fmla="*/ 5273040 w 5273040"/>
              <a:gd name="connsiteY28" fmla="*/ 1026686 h 178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273040" h="1789692">
                <a:moveTo>
                  <a:pt x="0" y="1026686"/>
                </a:moveTo>
                <a:cubicBezTo>
                  <a:pt x="60960" y="1088281"/>
                  <a:pt x="121920" y="1149876"/>
                  <a:pt x="167640" y="980966"/>
                </a:cubicBezTo>
                <a:cubicBezTo>
                  <a:pt x="213360" y="812056"/>
                  <a:pt x="241300" y="-121394"/>
                  <a:pt x="274320" y="13226"/>
                </a:cubicBezTo>
                <a:cubicBezTo>
                  <a:pt x="307340" y="147846"/>
                  <a:pt x="335280" y="1742966"/>
                  <a:pt x="365760" y="1788686"/>
                </a:cubicBezTo>
                <a:cubicBezTo>
                  <a:pt x="396240" y="1834406"/>
                  <a:pt x="426720" y="307866"/>
                  <a:pt x="457200" y="287546"/>
                </a:cubicBezTo>
                <a:cubicBezTo>
                  <a:pt x="487680" y="267226"/>
                  <a:pt x="510540" y="1632476"/>
                  <a:pt x="548640" y="1666766"/>
                </a:cubicBezTo>
                <a:cubicBezTo>
                  <a:pt x="586740" y="1701056"/>
                  <a:pt x="650240" y="511066"/>
                  <a:pt x="685800" y="493286"/>
                </a:cubicBezTo>
                <a:cubicBezTo>
                  <a:pt x="721360" y="475506"/>
                  <a:pt x="721360" y="1548656"/>
                  <a:pt x="762000" y="1560086"/>
                </a:cubicBezTo>
                <a:cubicBezTo>
                  <a:pt x="802640" y="1571516"/>
                  <a:pt x="882650" y="583456"/>
                  <a:pt x="929640" y="561866"/>
                </a:cubicBezTo>
                <a:cubicBezTo>
                  <a:pt x="976630" y="540276"/>
                  <a:pt x="1004570" y="1429276"/>
                  <a:pt x="1043940" y="1430546"/>
                </a:cubicBezTo>
                <a:cubicBezTo>
                  <a:pt x="1083310" y="1431816"/>
                  <a:pt x="1125220" y="570756"/>
                  <a:pt x="1165860" y="569486"/>
                </a:cubicBezTo>
                <a:cubicBezTo>
                  <a:pt x="1206500" y="568216"/>
                  <a:pt x="1244600" y="1457216"/>
                  <a:pt x="1287780" y="1422926"/>
                </a:cubicBezTo>
                <a:cubicBezTo>
                  <a:pt x="1330960" y="1388636"/>
                  <a:pt x="1385570" y="337076"/>
                  <a:pt x="1424940" y="363746"/>
                </a:cubicBezTo>
                <a:cubicBezTo>
                  <a:pt x="1464310" y="390416"/>
                  <a:pt x="1485900" y="1579136"/>
                  <a:pt x="1524000" y="1582946"/>
                </a:cubicBezTo>
                <a:cubicBezTo>
                  <a:pt x="1562100" y="1586756"/>
                  <a:pt x="1609090" y="391686"/>
                  <a:pt x="1653540" y="386606"/>
                </a:cubicBezTo>
                <a:cubicBezTo>
                  <a:pt x="1697990" y="381526"/>
                  <a:pt x="1744980" y="1542306"/>
                  <a:pt x="1790700" y="1552466"/>
                </a:cubicBezTo>
                <a:cubicBezTo>
                  <a:pt x="1836420" y="1562626"/>
                  <a:pt x="1878330" y="457726"/>
                  <a:pt x="1927860" y="447566"/>
                </a:cubicBezTo>
                <a:cubicBezTo>
                  <a:pt x="1977390" y="437406"/>
                  <a:pt x="2014220" y="1492776"/>
                  <a:pt x="2087880" y="1491506"/>
                </a:cubicBezTo>
                <a:cubicBezTo>
                  <a:pt x="2161540" y="1490236"/>
                  <a:pt x="2306320" y="438676"/>
                  <a:pt x="2369820" y="439946"/>
                </a:cubicBezTo>
                <a:cubicBezTo>
                  <a:pt x="2433320" y="441216"/>
                  <a:pt x="2404110" y="1480076"/>
                  <a:pt x="2468880" y="1499126"/>
                </a:cubicBezTo>
                <a:cubicBezTo>
                  <a:pt x="2533650" y="1518176"/>
                  <a:pt x="2675890" y="565676"/>
                  <a:pt x="2758440" y="554246"/>
                </a:cubicBezTo>
                <a:cubicBezTo>
                  <a:pt x="2840990" y="542816"/>
                  <a:pt x="2839720" y="1382286"/>
                  <a:pt x="2964180" y="1430546"/>
                </a:cubicBezTo>
                <a:cubicBezTo>
                  <a:pt x="3088640" y="1478806"/>
                  <a:pt x="3357880" y="855236"/>
                  <a:pt x="3505200" y="843806"/>
                </a:cubicBezTo>
                <a:cubicBezTo>
                  <a:pt x="3652520" y="832376"/>
                  <a:pt x="3703320" y="1337836"/>
                  <a:pt x="3848100" y="1361966"/>
                </a:cubicBezTo>
                <a:cubicBezTo>
                  <a:pt x="3992880" y="1386096"/>
                  <a:pt x="4231640" y="1010176"/>
                  <a:pt x="4373880" y="988586"/>
                </a:cubicBezTo>
                <a:cubicBezTo>
                  <a:pt x="4516120" y="966996"/>
                  <a:pt x="4587240" y="1218456"/>
                  <a:pt x="4701540" y="1232426"/>
                </a:cubicBezTo>
                <a:cubicBezTo>
                  <a:pt x="4815840" y="1246396"/>
                  <a:pt x="4972050" y="1105426"/>
                  <a:pt x="5059680" y="1072406"/>
                </a:cubicBezTo>
                <a:cubicBezTo>
                  <a:pt x="5147310" y="1039386"/>
                  <a:pt x="5191760" y="1041926"/>
                  <a:pt x="5227320" y="1034306"/>
                </a:cubicBezTo>
                <a:cubicBezTo>
                  <a:pt x="5262880" y="1026686"/>
                  <a:pt x="5267960" y="1026686"/>
                  <a:pt x="5273040" y="1026686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3604260" y="148391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17/03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6525026" y="1486960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~01/07</a:t>
            </a:r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4229100" y="3409974"/>
            <a:ext cx="742188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1539240" y="3409974"/>
            <a:ext cx="96012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623888" y="32015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#2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4221480" y="3295674"/>
            <a:ext cx="0" cy="247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3680460" y="289744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17/03</a:t>
            </a:r>
          </a:p>
        </p:txBody>
      </p:sp>
      <p:cxnSp>
        <p:nvCxnSpPr>
          <p:cNvPr id="33" name="Connecteur droit 32"/>
          <p:cNvCxnSpPr/>
          <p:nvPr/>
        </p:nvCxnSpPr>
        <p:spPr>
          <a:xfrm>
            <a:off x="2499360" y="3295674"/>
            <a:ext cx="0" cy="247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2149093" y="289744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01/01</a:t>
            </a:r>
          </a:p>
        </p:txBody>
      </p:sp>
      <p:cxnSp>
        <p:nvCxnSpPr>
          <p:cNvPr id="35" name="Connecteur droit 34"/>
          <p:cNvCxnSpPr/>
          <p:nvPr/>
        </p:nvCxnSpPr>
        <p:spPr>
          <a:xfrm>
            <a:off x="2499360" y="3409974"/>
            <a:ext cx="172974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>
            <a:off x="4229100" y="4408378"/>
            <a:ext cx="742188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1539240" y="4408378"/>
            <a:ext cx="161544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623888" y="41999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#3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4221480" y="4294078"/>
            <a:ext cx="0" cy="247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>
          <a:xfrm>
            <a:off x="3916427" y="389585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17/03</a:t>
            </a:r>
          </a:p>
        </p:txBody>
      </p:sp>
      <p:cxnSp>
        <p:nvCxnSpPr>
          <p:cNvPr id="52" name="Connecteur droit 51"/>
          <p:cNvCxnSpPr/>
          <p:nvPr/>
        </p:nvCxnSpPr>
        <p:spPr>
          <a:xfrm>
            <a:off x="3154680" y="4294078"/>
            <a:ext cx="0" cy="247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/>
          <p:cNvSpPr txBox="1"/>
          <p:nvPr/>
        </p:nvSpPr>
        <p:spPr>
          <a:xfrm>
            <a:off x="2553079" y="389585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02/02</a:t>
            </a:r>
          </a:p>
        </p:txBody>
      </p:sp>
      <p:sp>
        <p:nvSpPr>
          <p:cNvPr id="58" name="Forme libre 57"/>
          <p:cNvSpPr/>
          <p:nvPr/>
        </p:nvSpPr>
        <p:spPr>
          <a:xfrm>
            <a:off x="3154680" y="3965935"/>
            <a:ext cx="1066800" cy="820485"/>
          </a:xfrm>
          <a:custGeom>
            <a:avLst/>
            <a:gdLst>
              <a:gd name="connsiteX0" fmla="*/ 0 w 1066800"/>
              <a:gd name="connsiteY0" fmla="*/ 446045 h 820485"/>
              <a:gd name="connsiteX1" fmla="*/ 121920 w 1066800"/>
              <a:gd name="connsiteY1" fmla="*/ 346985 h 820485"/>
              <a:gd name="connsiteX2" fmla="*/ 243840 w 1066800"/>
              <a:gd name="connsiteY2" fmla="*/ 11705 h 820485"/>
              <a:gd name="connsiteX3" fmla="*/ 335280 w 1066800"/>
              <a:gd name="connsiteY3" fmla="*/ 819425 h 820485"/>
              <a:gd name="connsiteX4" fmla="*/ 457200 w 1066800"/>
              <a:gd name="connsiteY4" fmla="*/ 194585 h 820485"/>
              <a:gd name="connsiteX5" fmla="*/ 647700 w 1066800"/>
              <a:gd name="connsiteY5" fmla="*/ 705125 h 820485"/>
              <a:gd name="connsiteX6" fmla="*/ 731520 w 1066800"/>
              <a:gd name="connsiteY6" fmla="*/ 179345 h 820485"/>
              <a:gd name="connsiteX7" fmla="*/ 876300 w 1066800"/>
              <a:gd name="connsiteY7" fmla="*/ 781325 h 820485"/>
              <a:gd name="connsiteX8" fmla="*/ 937260 w 1066800"/>
              <a:gd name="connsiteY8" fmla="*/ 446045 h 820485"/>
              <a:gd name="connsiteX9" fmla="*/ 1066800 w 1066800"/>
              <a:gd name="connsiteY9" fmla="*/ 446045 h 820485"/>
              <a:gd name="connsiteX10" fmla="*/ 1059180 w 1066800"/>
              <a:gd name="connsiteY10" fmla="*/ 446045 h 82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800" h="820485">
                <a:moveTo>
                  <a:pt x="0" y="446045"/>
                </a:moveTo>
                <a:cubicBezTo>
                  <a:pt x="40640" y="432710"/>
                  <a:pt x="81280" y="419375"/>
                  <a:pt x="121920" y="346985"/>
                </a:cubicBezTo>
                <a:cubicBezTo>
                  <a:pt x="162560" y="274595"/>
                  <a:pt x="208280" y="-67035"/>
                  <a:pt x="243840" y="11705"/>
                </a:cubicBezTo>
                <a:cubicBezTo>
                  <a:pt x="279400" y="90445"/>
                  <a:pt x="299720" y="788945"/>
                  <a:pt x="335280" y="819425"/>
                </a:cubicBezTo>
                <a:cubicBezTo>
                  <a:pt x="370840" y="849905"/>
                  <a:pt x="405130" y="213635"/>
                  <a:pt x="457200" y="194585"/>
                </a:cubicBezTo>
                <a:cubicBezTo>
                  <a:pt x="509270" y="175535"/>
                  <a:pt x="601980" y="707665"/>
                  <a:pt x="647700" y="705125"/>
                </a:cubicBezTo>
                <a:cubicBezTo>
                  <a:pt x="693420" y="702585"/>
                  <a:pt x="693420" y="166645"/>
                  <a:pt x="731520" y="179345"/>
                </a:cubicBezTo>
                <a:cubicBezTo>
                  <a:pt x="769620" y="192045"/>
                  <a:pt x="842010" y="736875"/>
                  <a:pt x="876300" y="781325"/>
                </a:cubicBezTo>
                <a:cubicBezTo>
                  <a:pt x="910590" y="825775"/>
                  <a:pt x="905510" y="501925"/>
                  <a:pt x="937260" y="446045"/>
                </a:cubicBezTo>
                <a:cubicBezTo>
                  <a:pt x="969010" y="390165"/>
                  <a:pt x="1066800" y="446045"/>
                  <a:pt x="1066800" y="446045"/>
                </a:cubicBezTo>
                <a:lnTo>
                  <a:pt x="1059180" y="446045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1" name="Connecteur droit 60"/>
          <p:cNvCxnSpPr/>
          <p:nvPr/>
        </p:nvCxnSpPr>
        <p:spPr>
          <a:xfrm>
            <a:off x="3985133" y="2005846"/>
            <a:ext cx="243967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ZoneTexte 64"/>
          <p:cNvSpPr txBox="1"/>
          <p:nvPr/>
        </p:nvSpPr>
        <p:spPr>
          <a:xfrm>
            <a:off x="623888" y="54432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#4</a:t>
            </a:r>
          </a:p>
        </p:txBody>
      </p:sp>
      <p:cxnSp>
        <p:nvCxnSpPr>
          <p:cNvPr id="66" name="Connecteur droit 65"/>
          <p:cNvCxnSpPr/>
          <p:nvPr/>
        </p:nvCxnSpPr>
        <p:spPr>
          <a:xfrm>
            <a:off x="4221480" y="5537412"/>
            <a:ext cx="0" cy="247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/>
          <p:cNvSpPr txBox="1"/>
          <p:nvPr/>
        </p:nvSpPr>
        <p:spPr>
          <a:xfrm>
            <a:off x="3848225" y="512455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17/03</a:t>
            </a:r>
          </a:p>
        </p:txBody>
      </p:sp>
      <p:cxnSp>
        <p:nvCxnSpPr>
          <p:cNvPr id="68" name="Connecteur droit 67"/>
          <p:cNvCxnSpPr/>
          <p:nvPr/>
        </p:nvCxnSpPr>
        <p:spPr>
          <a:xfrm>
            <a:off x="3154680" y="5537412"/>
            <a:ext cx="0" cy="247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ZoneTexte 68"/>
          <p:cNvSpPr txBox="1"/>
          <p:nvPr/>
        </p:nvSpPr>
        <p:spPr>
          <a:xfrm>
            <a:off x="2553079" y="513918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02/02</a:t>
            </a:r>
          </a:p>
        </p:txBody>
      </p:sp>
      <p:sp>
        <p:nvSpPr>
          <p:cNvPr id="70" name="Forme libre 69"/>
          <p:cNvSpPr/>
          <p:nvPr/>
        </p:nvSpPr>
        <p:spPr>
          <a:xfrm>
            <a:off x="3154680" y="5209269"/>
            <a:ext cx="1066800" cy="820485"/>
          </a:xfrm>
          <a:custGeom>
            <a:avLst/>
            <a:gdLst>
              <a:gd name="connsiteX0" fmla="*/ 0 w 1066800"/>
              <a:gd name="connsiteY0" fmla="*/ 446045 h 820485"/>
              <a:gd name="connsiteX1" fmla="*/ 121920 w 1066800"/>
              <a:gd name="connsiteY1" fmla="*/ 346985 h 820485"/>
              <a:gd name="connsiteX2" fmla="*/ 243840 w 1066800"/>
              <a:gd name="connsiteY2" fmla="*/ 11705 h 820485"/>
              <a:gd name="connsiteX3" fmla="*/ 335280 w 1066800"/>
              <a:gd name="connsiteY3" fmla="*/ 819425 h 820485"/>
              <a:gd name="connsiteX4" fmla="*/ 457200 w 1066800"/>
              <a:gd name="connsiteY4" fmla="*/ 194585 h 820485"/>
              <a:gd name="connsiteX5" fmla="*/ 647700 w 1066800"/>
              <a:gd name="connsiteY5" fmla="*/ 705125 h 820485"/>
              <a:gd name="connsiteX6" fmla="*/ 731520 w 1066800"/>
              <a:gd name="connsiteY6" fmla="*/ 179345 h 820485"/>
              <a:gd name="connsiteX7" fmla="*/ 876300 w 1066800"/>
              <a:gd name="connsiteY7" fmla="*/ 781325 h 820485"/>
              <a:gd name="connsiteX8" fmla="*/ 937260 w 1066800"/>
              <a:gd name="connsiteY8" fmla="*/ 446045 h 820485"/>
              <a:gd name="connsiteX9" fmla="*/ 1066800 w 1066800"/>
              <a:gd name="connsiteY9" fmla="*/ 446045 h 820485"/>
              <a:gd name="connsiteX10" fmla="*/ 1059180 w 1066800"/>
              <a:gd name="connsiteY10" fmla="*/ 446045 h 82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800" h="820485">
                <a:moveTo>
                  <a:pt x="0" y="446045"/>
                </a:moveTo>
                <a:cubicBezTo>
                  <a:pt x="40640" y="432710"/>
                  <a:pt x="81280" y="419375"/>
                  <a:pt x="121920" y="346985"/>
                </a:cubicBezTo>
                <a:cubicBezTo>
                  <a:pt x="162560" y="274595"/>
                  <a:pt x="208280" y="-67035"/>
                  <a:pt x="243840" y="11705"/>
                </a:cubicBezTo>
                <a:cubicBezTo>
                  <a:pt x="279400" y="90445"/>
                  <a:pt x="299720" y="788945"/>
                  <a:pt x="335280" y="819425"/>
                </a:cubicBezTo>
                <a:cubicBezTo>
                  <a:pt x="370840" y="849905"/>
                  <a:pt x="405130" y="213635"/>
                  <a:pt x="457200" y="194585"/>
                </a:cubicBezTo>
                <a:cubicBezTo>
                  <a:pt x="509270" y="175535"/>
                  <a:pt x="601980" y="707665"/>
                  <a:pt x="647700" y="705125"/>
                </a:cubicBezTo>
                <a:cubicBezTo>
                  <a:pt x="693420" y="702585"/>
                  <a:pt x="693420" y="166645"/>
                  <a:pt x="731520" y="179345"/>
                </a:cubicBezTo>
                <a:cubicBezTo>
                  <a:pt x="769620" y="192045"/>
                  <a:pt x="842010" y="736875"/>
                  <a:pt x="876300" y="781325"/>
                </a:cubicBezTo>
                <a:cubicBezTo>
                  <a:pt x="910590" y="825775"/>
                  <a:pt x="905510" y="501925"/>
                  <a:pt x="937260" y="446045"/>
                </a:cubicBezTo>
                <a:cubicBezTo>
                  <a:pt x="969010" y="390165"/>
                  <a:pt x="1066800" y="446045"/>
                  <a:pt x="1066800" y="446045"/>
                </a:cubicBezTo>
                <a:lnTo>
                  <a:pt x="1059180" y="446045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Forme libre 70"/>
          <p:cNvSpPr/>
          <p:nvPr/>
        </p:nvSpPr>
        <p:spPr>
          <a:xfrm>
            <a:off x="1531620" y="5493885"/>
            <a:ext cx="1615440" cy="487825"/>
          </a:xfrm>
          <a:custGeom>
            <a:avLst/>
            <a:gdLst>
              <a:gd name="connsiteX0" fmla="*/ 0 w 1615440"/>
              <a:gd name="connsiteY0" fmla="*/ 152535 h 487825"/>
              <a:gd name="connsiteX1" fmla="*/ 137160 w 1615440"/>
              <a:gd name="connsiteY1" fmla="*/ 350655 h 487825"/>
              <a:gd name="connsiteX2" fmla="*/ 289560 w 1615440"/>
              <a:gd name="connsiteY2" fmla="*/ 99195 h 487825"/>
              <a:gd name="connsiteX3" fmla="*/ 480060 w 1615440"/>
              <a:gd name="connsiteY3" fmla="*/ 320175 h 487825"/>
              <a:gd name="connsiteX4" fmla="*/ 731520 w 1615440"/>
              <a:gd name="connsiteY4" fmla="*/ 76335 h 487825"/>
              <a:gd name="connsiteX5" fmla="*/ 929640 w 1615440"/>
              <a:gd name="connsiteY5" fmla="*/ 434475 h 487825"/>
              <a:gd name="connsiteX6" fmla="*/ 1082040 w 1615440"/>
              <a:gd name="connsiteY6" fmla="*/ 135 h 487825"/>
              <a:gd name="connsiteX7" fmla="*/ 1211580 w 1615440"/>
              <a:gd name="connsiteY7" fmla="*/ 487815 h 487825"/>
              <a:gd name="connsiteX8" fmla="*/ 1402080 w 1615440"/>
              <a:gd name="connsiteY8" fmla="*/ 15375 h 487825"/>
              <a:gd name="connsiteX9" fmla="*/ 1493520 w 1615440"/>
              <a:gd name="connsiteY9" fmla="*/ 312555 h 487825"/>
              <a:gd name="connsiteX10" fmla="*/ 1615440 w 1615440"/>
              <a:gd name="connsiteY10" fmla="*/ 152535 h 48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15440" h="487825">
                <a:moveTo>
                  <a:pt x="0" y="152535"/>
                </a:moveTo>
                <a:cubicBezTo>
                  <a:pt x="44450" y="256040"/>
                  <a:pt x="88900" y="359545"/>
                  <a:pt x="137160" y="350655"/>
                </a:cubicBezTo>
                <a:cubicBezTo>
                  <a:pt x="185420" y="341765"/>
                  <a:pt x="232410" y="104275"/>
                  <a:pt x="289560" y="99195"/>
                </a:cubicBezTo>
                <a:cubicBezTo>
                  <a:pt x="346710" y="94115"/>
                  <a:pt x="406400" y="323985"/>
                  <a:pt x="480060" y="320175"/>
                </a:cubicBezTo>
                <a:cubicBezTo>
                  <a:pt x="553720" y="316365"/>
                  <a:pt x="656590" y="57285"/>
                  <a:pt x="731520" y="76335"/>
                </a:cubicBezTo>
                <a:cubicBezTo>
                  <a:pt x="806450" y="95385"/>
                  <a:pt x="871220" y="447175"/>
                  <a:pt x="929640" y="434475"/>
                </a:cubicBezTo>
                <a:cubicBezTo>
                  <a:pt x="988060" y="421775"/>
                  <a:pt x="1035050" y="-8755"/>
                  <a:pt x="1082040" y="135"/>
                </a:cubicBezTo>
                <a:cubicBezTo>
                  <a:pt x="1129030" y="9025"/>
                  <a:pt x="1158240" y="485275"/>
                  <a:pt x="1211580" y="487815"/>
                </a:cubicBezTo>
                <a:cubicBezTo>
                  <a:pt x="1264920" y="490355"/>
                  <a:pt x="1355090" y="44585"/>
                  <a:pt x="1402080" y="15375"/>
                </a:cubicBezTo>
                <a:cubicBezTo>
                  <a:pt x="1449070" y="-13835"/>
                  <a:pt x="1457960" y="289695"/>
                  <a:pt x="1493520" y="312555"/>
                </a:cubicBezTo>
                <a:cubicBezTo>
                  <a:pt x="1529080" y="335415"/>
                  <a:pt x="1572260" y="243975"/>
                  <a:pt x="1615440" y="152535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Forme libre 71"/>
          <p:cNvSpPr/>
          <p:nvPr/>
        </p:nvSpPr>
        <p:spPr>
          <a:xfrm>
            <a:off x="4229100" y="4630625"/>
            <a:ext cx="7231063" cy="1789692"/>
          </a:xfrm>
          <a:custGeom>
            <a:avLst/>
            <a:gdLst>
              <a:gd name="connsiteX0" fmla="*/ 0 w 5273040"/>
              <a:gd name="connsiteY0" fmla="*/ 1026686 h 1789692"/>
              <a:gd name="connsiteX1" fmla="*/ 167640 w 5273040"/>
              <a:gd name="connsiteY1" fmla="*/ 980966 h 1789692"/>
              <a:gd name="connsiteX2" fmla="*/ 274320 w 5273040"/>
              <a:gd name="connsiteY2" fmla="*/ 13226 h 1789692"/>
              <a:gd name="connsiteX3" fmla="*/ 365760 w 5273040"/>
              <a:gd name="connsiteY3" fmla="*/ 1788686 h 1789692"/>
              <a:gd name="connsiteX4" fmla="*/ 457200 w 5273040"/>
              <a:gd name="connsiteY4" fmla="*/ 287546 h 1789692"/>
              <a:gd name="connsiteX5" fmla="*/ 548640 w 5273040"/>
              <a:gd name="connsiteY5" fmla="*/ 1666766 h 1789692"/>
              <a:gd name="connsiteX6" fmla="*/ 685800 w 5273040"/>
              <a:gd name="connsiteY6" fmla="*/ 493286 h 1789692"/>
              <a:gd name="connsiteX7" fmla="*/ 762000 w 5273040"/>
              <a:gd name="connsiteY7" fmla="*/ 1560086 h 1789692"/>
              <a:gd name="connsiteX8" fmla="*/ 929640 w 5273040"/>
              <a:gd name="connsiteY8" fmla="*/ 561866 h 1789692"/>
              <a:gd name="connsiteX9" fmla="*/ 1043940 w 5273040"/>
              <a:gd name="connsiteY9" fmla="*/ 1430546 h 1789692"/>
              <a:gd name="connsiteX10" fmla="*/ 1165860 w 5273040"/>
              <a:gd name="connsiteY10" fmla="*/ 569486 h 1789692"/>
              <a:gd name="connsiteX11" fmla="*/ 1287780 w 5273040"/>
              <a:gd name="connsiteY11" fmla="*/ 1422926 h 1789692"/>
              <a:gd name="connsiteX12" fmla="*/ 1424940 w 5273040"/>
              <a:gd name="connsiteY12" fmla="*/ 363746 h 1789692"/>
              <a:gd name="connsiteX13" fmla="*/ 1524000 w 5273040"/>
              <a:gd name="connsiteY13" fmla="*/ 1582946 h 1789692"/>
              <a:gd name="connsiteX14" fmla="*/ 1653540 w 5273040"/>
              <a:gd name="connsiteY14" fmla="*/ 386606 h 1789692"/>
              <a:gd name="connsiteX15" fmla="*/ 1790700 w 5273040"/>
              <a:gd name="connsiteY15" fmla="*/ 1552466 h 1789692"/>
              <a:gd name="connsiteX16" fmla="*/ 1927860 w 5273040"/>
              <a:gd name="connsiteY16" fmla="*/ 447566 h 1789692"/>
              <a:gd name="connsiteX17" fmla="*/ 2087880 w 5273040"/>
              <a:gd name="connsiteY17" fmla="*/ 1491506 h 1789692"/>
              <a:gd name="connsiteX18" fmla="*/ 2369820 w 5273040"/>
              <a:gd name="connsiteY18" fmla="*/ 439946 h 1789692"/>
              <a:gd name="connsiteX19" fmla="*/ 2468880 w 5273040"/>
              <a:gd name="connsiteY19" fmla="*/ 1499126 h 1789692"/>
              <a:gd name="connsiteX20" fmla="*/ 2758440 w 5273040"/>
              <a:gd name="connsiteY20" fmla="*/ 554246 h 1789692"/>
              <a:gd name="connsiteX21" fmla="*/ 2964180 w 5273040"/>
              <a:gd name="connsiteY21" fmla="*/ 1430546 h 1789692"/>
              <a:gd name="connsiteX22" fmla="*/ 3505200 w 5273040"/>
              <a:gd name="connsiteY22" fmla="*/ 843806 h 1789692"/>
              <a:gd name="connsiteX23" fmla="*/ 3848100 w 5273040"/>
              <a:gd name="connsiteY23" fmla="*/ 1361966 h 1789692"/>
              <a:gd name="connsiteX24" fmla="*/ 4373880 w 5273040"/>
              <a:gd name="connsiteY24" fmla="*/ 988586 h 1789692"/>
              <a:gd name="connsiteX25" fmla="*/ 4701540 w 5273040"/>
              <a:gd name="connsiteY25" fmla="*/ 1232426 h 1789692"/>
              <a:gd name="connsiteX26" fmla="*/ 5059680 w 5273040"/>
              <a:gd name="connsiteY26" fmla="*/ 1072406 h 1789692"/>
              <a:gd name="connsiteX27" fmla="*/ 5227320 w 5273040"/>
              <a:gd name="connsiteY27" fmla="*/ 1034306 h 1789692"/>
              <a:gd name="connsiteX28" fmla="*/ 5273040 w 5273040"/>
              <a:gd name="connsiteY28" fmla="*/ 1026686 h 178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273040" h="1789692">
                <a:moveTo>
                  <a:pt x="0" y="1026686"/>
                </a:moveTo>
                <a:cubicBezTo>
                  <a:pt x="60960" y="1088281"/>
                  <a:pt x="121920" y="1149876"/>
                  <a:pt x="167640" y="980966"/>
                </a:cubicBezTo>
                <a:cubicBezTo>
                  <a:pt x="213360" y="812056"/>
                  <a:pt x="241300" y="-121394"/>
                  <a:pt x="274320" y="13226"/>
                </a:cubicBezTo>
                <a:cubicBezTo>
                  <a:pt x="307340" y="147846"/>
                  <a:pt x="335280" y="1742966"/>
                  <a:pt x="365760" y="1788686"/>
                </a:cubicBezTo>
                <a:cubicBezTo>
                  <a:pt x="396240" y="1834406"/>
                  <a:pt x="426720" y="307866"/>
                  <a:pt x="457200" y="287546"/>
                </a:cubicBezTo>
                <a:cubicBezTo>
                  <a:pt x="487680" y="267226"/>
                  <a:pt x="510540" y="1632476"/>
                  <a:pt x="548640" y="1666766"/>
                </a:cubicBezTo>
                <a:cubicBezTo>
                  <a:pt x="586740" y="1701056"/>
                  <a:pt x="650240" y="511066"/>
                  <a:pt x="685800" y="493286"/>
                </a:cubicBezTo>
                <a:cubicBezTo>
                  <a:pt x="721360" y="475506"/>
                  <a:pt x="721360" y="1548656"/>
                  <a:pt x="762000" y="1560086"/>
                </a:cubicBezTo>
                <a:cubicBezTo>
                  <a:pt x="802640" y="1571516"/>
                  <a:pt x="882650" y="583456"/>
                  <a:pt x="929640" y="561866"/>
                </a:cubicBezTo>
                <a:cubicBezTo>
                  <a:pt x="976630" y="540276"/>
                  <a:pt x="1004570" y="1429276"/>
                  <a:pt x="1043940" y="1430546"/>
                </a:cubicBezTo>
                <a:cubicBezTo>
                  <a:pt x="1083310" y="1431816"/>
                  <a:pt x="1125220" y="570756"/>
                  <a:pt x="1165860" y="569486"/>
                </a:cubicBezTo>
                <a:cubicBezTo>
                  <a:pt x="1206500" y="568216"/>
                  <a:pt x="1244600" y="1457216"/>
                  <a:pt x="1287780" y="1422926"/>
                </a:cubicBezTo>
                <a:cubicBezTo>
                  <a:pt x="1330960" y="1388636"/>
                  <a:pt x="1385570" y="337076"/>
                  <a:pt x="1424940" y="363746"/>
                </a:cubicBezTo>
                <a:cubicBezTo>
                  <a:pt x="1464310" y="390416"/>
                  <a:pt x="1485900" y="1579136"/>
                  <a:pt x="1524000" y="1582946"/>
                </a:cubicBezTo>
                <a:cubicBezTo>
                  <a:pt x="1562100" y="1586756"/>
                  <a:pt x="1609090" y="391686"/>
                  <a:pt x="1653540" y="386606"/>
                </a:cubicBezTo>
                <a:cubicBezTo>
                  <a:pt x="1697990" y="381526"/>
                  <a:pt x="1744980" y="1542306"/>
                  <a:pt x="1790700" y="1552466"/>
                </a:cubicBezTo>
                <a:cubicBezTo>
                  <a:pt x="1836420" y="1562626"/>
                  <a:pt x="1878330" y="457726"/>
                  <a:pt x="1927860" y="447566"/>
                </a:cubicBezTo>
                <a:cubicBezTo>
                  <a:pt x="1977390" y="437406"/>
                  <a:pt x="2014220" y="1492776"/>
                  <a:pt x="2087880" y="1491506"/>
                </a:cubicBezTo>
                <a:cubicBezTo>
                  <a:pt x="2161540" y="1490236"/>
                  <a:pt x="2306320" y="438676"/>
                  <a:pt x="2369820" y="439946"/>
                </a:cubicBezTo>
                <a:cubicBezTo>
                  <a:pt x="2433320" y="441216"/>
                  <a:pt x="2404110" y="1480076"/>
                  <a:pt x="2468880" y="1499126"/>
                </a:cubicBezTo>
                <a:cubicBezTo>
                  <a:pt x="2533650" y="1518176"/>
                  <a:pt x="2675890" y="565676"/>
                  <a:pt x="2758440" y="554246"/>
                </a:cubicBezTo>
                <a:cubicBezTo>
                  <a:pt x="2840990" y="542816"/>
                  <a:pt x="2839720" y="1382286"/>
                  <a:pt x="2964180" y="1430546"/>
                </a:cubicBezTo>
                <a:cubicBezTo>
                  <a:pt x="3088640" y="1478806"/>
                  <a:pt x="3357880" y="855236"/>
                  <a:pt x="3505200" y="843806"/>
                </a:cubicBezTo>
                <a:cubicBezTo>
                  <a:pt x="3652520" y="832376"/>
                  <a:pt x="3703320" y="1337836"/>
                  <a:pt x="3848100" y="1361966"/>
                </a:cubicBezTo>
                <a:cubicBezTo>
                  <a:pt x="3992880" y="1386096"/>
                  <a:pt x="4231640" y="1010176"/>
                  <a:pt x="4373880" y="988586"/>
                </a:cubicBezTo>
                <a:cubicBezTo>
                  <a:pt x="4516120" y="966996"/>
                  <a:pt x="4587240" y="1218456"/>
                  <a:pt x="4701540" y="1232426"/>
                </a:cubicBezTo>
                <a:cubicBezTo>
                  <a:pt x="4815840" y="1246396"/>
                  <a:pt x="4972050" y="1105426"/>
                  <a:pt x="5059680" y="1072406"/>
                </a:cubicBezTo>
                <a:cubicBezTo>
                  <a:pt x="5147310" y="1039386"/>
                  <a:pt x="5191760" y="1041926"/>
                  <a:pt x="5227320" y="1034306"/>
                </a:cubicBezTo>
                <a:cubicBezTo>
                  <a:pt x="5262880" y="1026686"/>
                  <a:pt x="5267960" y="1026686"/>
                  <a:pt x="5273040" y="1026686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3" name="Connecteur droit avec flèche 72"/>
          <p:cNvCxnSpPr/>
          <p:nvPr/>
        </p:nvCxnSpPr>
        <p:spPr>
          <a:xfrm>
            <a:off x="11460163" y="5658058"/>
            <a:ext cx="190817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16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 Mise en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1320" y="472950"/>
            <a:ext cx="44729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27272A"/>
                </a:solidFill>
                <a:latin typeface="Source Sans Pro"/>
              </a:rPr>
              <a:t>La courbe du changement</a:t>
            </a:r>
            <a:endParaRPr lang="fr-FR" sz="1200" dirty="0"/>
          </a:p>
        </p:txBody>
      </p:sp>
      <p:cxnSp>
        <p:nvCxnSpPr>
          <p:cNvPr id="3" name="Connecteur droit avec flèche 2"/>
          <p:cNvCxnSpPr/>
          <p:nvPr/>
        </p:nvCxnSpPr>
        <p:spPr>
          <a:xfrm flipV="1">
            <a:off x="1943100" y="1325880"/>
            <a:ext cx="0" cy="44196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>
            <a:off x="1943100" y="4549140"/>
            <a:ext cx="91821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2575560" y="3825240"/>
            <a:ext cx="0" cy="1379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>
            <a:off x="3368040" y="4724400"/>
            <a:ext cx="0" cy="1379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5775960" y="4034790"/>
            <a:ext cx="0" cy="1379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8130540" y="1710690"/>
            <a:ext cx="0" cy="1379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rme libre 16"/>
          <p:cNvSpPr/>
          <p:nvPr/>
        </p:nvSpPr>
        <p:spPr>
          <a:xfrm>
            <a:off x="426720" y="2170532"/>
            <a:ext cx="2156460" cy="2386228"/>
          </a:xfrm>
          <a:custGeom>
            <a:avLst/>
            <a:gdLst>
              <a:gd name="connsiteX0" fmla="*/ 0 w 2156460"/>
              <a:gd name="connsiteY0" fmla="*/ 214528 h 2386228"/>
              <a:gd name="connsiteX1" fmla="*/ 152400 w 2156460"/>
              <a:gd name="connsiteY1" fmla="*/ 1168 h 2386228"/>
              <a:gd name="connsiteX2" fmla="*/ 327660 w 2156460"/>
              <a:gd name="connsiteY2" fmla="*/ 298348 h 2386228"/>
              <a:gd name="connsiteX3" fmla="*/ 594360 w 2156460"/>
              <a:gd name="connsiteY3" fmla="*/ 115468 h 2386228"/>
              <a:gd name="connsiteX4" fmla="*/ 922020 w 2156460"/>
              <a:gd name="connsiteY4" fmla="*/ 374548 h 2386228"/>
              <a:gd name="connsiteX5" fmla="*/ 1150620 w 2156460"/>
              <a:gd name="connsiteY5" fmla="*/ 100228 h 2386228"/>
              <a:gd name="connsiteX6" fmla="*/ 1249680 w 2156460"/>
              <a:gd name="connsiteY6" fmla="*/ 328828 h 2386228"/>
              <a:gd name="connsiteX7" fmla="*/ 1508760 w 2156460"/>
              <a:gd name="connsiteY7" fmla="*/ 176428 h 2386228"/>
              <a:gd name="connsiteX8" fmla="*/ 1699260 w 2156460"/>
              <a:gd name="connsiteY8" fmla="*/ 1083208 h 2386228"/>
              <a:gd name="connsiteX9" fmla="*/ 1912620 w 2156460"/>
              <a:gd name="connsiteY9" fmla="*/ 1403248 h 2386228"/>
              <a:gd name="connsiteX10" fmla="*/ 2019300 w 2156460"/>
              <a:gd name="connsiteY10" fmla="*/ 2035708 h 2386228"/>
              <a:gd name="connsiteX11" fmla="*/ 2156460 w 2156460"/>
              <a:gd name="connsiteY11" fmla="*/ 2386228 h 2386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56460" h="2386228">
                <a:moveTo>
                  <a:pt x="0" y="214528"/>
                </a:moveTo>
                <a:cubicBezTo>
                  <a:pt x="48895" y="100863"/>
                  <a:pt x="97790" y="-12802"/>
                  <a:pt x="152400" y="1168"/>
                </a:cubicBezTo>
                <a:cubicBezTo>
                  <a:pt x="207010" y="15138"/>
                  <a:pt x="254000" y="279298"/>
                  <a:pt x="327660" y="298348"/>
                </a:cubicBezTo>
                <a:cubicBezTo>
                  <a:pt x="401320" y="317398"/>
                  <a:pt x="495300" y="102768"/>
                  <a:pt x="594360" y="115468"/>
                </a:cubicBezTo>
                <a:cubicBezTo>
                  <a:pt x="693420" y="128168"/>
                  <a:pt x="829310" y="377088"/>
                  <a:pt x="922020" y="374548"/>
                </a:cubicBezTo>
                <a:cubicBezTo>
                  <a:pt x="1014730" y="372008"/>
                  <a:pt x="1096010" y="107848"/>
                  <a:pt x="1150620" y="100228"/>
                </a:cubicBezTo>
                <a:cubicBezTo>
                  <a:pt x="1205230" y="92608"/>
                  <a:pt x="1189990" y="316128"/>
                  <a:pt x="1249680" y="328828"/>
                </a:cubicBezTo>
                <a:cubicBezTo>
                  <a:pt x="1309370" y="341528"/>
                  <a:pt x="1433830" y="50698"/>
                  <a:pt x="1508760" y="176428"/>
                </a:cubicBezTo>
                <a:cubicBezTo>
                  <a:pt x="1583690" y="302158"/>
                  <a:pt x="1631950" y="878738"/>
                  <a:pt x="1699260" y="1083208"/>
                </a:cubicBezTo>
                <a:cubicBezTo>
                  <a:pt x="1766570" y="1287678"/>
                  <a:pt x="1859280" y="1244498"/>
                  <a:pt x="1912620" y="1403248"/>
                </a:cubicBezTo>
                <a:cubicBezTo>
                  <a:pt x="1965960" y="1561998"/>
                  <a:pt x="1978660" y="1871878"/>
                  <a:pt x="2019300" y="2035708"/>
                </a:cubicBezTo>
                <a:cubicBezTo>
                  <a:pt x="2059940" y="2199538"/>
                  <a:pt x="2108200" y="2292883"/>
                  <a:pt x="2156460" y="2386228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 17"/>
          <p:cNvSpPr/>
          <p:nvPr/>
        </p:nvSpPr>
        <p:spPr>
          <a:xfrm>
            <a:off x="2567940" y="4564380"/>
            <a:ext cx="815340" cy="1028700"/>
          </a:xfrm>
          <a:custGeom>
            <a:avLst/>
            <a:gdLst>
              <a:gd name="connsiteX0" fmla="*/ 0 w 815340"/>
              <a:gd name="connsiteY0" fmla="*/ 0 h 1028700"/>
              <a:gd name="connsiteX1" fmla="*/ 335280 w 815340"/>
              <a:gd name="connsiteY1" fmla="*/ 800100 h 1028700"/>
              <a:gd name="connsiteX2" fmla="*/ 632460 w 815340"/>
              <a:gd name="connsiteY2" fmla="*/ 975360 h 1028700"/>
              <a:gd name="connsiteX3" fmla="*/ 815340 w 815340"/>
              <a:gd name="connsiteY3" fmla="*/ 102870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340" h="1028700">
                <a:moveTo>
                  <a:pt x="0" y="0"/>
                </a:moveTo>
                <a:cubicBezTo>
                  <a:pt x="114935" y="318770"/>
                  <a:pt x="229870" y="637540"/>
                  <a:pt x="335280" y="800100"/>
                </a:cubicBezTo>
                <a:cubicBezTo>
                  <a:pt x="440690" y="962660"/>
                  <a:pt x="552450" y="937260"/>
                  <a:pt x="632460" y="975360"/>
                </a:cubicBezTo>
                <a:cubicBezTo>
                  <a:pt x="712470" y="1013460"/>
                  <a:pt x="763905" y="1021080"/>
                  <a:pt x="815340" y="102870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3390900" y="4556760"/>
            <a:ext cx="2400300" cy="1056602"/>
          </a:xfrm>
          <a:custGeom>
            <a:avLst/>
            <a:gdLst>
              <a:gd name="connsiteX0" fmla="*/ 0 w 2400300"/>
              <a:gd name="connsiteY0" fmla="*/ 1043940 h 1056602"/>
              <a:gd name="connsiteX1" fmla="*/ 312420 w 2400300"/>
              <a:gd name="connsiteY1" fmla="*/ 1036320 h 1056602"/>
              <a:gd name="connsiteX2" fmla="*/ 617220 w 2400300"/>
              <a:gd name="connsiteY2" fmla="*/ 853440 h 1056602"/>
              <a:gd name="connsiteX3" fmla="*/ 1013460 w 2400300"/>
              <a:gd name="connsiteY3" fmla="*/ 944880 h 1056602"/>
              <a:gd name="connsiteX4" fmla="*/ 1386840 w 2400300"/>
              <a:gd name="connsiteY4" fmla="*/ 640080 h 1056602"/>
              <a:gd name="connsiteX5" fmla="*/ 1798320 w 2400300"/>
              <a:gd name="connsiteY5" fmla="*/ 617220 h 1056602"/>
              <a:gd name="connsiteX6" fmla="*/ 2026920 w 2400300"/>
              <a:gd name="connsiteY6" fmla="*/ 236220 h 1056602"/>
              <a:gd name="connsiteX7" fmla="*/ 2400300 w 2400300"/>
              <a:gd name="connsiteY7" fmla="*/ 0 h 105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0300" h="1056602">
                <a:moveTo>
                  <a:pt x="0" y="1043940"/>
                </a:moveTo>
                <a:cubicBezTo>
                  <a:pt x="104775" y="1056005"/>
                  <a:pt x="209550" y="1068070"/>
                  <a:pt x="312420" y="1036320"/>
                </a:cubicBezTo>
                <a:cubicBezTo>
                  <a:pt x="415290" y="1004570"/>
                  <a:pt x="500380" y="868680"/>
                  <a:pt x="617220" y="853440"/>
                </a:cubicBezTo>
                <a:cubicBezTo>
                  <a:pt x="734060" y="838200"/>
                  <a:pt x="885190" y="980440"/>
                  <a:pt x="1013460" y="944880"/>
                </a:cubicBezTo>
                <a:cubicBezTo>
                  <a:pt x="1141730" y="909320"/>
                  <a:pt x="1256030" y="694690"/>
                  <a:pt x="1386840" y="640080"/>
                </a:cubicBezTo>
                <a:cubicBezTo>
                  <a:pt x="1517650" y="585470"/>
                  <a:pt x="1691640" y="684530"/>
                  <a:pt x="1798320" y="617220"/>
                </a:cubicBezTo>
                <a:cubicBezTo>
                  <a:pt x="1905000" y="549910"/>
                  <a:pt x="1926590" y="339090"/>
                  <a:pt x="2026920" y="236220"/>
                </a:cubicBezTo>
                <a:cubicBezTo>
                  <a:pt x="2127250" y="133350"/>
                  <a:pt x="2263775" y="66675"/>
                  <a:pt x="2400300" y="0"/>
                </a:cubicBez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/>
          <p:cNvSpPr/>
          <p:nvPr/>
        </p:nvSpPr>
        <p:spPr>
          <a:xfrm>
            <a:off x="5791200" y="2316480"/>
            <a:ext cx="2346960" cy="2247900"/>
          </a:xfrm>
          <a:custGeom>
            <a:avLst/>
            <a:gdLst>
              <a:gd name="connsiteX0" fmla="*/ 0 w 2346960"/>
              <a:gd name="connsiteY0" fmla="*/ 2247900 h 2247900"/>
              <a:gd name="connsiteX1" fmla="*/ 312420 w 2346960"/>
              <a:gd name="connsiteY1" fmla="*/ 1889760 h 2247900"/>
              <a:gd name="connsiteX2" fmla="*/ 502920 w 2346960"/>
              <a:gd name="connsiteY2" fmla="*/ 1455420 h 2247900"/>
              <a:gd name="connsiteX3" fmla="*/ 922020 w 2346960"/>
              <a:gd name="connsiteY3" fmla="*/ 1280160 h 2247900"/>
              <a:gd name="connsiteX4" fmla="*/ 1135380 w 2346960"/>
              <a:gd name="connsiteY4" fmla="*/ 868680 h 2247900"/>
              <a:gd name="connsiteX5" fmla="*/ 1737360 w 2346960"/>
              <a:gd name="connsiteY5" fmla="*/ 556260 h 2247900"/>
              <a:gd name="connsiteX6" fmla="*/ 1920240 w 2346960"/>
              <a:gd name="connsiteY6" fmla="*/ 167640 h 2247900"/>
              <a:gd name="connsiteX7" fmla="*/ 2346960 w 2346960"/>
              <a:gd name="connsiteY7" fmla="*/ 0 h 224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6960" h="2247900">
                <a:moveTo>
                  <a:pt x="0" y="2247900"/>
                </a:moveTo>
                <a:cubicBezTo>
                  <a:pt x="114300" y="2134870"/>
                  <a:pt x="228600" y="2021840"/>
                  <a:pt x="312420" y="1889760"/>
                </a:cubicBezTo>
                <a:cubicBezTo>
                  <a:pt x="396240" y="1757680"/>
                  <a:pt x="401320" y="1557020"/>
                  <a:pt x="502920" y="1455420"/>
                </a:cubicBezTo>
                <a:cubicBezTo>
                  <a:pt x="604520" y="1353820"/>
                  <a:pt x="816610" y="1377950"/>
                  <a:pt x="922020" y="1280160"/>
                </a:cubicBezTo>
                <a:cubicBezTo>
                  <a:pt x="1027430" y="1182370"/>
                  <a:pt x="999490" y="989330"/>
                  <a:pt x="1135380" y="868680"/>
                </a:cubicBezTo>
                <a:cubicBezTo>
                  <a:pt x="1271270" y="748030"/>
                  <a:pt x="1606550" y="673100"/>
                  <a:pt x="1737360" y="556260"/>
                </a:cubicBezTo>
                <a:cubicBezTo>
                  <a:pt x="1868170" y="439420"/>
                  <a:pt x="1818640" y="260350"/>
                  <a:pt x="1920240" y="167640"/>
                </a:cubicBezTo>
                <a:cubicBezTo>
                  <a:pt x="2021840" y="74930"/>
                  <a:pt x="2184400" y="37465"/>
                  <a:pt x="234696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orme libre 28"/>
          <p:cNvSpPr/>
          <p:nvPr/>
        </p:nvSpPr>
        <p:spPr>
          <a:xfrm>
            <a:off x="8138160" y="1577340"/>
            <a:ext cx="2567940" cy="739140"/>
          </a:xfrm>
          <a:custGeom>
            <a:avLst/>
            <a:gdLst>
              <a:gd name="connsiteX0" fmla="*/ 0 w 2567940"/>
              <a:gd name="connsiteY0" fmla="*/ 739140 h 739140"/>
              <a:gd name="connsiteX1" fmla="*/ 320040 w 2567940"/>
              <a:gd name="connsiteY1" fmla="*/ 624840 h 739140"/>
              <a:gd name="connsiteX2" fmla="*/ 594360 w 2567940"/>
              <a:gd name="connsiteY2" fmla="*/ 213360 h 739140"/>
              <a:gd name="connsiteX3" fmla="*/ 1257300 w 2567940"/>
              <a:gd name="connsiteY3" fmla="*/ 289560 h 739140"/>
              <a:gd name="connsiteX4" fmla="*/ 1623060 w 2567940"/>
              <a:gd name="connsiteY4" fmla="*/ 30480 h 739140"/>
              <a:gd name="connsiteX5" fmla="*/ 2240280 w 2567940"/>
              <a:gd name="connsiteY5" fmla="*/ 182880 h 739140"/>
              <a:gd name="connsiteX6" fmla="*/ 2567940 w 2567940"/>
              <a:gd name="connsiteY6" fmla="*/ 0 h 73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67940" h="739140">
                <a:moveTo>
                  <a:pt x="0" y="739140"/>
                </a:moveTo>
                <a:cubicBezTo>
                  <a:pt x="110490" y="725805"/>
                  <a:pt x="220980" y="712470"/>
                  <a:pt x="320040" y="624840"/>
                </a:cubicBezTo>
                <a:cubicBezTo>
                  <a:pt x="419100" y="537210"/>
                  <a:pt x="438150" y="269240"/>
                  <a:pt x="594360" y="213360"/>
                </a:cubicBezTo>
                <a:cubicBezTo>
                  <a:pt x="750570" y="157480"/>
                  <a:pt x="1085850" y="320040"/>
                  <a:pt x="1257300" y="289560"/>
                </a:cubicBezTo>
                <a:cubicBezTo>
                  <a:pt x="1428750" y="259080"/>
                  <a:pt x="1459230" y="48260"/>
                  <a:pt x="1623060" y="30480"/>
                </a:cubicBezTo>
                <a:cubicBezTo>
                  <a:pt x="1786890" y="12700"/>
                  <a:pt x="2082800" y="187960"/>
                  <a:pt x="2240280" y="182880"/>
                </a:cubicBezTo>
                <a:cubicBezTo>
                  <a:pt x="2397760" y="177800"/>
                  <a:pt x="2482850" y="88900"/>
                  <a:pt x="2567940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9" name="Connecteur droit 58"/>
          <p:cNvCxnSpPr/>
          <p:nvPr/>
        </p:nvCxnSpPr>
        <p:spPr>
          <a:xfrm flipV="1">
            <a:off x="289560" y="2278364"/>
            <a:ext cx="10828020" cy="4455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1074052" y="5884046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tx2"/>
                </a:solidFill>
              </a:rPr>
              <a:t>Déni</a:t>
            </a:r>
          </a:p>
        </p:txBody>
      </p:sp>
      <p:sp>
        <p:nvSpPr>
          <p:cNvPr id="63" name="ZoneTexte 62"/>
          <p:cNvSpPr txBox="1"/>
          <p:nvPr/>
        </p:nvSpPr>
        <p:spPr>
          <a:xfrm>
            <a:off x="2430457" y="5884046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FFC000"/>
                </a:solidFill>
              </a:rPr>
              <a:t>Résistance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3698017" y="5884046"/>
            <a:ext cx="1786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92D050"/>
                </a:solidFill>
              </a:rPr>
              <a:t>Recherche de solutions</a:t>
            </a:r>
          </a:p>
        </p:txBody>
      </p:sp>
      <p:sp>
        <p:nvSpPr>
          <p:cNvPr id="74" name="ZoneTexte 73"/>
          <p:cNvSpPr txBox="1"/>
          <p:nvPr/>
        </p:nvSpPr>
        <p:spPr>
          <a:xfrm>
            <a:off x="6534150" y="5884046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00B050"/>
                </a:solidFill>
              </a:rPr>
              <a:t>Acceptation</a:t>
            </a:r>
          </a:p>
        </p:txBody>
      </p:sp>
      <p:sp>
        <p:nvSpPr>
          <p:cNvPr id="75" name="ZoneTexte 74"/>
          <p:cNvSpPr txBox="1"/>
          <p:nvPr/>
        </p:nvSpPr>
        <p:spPr>
          <a:xfrm>
            <a:off x="9128125" y="5884046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accent4"/>
                </a:solidFill>
              </a:rPr>
              <a:t>Intégration</a:t>
            </a:r>
          </a:p>
        </p:txBody>
      </p:sp>
      <p:cxnSp>
        <p:nvCxnSpPr>
          <p:cNvPr id="41" name="Connecteur droit avec flèche 40"/>
          <p:cNvCxnSpPr/>
          <p:nvPr/>
        </p:nvCxnSpPr>
        <p:spPr>
          <a:xfrm>
            <a:off x="2270760" y="1569720"/>
            <a:ext cx="4892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>
            <a:off x="2259330" y="2143862"/>
            <a:ext cx="315087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2537124" y="176119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à 3 ans</a:t>
            </a:r>
          </a:p>
        </p:txBody>
      </p:sp>
      <p:sp>
        <p:nvSpPr>
          <p:cNvPr id="77" name="ZoneTexte 76"/>
          <p:cNvSpPr txBox="1"/>
          <p:nvPr/>
        </p:nvSpPr>
        <p:spPr>
          <a:xfrm>
            <a:off x="3834597" y="116016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 à 10 ans</a:t>
            </a:r>
          </a:p>
        </p:txBody>
      </p:sp>
    </p:spTree>
    <p:extLst>
      <p:ext uri="{BB962C8B-B14F-4D97-AF65-F5344CB8AC3E}">
        <p14:creationId xmlns:p14="http://schemas.microsoft.com/office/powerpoint/2010/main" val="309530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 Référentiel MDD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21" y="2011786"/>
            <a:ext cx="2573628" cy="341123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1" y="1079119"/>
            <a:ext cx="4115244" cy="527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8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 Référentiel MDD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432560"/>
            <a:ext cx="5991442" cy="351040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80" y="1525862"/>
            <a:ext cx="4892040" cy="332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99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 Référentiel MDD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81" y="1185863"/>
            <a:ext cx="5397659" cy="5031486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929" y="4838512"/>
            <a:ext cx="5190851" cy="169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55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 Indicateurs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041082"/>
            <a:ext cx="9555480" cy="5254227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844040" y="1638300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Onboarding</a:t>
            </a:r>
            <a:r>
              <a:rPr lang="fr-FR" sz="1000" dirty="0"/>
              <a:t> DIF</a:t>
            </a:r>
            <a:br>
              <a:rPr lang="fr-FR" sz="1000" dirty="0"/>
            </a:br>
            <a:r>
              <a:rPr lang="fr-FR" sz="1000" dirty="0"/>
              <a:t>Nouvelle </a:t>
            </a:r>
            <a:r>
              <a:rPr lang="fr-FR" sz="1000" dirty="0" err="1"/>
              <a:t>install</a:t>
            </a:r>
            <a:r>
              <a:rPr lang="fr-FR" sz="1000" dirty="0"/>
              <a:t> MDD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530286" y="4308446"/>
            <a:ext cx="952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Recette MDD</a:t>
            </a:r>
          </a:p>
        </p:txBody>
      </p:sp>
      <p:cxnSp>
        <p:nvCxnSpPr>
          <p:cNvPr id="12" name="Connecteur droit avec flèche 11"/>
          <p:cNvCxnSpPr/>
          <p:nvPr/>
        </p:nvCxnSpPr>
        <p:spPr>
          <a:xfrm flipH="1">
            <a:off x="1897380" y="2038410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3368040" y="4495800"/>
            <a:ext cx="213360" cy="312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3037910" y="3371254"/>
            <a:ext cx="10342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Recette E2Ev1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3756660" y="3614718"/>
            <a:ext cx="213360" cy="312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4273788" y="3371254"/>
            <a:ext cx="9701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Recette Indus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4991100" y="3658174"/>
            <a:ext cx="419100" cy="993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5337342" y="3371254"/>
            <a:ext cx="872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Démo Indus</a:t>
            </a:r>
          </a:p>
        </p:txBody>
      </p:sp>
      <p:cxnSp>
        <p:nvCxnSpPr>
          <p:cNvPr id="22" name="Connecteur droit avec flèche 21"/>
          <p:cNvCxnSpPr/>
          <p:nvPr/>
        </p:nvCxnSpPr>
        <p:spPr>
          <a:xfrm>
            <a:off x="5734050" y="3658174"/>
            <a:ext cx="270510" cy="650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rme libre 23"/>
          <p:cNvSpPr/>
          <p:nvPr/>
        </p:nvSpPr>
        <p:spPr>
          <a:xfrm>
            <a:off x="9349740" y="2597185"/>
            <a:ext cx="518160" cy="774070"/>
          </a:xfrm>
          <a:custGeom>
            <a:avLst/>
            <a:gdLst>
              <a:gd name="connsiteX0" fmla="*/ 0 w 518160"/>
              <a:gd name="connsiteY0" fmla="*/ 1143401 h 1143401"/>
              <a:gd name="connsiteX1" fmla="*/ 60960 w 518160"/>
              <a:gd name="connsiteY1" fmla="*/ 488081 h 1143401"/>
              <a:gd name="connsiteX2" fmla="*/ 160020 w 518160"/>
              <a:gd name="connsiteY2" fmla="*/ 145181 h 1143401"/>
              <a:gd name="connsiteX3" fmla="*/ 236220 w 518160"/>
              <a:gd name="connsiteY3" fmla="*/ 401 h 1143401"/>
              <a:gd name="connsiteX4" fmla="*/ 335280 w 518160"/>
              <a:gd name="connsiteY4" fmla="*/ 183281 h 1143401"/>
              <a:gd name="connsiteX5" fmla="*/ 426720 w 518160"/>
              <a:gd name="connsiteY5" fmla="*/ 930041 h 1143401"/>
              <a:gd name="connsiteX6" fmla="*/ 518160 w 518160"/>
              <a:gd name="connsiteY6" fmla="*/ 1128161 h 114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160" h="1143401">
                <a:moveTo>
                  <a:pt x="0" y="1143401"/>
                </a:moveTo>
                <a:cubicBezTo>
                  <a:pt x="17145" y="898926"/>
                  <a:pt x="34290" y="654451"/>
                  <a:pt x="60960" y="488081"/>
                </a:cubicBezTo>
                <a:cubicBezTo>
                  <a:pt x="87630" y="321711"/>
                  <a:pt x="130810" y="226461"/>
                  <a:pt x="160020" y="145181"/>
                </a:cubicBezTo>
                <a:cubicBezTo>
                  <a:pt x="189230" y="63901"/>
                  <a:pt x="207010" y="-5949"/>
                  <a:pt x="236220" y="401"/>
                </a:cubicBezTo>
                <a:cubicBezTo>
                  <a:pt x="265430" y="6751"/>
                  <a:pt x="303530" y="28341"/>
                  <a:pt x="335280" y="183281"/>
                </a:cubicBezTo>
                <a:cubicBezTo>
                  <a:pt x="367030" y="338221"/>
                  <a:pt x="396240" y="772561"/>
                  <a:pt x="426720" y="930041"/>
                </a:cubicBezTo>
                <a:cubicBezTo>
                  <a:pt x="457200" y="1087521"/>
                  <a:pt x="487680" y="1107841"/>
                  <a:pt x="518160" y="1128161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8980305" y="2278558"/>
            <a:ext cx="12121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Une semaine type</a:t>
            </a:r>
          </a:p>
        </p:txBody>
      </p:sp>
    </p:spTree>
    <p:extLst>
      <p:ext uri="{BB962C8B-B14F-4D97-AF65-F5344CB8AC3E}">
        <p14:creationId xmlns:p14="http://schemas.microsoft.com/office/powerpoint/2010/main" val="215943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Zoom DAP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1074420"/>
            <a:ext cx="7947435" cy="4284939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893" y="1074420"/>
            <a:ext cx="1525676" cy="230159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445" y="4076700"/>
            <a:ext cx="3157220" cy="15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25916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">
  <a:themeElements>
    <a:clrScheme name="CEA 2023">
      <a:dk1>
        <a:srgbClr val="262626"/>
      </a:dk1>
      <a:lt1>
        <a:sysClr val="window" lastClr="FFFFFF"/>
      </a:lt1>
      <a:dk2>
        <a:srgbClr val="E50019"/>
      </a:dk2>
      <a:lt2>
        <a:srgbClr val="FFFFFF"/>
      </a:lt2>
      <a:accent1>
        <a:srgbClr val="3E4A83"/>
      </a:accent1>
      <a:accent2>
        <a:srgbClr val="7E9CBB"/>
      </a:accent2>
      <a:accent3>
        <a:srgbClr val="FFCD31"/>
      </a:accent3>
      <a:accent4>
        <a:srgbClr val="DA837B"/>
      </a:accent4>
      <a:accent5>
        <a:srgbClr val="0093A7"/>
      </a:accent5>
      <a:accent6>
        <a:srgbClr val="BD987A"/>
      </a:accent6>
      <a:hlink>
        <a:srgbClr val="E50019"/>
      </a:hlink>
      <a:folHlink>
        <a:srgbClr val="E50019"/>
      </a:folHlink>
    </a:clrScheme>
    <a:fontScheme name="CEA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44000" tIns="108000" rIns="144000" bIns="144000" rtlCol="0" anchor="ctr">
        <a:spAutoFit/>
      </a:bodyPr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-CEA final-V5.potx" id="{8CEE0DFF-1C06-4716-850E-804B5EEE4D0F}" vid="{3A69881D-C6CB-41F7-A0C0-1CB4B9E5CEEE}"/>
    </a:ext>
  </a:extLst>
</a:theme>
</file>

<file path=ppt/theme/theme2.xml><?xml version="1.0" encoding="utf-8"?>
<a:theme xmlns:a="http://schemas.openxmlformats.org/drawingml/2006/main" name="4_Thème Office">
  <a:themeElements>
    <a:clrScheme name="CEA Bear">
      <a:dk1>
        <a:srgbClr val="262626"/>
      </a:dk1>
      <a:lt1>
        <a:sysClr val="window" lastClr="FFFFFF"/>
      </a:lt1>
      <a:dk2>
        <a:srgbClr val="E50019"/>
      </a:dk2>
      <a:lt2>
        <a:srgbClr val="FFFFFF"/>
      </a:lt2>
      <a:accent1>
        <a:srgbClr val="3E4A83"/>
      </a:accent1>
      <a:accent2>
        <a:srgbClr val="7E9CBB"/>
      </a:accent2>
      <a:accent3>
        <a:srgbClr val="FFCD31"/>
      </a:accent3>
      <a:accent4>
        <a:srgbClr val="4B5C9B"/>
      </a:accent4>
      <a:accent5>
        <a:srgbClr val="FFE18D"/>
      </a:accent5>
      <a:accent6>
        <a:srgbClr val="5F78C1"/>
      </a:accent6>
      <a:hlink>
        <a:srgbClr val="E50019"/>
      </a:hlink>
      <a:folHlink>
        <a:srgbClr val="E50019"/>
      </a:folHlink>
    </a:clrScheme>
    <a:fontScheme name="CEA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44000" tIns="108000" rIns="144000" bIns="144000" rtlCol="0" anchor="ctr">
        <a:spAutoFit/>
      </a:bodyPr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-CEA final-V3.potx" id="{FF3E4A79-542B-4447-9264-4A72F8F32B27}" vid="{8D9C846C-C83C-4B86-9F21-714C58A0D373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50953D0AE52F4A9FF979A27DFCA5A5" ma:contentTypeVersion="2" ma:contentTypeDescription="Crée un document." ma:contentTypeScope="" ma:versionID="afc0b67a0dae28625c4c03c1371059b3">
  <xsd:schema xmlns:xsd="http://www.w3.org/2001/XMLSchema" xmlns:xs="http://www.w3.org/2001/XMLSchema" xmlns:p="http://schemas.microsoft.com/office/2006/metadata/properties" xmlns:ns2="f4e61c59-f2e2-42a8-830c-534da196fc37" targetNamespace="http://schemas.microsoft.com/office/2006/metadata/properties" ma:root="true" ma:fieldsID="4ceccaee0ac6fb3fd051d14264297fd5" ns2:_="">
    <xsd:import namespace="f4e61c59-f2e2-42a8-830c-534da196fc3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61c59-f2e2-42a8-830c-534da196fc3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BDD6A-F076-430D-8DF9-40E4B1A8836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f4e61c59-f2e2-42a8-830c-534da196fc3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A6B220D-A624-4418-A03C-5B57962096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9AA46A-C4E8-4713-BBCF-479C35D85F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e61c59-f2e2-42a8-830c-534da196fc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PPT-CEA-VF3</Template>
  <TotalTime>7897</TotalTime>
  <Words>430</Words>
  <Application>Microsoft Office PowerPoint</Application>
  <PresentationFormat>Grand écran</PresentationFormat>
  <Paragraphs>90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2_Thème Office</vt:lpstr>
      <vt:lpstr>4_Thème Office</vt:lpstr>
      <vt:lpstr>COMOP fin PI #6 - Projet PLM Armes</vt:lpstr>
      <vt:lpstr>Rétrospective PI#6</vt:lpstr>
      <vt:lpstr>Objectifs PI#7</vt:lpstr>
      <vt:lpstr>Zooms</vt:lpstr>
      <vt:lpstr>Zoom Mise en production</vt:lpstr>
      <vt:lpstr>Zoom Mise en production</vt:lpstr>
      <vt:lpstr>Zoom Référentiel MDD</vt:lpstr>
      <vt:lpstr>Zoom Référentiel MDD</vt:lpstr>
      <vt:lpstr>Zoom Référentiel MDD</vt:lpstr>
      <vt:lpstr>Zoom Indicateurs</vt:lpstr>
      <vt:lpstr>Zoom DAP</vt:lpstr>
    </vt:vector>
  </TitlesOfParts>
  <Company>CEA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PLM Armes Séminaire Nov 2024</dc:title>
  <dc:creator>Nicolas.KOEKE@dam.c</dc:creator>
  <cp:lastModifiedBy>Antoine Marchal</cp:lastModifiedBy>
  <cp:revision>505</cp:revision>
  <cp:lastPrinted>2025-03-13T10:19:59Z</cp:lastPrinted>
  <dcterms:created xsi:type="dcterms:W3CDTF">2022-12-01T15:05:54Z</dcterms:created>
  <dcterms:modified xsi:type="dcterms:W3CDTF">2025-09-30T10:57:51Z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0x010100DF50953D0AE52F4A9FF979A27DFCA5A5</vt:lpwstr>
  </property>
</Properties>
</file>